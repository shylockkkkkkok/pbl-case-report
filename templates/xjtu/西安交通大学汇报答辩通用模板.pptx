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302" r:id="rId2"/>
    <p:sldId id="303" r:id="rId3"/>
    <p:sldId id="305" r:id="rId4"/>
    <p:sldId id="306" r:id="rId5"/>
    <p:sldId id="307"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6" r:id="rId25"/>
    <p:sldId id="327" r:id="rId26"/>
    <p:sldId id="328" r:id="rId27"/>
  </p:sldIdLst>
  <p:sldSz cx="12192000" cy="6858000"/>
  <p:notesSz cx="6858000" cy="9144000"/>
  <p:embeddedFontLst>
    <p:embeddedFont>
      <p:font typeface="Cambria Math" panose="02040503050406030204" pitchFamily="18" charset="0"/>
      <p:regular r:id="rId28"/>
    </p:embeddedFont>
    <p:embeddedFont>
      <p:font typeface="江城黑体 300W" panose="020B0400000000000000" pitchFamily="34" charset="-122"/>
      <p:regular r:id="rId29"/>
    </p:embeddedFont>
    <p:embeddedFont>
      <p:font typeface="江城黑体 700W" panose="020B0800000000000000" pitchFamily="34" charset="-122"/>
      <p:bold r:id="rId30"/>
    </p:embeddedFont>
    <p:embeddedFont>
      <p:font typeface="思源宋体 CN Heavy" panose="02020900000000000000" pitchFamily="18" charset="-122"/>
      <p:bold r:id="rId31"/>
    </p:embeddedFont>
  </p:embeddedFontLst>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 id="{D1B5EC89-AF15-49E1-9779-5707D5DE349F}">
          <p14:sldIdLst>
            <p14:sldId id="302"/>
          </p14:sldIdLst>
        </p14:section>
        <p14:section name="目录页" id="{03F857A4-9184-4F37-9EB8-F0841114F563}">
          <p14:sldIdLst>
            <p14:sldId id="303"/>
          </p14:sldIdLst>
        </p14:section>
        <p14:section name="第一部分" id="{A150AB34-0E25-4707-8B9E-ED40121472E3}">
          <p14:sldIdLst>
            <p14:sldId id="305"/>
            <p14:sldId id="306"/>
            <p14:sldId id="307"/>
            <p14:sldId id="308"/>
            <p14:sldId id="309"/>
            <p14:sldId id="310"/>
          </p14:sldIdLst>
        </p14:section>
        <p14:section name="第二部分" id="{A59BB211-0171-4E6E-9FD1-49BA81BC835E}">
          <p14:sldIdLst>
            <p14:sldId id="311"/>
            <p14:sldId id="312"/>
            <p14:sldId id="313"/>
            <p14:sldId id="314"/>
            <p14:sldId id="315"/>
            <p14:sldId id="316"/>
          </p14:sldIdLst>
        </p14:section>
        <p14:section name="第三部分" id="{518A2551-BDA4-45DB-8646-4EFB2A0C80CB}">
          <p14:sldIdLst>
            <p14:sldId id="317"/>
            <p14:sldId id="318"/>
            <p14:sldId id="319"/>
            <p14:sldId id="320"/>
            <p14:sldId id="321"/>
            <p14:sldId id="322"/>
          </p14:sldIdLst>
        </p14:section>
        <p14:section name="第四部分" id="{B571C53E-974D-465F-8ADC-D79447CB09C0}">
          <p14:sldIdLst>
            <p14:sldId id="323"/>
            <p14:sldId id="324"/>
            <p14:sldId id="325"/>
            <p14:sldId id="326"/>
          </p14:sldIdLst>
        </p14:section>
        <p14:section name="结尾页" id="{983FAD71-E4C6-4676-A958-9842BEBAB1C8}">
          <p14:sldIdLst>
            <p14:sldId id="327"/>
          </p14:sldIdLst>
        </p14:section>
        <p14:section name="素材页" id="{A6B800DA-A9C7-4E84-B5A3-D3C244134329}">
          <p14:sldIdLst>
            <p14:sldId id="328"/>
          </p14:sldIdLst>
        </p14:section>
      </p14:sectionLst>
    </p:ex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640" userDrawn="1">
          <p15:clr>
            <a:srgbClr val="A4A3A4"/>
          </p15:clr>
        </p15:guide>
        <p15:guide id="5" orient="horz" pos="3906" userDrawn="1">
          <p15:clr>
            <a:srgbClr val="A4A3A4"/>
          </p15:clr>
        </p15:guide>
        <p15:guide id="6" orient="horz" pos="3864" userDrawn="1">
          <p15:clr>
            <a:srgbClr val="A4A3A4"/>
          </p15:clr>
        </p15:guide>
        <p15:guide id="7" pos="3817" userDrawn="1">
          <p15:clr>
            <a:srgbClr val="A4A3A4"/>
          </p15:clr>
        </p15:guide>
        <p15:guide id="8"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8686"/>
    <a:srgbClr val="C92B2F"/>
    <a:srgbClr val="FBE1E1"/>
    <a:srgbClr val="F6C2C2"/>
    <a:srgbClr val="FEF8F8"/>
    <a:srgbClr val="FCEEEF"/>
    <a:srgbClr val="F9DFE1"/>
    <a:srgbClr val="DF4950"/>
    <a:srgbClr val="B11F26"/>
    <a:srgbClr val="7915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3" autoAdjust="0"/>
    <p:restoredTop sz="94660" autoAdjust="0"/>
  </p:normalViewPr>
  <p:slideViewPr>
    <p:cSldViewPr snapToGrid="0" showGuides="1">
      <p:cViewPr varScale="1">
        <p:scale>
          <a:sx n="100" d="100"/>
          <a:sy n="100" d="100"/>
        </p:scale>
        <p:origin x="912" y="72"/>
      </p:cViewPr>
      <p:guideLst>
        <p:guide pos="416"/>
        <p:guide pos="7256"/>
        <p:guide orient="horz" pos="648"/>
        <p:guide orient="horz" pos="640"/>
        <p:guide orient="horz" pos="3906"/>
        <p:guide orient="horz" pos="3864"/>
        <p:guide pos="3817"/>
        <p:guide orient="horz"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16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C80000"/>
            </a:solidFill>
          </c:spPr>
          <c:dPt>
            <c:idx val="0"/>
            <c:bubble3D val="0"/>
            <c:spPr>
              <a:gradFill flip="none" rotWithShape="1">
                <a:gsLst>
                  <a:gs pos="0">
                    <a:schemeClr val="accent1">
                      <a:lumMod val="50000"/>
                    </a:schemeClr>
                  </a:gs>
                  <a:gs pos="49000">
                    <a:schemeClr val="accent1"/>
                  </a:gs>
                </a:gsLst>
                <a:lin ang="2700000" scaled="1"/>
                <a:tileRect/>
              </a:gradFill>
              <a:ln w="19050">
                <a:solidFill>
                  <a:schemeClr val="lt1"/>
                </a:solidFill>
              </a:ln>
              <a:effectLst/>
            </c:spPr>
            <c:extLst>
              <c:ext xmlns:c16="http://schemas.microsoft.com/office/drawing/2014/chart" uri="{C3380CC4-5D6E-409C-BE32-E72D297353CC}">
                <c16:uniqueId val="{00000001-CF29-4B15-8681-F2FDC137CE03}"/>
              </c:ext>
            </c:extLst>
          </c:dPt>
          <c:dPt>
            <c:idx val="1"/>
            <c:bubble3D val="0"/>
            <c:spPr>
              <a:gradFill flip="none" rotWithShape="1">
                <a:gsLst>
                  <a:gs pos="0">
                    <a:schemeClr val="accent2">
                      <a:lumMod val="20000"/>
                      <a:lumOff val="80000"/>
                    </a:schemeClr>
                  </a:gs>
                  <a:gs pos="64000">
                    <a:schemeClr val="accent2">
                      <a:lumMod val="60000"/>
                      <a:lumOff val="40000"/>
                    </a:schemeClr>
                  </a:gs>
                </a:gsLst>
                <a:lin ang="5400000" scaled="1"/>
                <a:tileRect/>
              </a:gradFill>
              <a:ln w="19050">
                <a:solidFill>
                  <a:schemeClr val="lt1"/>
                </a:solidFill>
              </a:ln>
              <a:effectLst/>
            </c:spPr>
            <c:extLst>
              <c:ext xmlns:c16="http://schemas.microsoft.com/office/drawing/2014/chart" uri="{C3380CC4-5D6E-409C-BE32-E72D297353CC}">
                <c16:uniqueId val="{00000003-CF29-4B15-8681-F2FDC137CE03}"/>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4-CF29-4B15-8681-F2FDC137CE03}"/>
            </c:ext>
          </c:extLst>
        </c:ser>
        <c:dLbls>
          <c:showLegendKey val="0"/>
          <c:showVal val="0"/>
          <c:showCatName val="0"/>
          <c:showSerName val="0"/>
          <c:showPercent val="0"/>
          <c:showBubbleSize val="0"/>
          <c:showLeaderLines val="1"/>
        </c:dLbls>
        <c:firstSliceAng val="0"/>
        <c:holeSize val="54"/>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C80000"/>
            </a:solidFill>
          </c:spPr>
          <c:dPt>
            <c:idx val="0"/>
            <c:bubble3D val="0"/>
            <c:spPr>
              <a:gradFill flip="none" rotWithShape="1">
                <a:gsLst>
                  <a:gs pos="0">
                    <a:schemeClr val="accent1">
                      <a:lumMod val="50000"/>
                    </a:schemeClr>
                  </a:gs>
                  <a:gs pos="49000">
                    <a:schemeClr val="accent1"/>
                  </a:gs>
                </a:gsLst>
                <a:lin ang="2700000" scaled="1"/>
                <a:tileRect/>
              </a:gradFill>
              <a:ln w="19050">
                <a:solidFill>
                  <a:schemeClr val="lt1"/>
                </a:solidFill>
              </a:ln>
              <a:effectLst/>
            </c:spPr>
            <c:extLst>
              <c:ext xmlns:c16="http://schemas.microsoft.com/office/drawing/2014/chart" uri="{C3380CC4-5D6E-409C-BE32-E72D297353CC}">
                <c16:uniqueId val="{00000001-3017-4136-9D01-201B45C66BB3}"/>
              </c:ext>
            </c:extLst>
          </c:dPt>
          <c:dPt>
            <c:idx val="1"/>
            <c:bubble3D val="0"/>
            <c:spPr>
              <a:gradFill flip="none" rotWithShape="1">
                <a:gsLst>
                  <a:gs pos="0">
                    <a:schemeClr val="accent2">
                      <a:lumMod val="20000"/>
                      <a:lumOff val="80000"/>
                    </a:schemeClr>
                  </a:gs>
                  <a:gs pos="64000">
                    <a:schemeClr val="accent2">
                      <a:lumMod val="60000"/>
                      <a:lumOff val="40000"/>
                    </a:schemeClr>
                  </a:gs>
                </a:gsLst>
                <a:lin ang="5400000" scaled="1"/>
                <a:tileRect/>
              </a:gradFill>
              <a:ln w="19050">
                <a:solidFill>
                  <a:schemeClr val="lt1"/>
                </a:solidFill>
              </a:ln>
              <a:effectLst/>
            </c:spPr>
            <c:extLst>
              <c:ext xmlns:c16="http://schemas.microsoft.com/office/drawing/2014/chart" uri="{C3380CC4-5D6E-409C-BE32-E72D297353CC}">
                <c16:uniqueId val="{00000003-3017-4136-9D01-201B45C66BB3}"/>
              </c:ext>
            </c:extLst>
          </c:dPt>
          <c:cat>
            <c:strRef>
              <c:f>Sheet1!$A$2:$A$3</c:f>
              <c:strCache>
                <c:ptCount val="2"/>
                <c:pt idx="0">
                  <c:v>第一季度</c:v>
                </c:pt>
                <c:pt idx="1">
                  <c:v>第二季度</c:v>
                </c:pt>
              </c:strCache>
            </c:strRef>
          </c:cat>
          <c:val>
            <c:numRef>
              <c:f>Sheet1!$B$2:$B$3</c:f>
              <c:numCache>
                <c:formatCode>General</c:formatCode>
                <c:ptCount val="2"/>
                <c:pt idx="0">
                  <c:v>70</c:v>
                </c:pt>
                <c:pt idx="1">
                  <c:v>30</c:v>
                </c:pt>
              </c:numCache>
            </c:numRef>
          </c:val>
          <c:extLst>
            <c:ext xmlns:c16="http://schemas.microsoft.com/office/drawing/2014/chart" uri="{C3380CC4-5D6E-409C-BE32-E72D297353CC}">
              <c16:uniqueId val="{00000004-3017-4136-9D01-201B45C66BB3}"/>
            </c:ext>
          </c:extLst>
        </c:ser>
        <c:dLbls>
          <c:showLegendKey val="0"/>
          <c:showVal val="0"/>
          <c:showCatName val="0"/>
          <c:showSerName val="0"/>
          <c:showPercent val="0"/>
          <c:showBubbleSize val="0"/>
          <c:showLeaderLines val="1"/>
        </c:dLbls>
        <c:firstSliceAng val="0"/>
        <c:holeSize val="54"/>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solidFill>
              <a:srgbClr val="C80000"/>
            </a:solidFill>
          </c:spPr>
          <c:dPt>
            <c:idx val="0"/>
            <c:bubble3D val="0"/>
            <c:spPr>
              <a:gradFill flip="none" rotWithShape="1">
                <a:gsLst>
                  <a:gs pos="0">
                    <a:schemeClr val="accent3">
                      <a:lumMod val="25000"/>
                    </a:schemeClr>
                  </a:gs>
                  <a:gs pos="49000">
                    <a:schemeClr val="accent1"/>
                  </a:gs>
                </a:gsLst>
                <a:lin ang="2700000" scaled="1"/>
                <a:tileRect/>
              </a:gradFill>
              <a:ln w="19050">
                <a:solidFill>
                  <a:schemeClr val="lt1"/>
                </a:solidFill>
              </a:ln>
              <a:effectLst/>
            </c:spPr>
            <c:extLst>
              <c:ext xmlns:c16="http://schemas.microsoft.com/office/drawing/2014/chart" uri="{C3380CC4-5D6E-409C-BE32-E72D297353CC}">
                <c16:uniqueId val="{00000001-5FEC-4E74-8E59-232646449ED8}"/>
              </c:ext>
            </c:extLst>
          </c:dPt>
          <c:dPt>
            <c:idx val="1"/>
            <c:bubble3D val="0"/>
            <c:spPr>
              <a:gradFill flip="none" rotWithShape="1">
                <a:gsLst>
                  <a:gs pos="0">
                    <a:schemeClr val="accent2">
                      <a:lumMod val="20000"/>
                      <a:lumOff val="80000"/>
                    </a:schemeClr>
                  </a:gs>
                  <a:gs pos="64000">
                    <a:schemeClr val="accent2">
                      <a:lumMod val="60000"/>
                      <a:lumOff val="40000"/>
                    </a:schemeClr>
                  </a:gs>
                </a:gsLst>
                <a:lin ang="5400000" scaled="1"/>
                <a:tileRect/>
              </a:gradFill>
              <a:ln w="19050">
                <a:solidFill>
                  <a:schemeClr val="lt1"/>
                </a:solidFill>
              </a:ln>
              <a:effectLst/>
            </c:spPr>
            <c:extLst>
              <c:ext xmlns:c16="http://schemas.microsoft.com/office/drawing/2014/chart" uri="{C3380CC4-5D6E-409C-BE32-E72D297353CC}">
                <c16:uniqueId val="{00000003-5FEC-4E74-8E59-232646449ED8}"/>
              </c:ext>
            </c:extLst>
          </c:dPt>
          <c:cat>
            <c:strRef>
              <c:f>Sheet1!$A$2:$A$3</c:f>
              <c:strCache>
                <c:ptCount val="2"/>
                <c:pt idx="0">
                  <c:v>第一季度</c:v>
                </c:pt>
                <c:pt idx="1">
                  <c:v>第二季度</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5FEC-4E74-8E59-232646449ED8}"/>
            </c:ext>
          </c:extLst>
        </c:ser>
        <c:dLbls>
          <c:showLegendKey val="0"/>
          <c:showVal val="0"/>
          <c:showCatName val="0"/>
          <c:showSerName val="0"/>
          <c:showPercent val="0"/>
          <c:showBubbleSize val="0"/>
          <c:showLeaderLines val="1"/>
        </c:dLbls>
        <c:firstSliceAng val="0"/>
        <c:holeSize val="54"/>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EA868B"/>
            </a:solidFill>
            <a:ln>
              <a:noFill/>
            </a:ln>
            <a:effectLst/>
          </c:spPr>
          <c:invertIfNegative val="0"/>
          <c:dPt>
            <c:idx val="0"/>
            <c:invertIfNegative val="0"/>
            <c:bubble3D val="0"/>
            <c:spPr>
              <a:solidFill>
                <a:schemeClr val="accent3"/>
              </a:solidFill>
              <a:ln>
                <a:noFill/>
              </a:ln>
              <a:effectLst>
                <a:outerShdw blurRad="63500" sx="102000" sy="102000" algn="ctr" rotWithShape="0">
                  <a:srgbClr val="EA868B">
                    <a:alpha val="40000"/>
                  </a:srgbClr>
                </a:outerShdw>
              </a:effectLst>
            </c:spPr>
            <c:extLst>
              <c:ext xmlns:c16="http://schemas.microsoft.com/office/drawing/2014/chart" uri="{C3380CC4-5D6E-409C-BE32-E72D297353CC}">
                <c16:uniqueId val="{00000001-A5CE-4057-9121-AADDE05F3865}"/>
              </c:ext>
            </c:extLst>
          </c:dPt>
          <c:dPt>
            <c:idx val="1"/>
            <c:invertIfNegative val="0"/>
            <c:bubble3D val="0"/>
            <c:spPr>
              <a:solidFill>
                <a:schemeClr val="accent3"/>
              </a:solidFill>
              <a:ln>
                <a:noFill/>
              </a:ln>
              <a:effectLst/>
            </c:spPr>
            <c:extLst>
              <c:ext xmlns:c16="http://schemas.microsoft.com/office/drawing/2014/chart" uri="{C3380CC4-5D6E-409C-BE32-E72D297353CC}">
                <c16:uniqueId val="{00000006-A5CE-4057-9121-AADDE05F3865}"/>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5-A5CE-4057-9121-AADDE05F3865}"/>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4-A5CE-4057-9121-AADDE05F3865}"/>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2-A5CE-4057-9121-AADDE05F3865}"/>
            </c:ext>
          </c:extLst>
        </c:ser>
        <c:ser>
          <c:idx val="1"/>
          <c:order val="1"/>
          <c:tx>
            <c:strRef>
              <c:f>Sheet1!$C$1</c:f>
              <c:strCache>
                <c:ptCount val="1"/>
                <c:pt idx="0">
                  <c:v>系列 2</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3-A5CE-4057-9121-AADDE05F3865}"/>
            </c:ext>
          </c:extLst>
        </c:ser>
        <c:dLbls>
          <c:showLegendKey val="0"/>
          <c:showVal val="0"/>
          <c:showCatName val="0"/>
          <c:showSerName val="0"/>
          <c:showPercent val="0"/>
          <c:showBubbleSize val="0"/>
        </c:dLbls>
        <c:gapWidth val="219"/>
        <c:overlap val="-27"/>
        <c:axId val="254197439"/>
        <c:axId val="254180799"/>
      </c:barChart>
      <c:catAx>
        <c:axId val="2541974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54180799"/>
        <c:crosses val="autoZero"/>
        <c:auto val="1"/>
        <c:lblAlgn val="ctr"/>
        <c:lblOffset val="100"/>
        <c:noMultiLvlLbl val="0"/>
      </c:catAx>
      <c:valAx>
        <c:axId val="2541807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25419743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a:effectLst>
              <a:outerShdw blurRad="50800" dist="38100" dir="5400000" algn="t" rotWithShape="0">
                <a:schemeClr val="accent1">
                  <a:alpha val="40000"/>
                </a:schemeClr>
              </a:outerShdw>
            </a:effectLst>
          </c:spPr>
          <c:dPt>
            <c:idx val="0"/>
            <c:bubble3D val="0"/>
            <c:spPr>
              <a:gradFill>
                <a:gsLst>
                  <a:gs pos="0">
                    <a:schemeClr val="accent3">
                      <a:lumMod val="90000"/>
                    </a:schemeClr>
                  </a:gs>
                  <a:gs pos="76000">
                    <a:schemeClr val="accent1"/>
                  </a:gs>
                </a:gsLst>
                <a:lin ang="5400000" scaled="1"/>
              </a:gradFill>
              <a:ln w="19050">
                <a:solidFill>
                  <a:schemeClr val="lt1"/>
                </a:solidFill>
              </a:ln>
              <a:effectLst>
                <a:outerShdw blurRad="50800" dist="38100" dir="5400000" algn="t" rotWithShape="0">
                  <a:schemeClr val="accent1">
                    <a:alpha val="40000"/>
                  </a:schemeClr>
                </a:outerShdw>
              </a:effectLst>
            </c:spPr>
            <c:extLst>
              <c:ext xmlns:c16="http://schemas.microsoft.com/office/drawing/2014/chart" uri="{C3380CC4-5D6E-409C-BE32-E72D297353CC}">
                <c16:uniqueId val="{00000001-6D5E-4DE4-A466-036F2A99F8B5}"/>
              </c:ext>
            </c:extLst>
          </c:dPt>
          <c:dPt>
            <c:idx val="1"/>
            <c:bubble3D val="0"/>
            <c:spPr>
              <a:gradFill>
                <a:gsLst>
                  <a:gs pos="0">
                    <a:schemeClr val="accent1">
                      <a:lumMod val="20000"/>
                      <a:lumOff val="80000"/>
                    </a:schemeClr>
                  </a:gs>
                  <a:gs pos="76000">
                    <a:schemeClr val="accent2">
                      <a:lumMod val="20000"/>
                      <a:lumOff val="80000"/>
                    </a:schemeClr>
                  </a:gs>
                </a:gsLst>
                <a:lin ang="5400000" scaled="1"/>
              </a:gradFill>
              <a:ln w="19050">
                <a:solidFill>
                  <a:schemeClr val="lt1"/>
                </a:solidFill>
              </a:ln>
              <a:effectLst>
                <a:outerShdw blurRad="50800" dist="38100" dir="5400000" algn="t" rotWithShape="0">
                  <a:schemeClr val="accent1">
                    <a:alpha val="40000"/>
                  </a:schemeClr>
                </a:outerShdw>
              </a:effectLst>
            </c:spPr>
            <c:extLst>
              <c:ext xmlns:c16="http://schemas.microsoft.com/office/drawing/2014/chart" uri="{C3380CC4-5D6E-409C-BE32-E72D297353CC}">
                <c16:uniqueId val="{00000003-6D5E-4DE4-A466-036F2A99F8B5}"/>
              </c:ext>
            </c:extLst>
          </c:dPt>
          <c:dPt>
            <c:idx val="2"/>
            <c:bubble3D val="0"/>
            <c:spPr>
              <a:gradFill>
                <a:gsLst>
                  <a:gs pos="0">
                    <a:schemeClr val="accent1">
                      <a:lumMod val="20000"/>
                      <a:lumOff val="80000"/>
                    </a:schemeClr>
                  </a:gs>
                  <a:gs pos="76000">
                    <a:schemeClr val="accent1">
                      <a:lumMod val="40000"/>
                      <a:lumOff val="60000"/>
                    </a:schemeClr>
                  </a:gs>
                </a:gsLst>
                <a:lin ang="5400000" scaled="1"/>
              </a:gradFill>
              <a:ln w="19050">
                <a:solidFill>
                  <a:schemeClr val="lt1"/>
                </a:solidFill>
              </a:ln>
              <a:effectLst>
                <a:outerShdw blurRad="50800" dist="38100" dir="5400000" algn="t" rotWithShape="0">
                  <a:schemeClr val="accent1">
                    <a:alpha val="40000"/>
                  </a:schemeClr>
                </a:outerShdw>
              </a:effectLst>
            </c:spPr>
            <c:extLst>
              <c:ext xmlns:c16="http://schemas.microsoft.com/office/drawing/2014/chart" uri="{C3380CC4-5D6E-409C-BE32-E72D297353CC}">
                <c16:uniqueId val="{00000005-6D5E-4DE4-A466-036F2A99F8B5}"/>
              </c:ext>
            </c:extLst>
          </c:dPt>
          <c:dPt>
            <c:idx val="3"/>
            <c:bubble3D val="0"/>
            <c:spPr>
              <a:gradFill>
                <a:gsLst>
                  <a:gs pos="0">
                    <a:schemeClr val="accent2">
                      <a:lumMod val="20000"/>
                      <a:lumOff val="80000"/>
                    </a:schemeClr>
                  </a:gs>
                  <a:gs pos="76000">
                    <a:schemeClr val="accent2">
                      <a:lumMod val="40000"/>
                      <a:lumOff val="60000"/>
                    </a:schemeClr>
                  </a:gs>
                </a:gsLst>
                <a:lin ang="5400000" scaled="1"/>
              </a:gradFill>
              <a:ln w="19050">
                <a:solidFill>
                  <a:schemeClr val="lt1"/>
                </a:solidFill>
              </a:ln>
              <a:effectLst>
                <a:outerShdw blurRad="50800" dist="38100" dir="5400000" algn="t" rotWithShape="0">
                  <a:schemeClr val="accent1">
                    <a:alpha val="40000"/>
                  </a:schemeClr>
                </a:outerShdw>
              </a:effectLst>
            </c:spPr>
            <c:extLst>
              <c:ext xmlns:c16="http://schemas.microsoft.com/office/drawing/2014/chart" uri="{C3380CC4-5D6E-409C-BE32-E72D297353CC}">
                <c16:uniqueId val="{00000007-6D5E-4DE4-A466-036F2A99F8B5}"/>
              </c:ext>
            </c:extLst>
          </c:dPt>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60</c:v>
                </c:pt>
                <c:pt idx="1">
                  <c:v>20</c:v>
                </c:pt>
                <c:pt idx="2">
                  <c:v>10</c:v>
                </c:pt>
                <c:pt idx="3">
                  <c:v>10</c:v>
                </c:pt>
              </c:numCache>
            </c:numRef>
          </c:val>
          <c:extLst>
            <c:ext xmlns:c16="http://schemas.microsoft.com/office/drawing/2014/chart" uri="{C3380CC4-5D6E-409C-BE32-E72D297353CC}">
              <c16:uniqueId val="{00000008-6D5E-4DE4-A466-036F2A99F8B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转场页">
    <p:spTree>
      <p:nvGrpSpPr>
        <p:cNvPr id="1" name=""/>
        <p:cNvGrpSpPr/>
        <p:nvPr/>
      </p:nvGrpSpPr>
      <p:grpSpPr>
        <a:xfrm>
          <a:off x="0" y="0"/>
          <a:ext cx="0" cy="0"/>
          <a:chOff x="0" y="0"/>
          <a:chExt cx="0" cy="0"/>
        </a:xfrm>
      </p:grpSpPr>
      <p:pic>
        <p:nvPicPr>
          <p:cNvPr id="3" name="图片 2" descr="建筑与房屋的城市空拍图&#10;&#10;描述已自动生成">
            <a:extLst>
              <a:ext uri="{FF2B5EF4-FFF2-40B4-BE49-F238E27FC236}">
                <a16:creationId xmlns:a16="http://schemas.microsoft.com/office/drawing/2014/main" id="{8420B3BB-3BCC-4D6D-83CF-8393DF05777E}"/>
              </a:ext>
            </a:extLst>
          </p:cNvPr>
          <p:cNvPicPr>
            <a:picLocks noChangeAspect="1"/>
          </p:cNvPicPr>
          <p:nvPr userDrawn="1"/>
        </p:nvPicPr>
        <p:blipFill rotWithShape="1">
          <a:blip r:embed="rId3">
            <a:lum bright="70000" contrast="-70000"/>
            <a:alphaModFix amt="20000"/>
            <a:extLst>
              <a:ext uri="{BEBA8EAE-BF5A-486C-A8C5-ECC9F3942E4B}">
                <a14:imgProps xmlns:a14="http://schemas.microsoft.com/office/drawing/2010/main">
                  <a14:imgLayer r:embed="rId4">
                    <a14:imgEffect>
                      <a14:colorTemperature colorTemp="11200"/>
                    </a14:imgEffect>
                    <a14:imgEffect>
                      <a14:saturation sat="0"/>
                    </a14:imgEffect>
                  </a14:imgLayer>
                </a14:imgProps>
              </a:ext>
              <a:ext uri="{28A0092B-C50C-407E-A947-70E740481C1C}">
                <a14:useLocalDpi xmlns:a14="http://schemas.microsoft.com/office/drawing/2010/main" val="0"/>
              </a:ext>
            </a:extLst>
          </a:blip>
          <a:srcRect t="10842" b="51668"/>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矩形 3">
            <a:extLst>
              <a:ext uri="{FF2B5EF4-FFF2-40B4-BE49-F238E27FC236}">
                <a16:creationId xmlns:a16="http://schemas.microsoft.com/office/drawing/2014/main" id="{3CA4F690-9D59-448C-8EF7-7EC0771757E1}"/>
              </a:ext>
            </a:extLst>
          </p:cNvPr>
          <p:cNvSpPr/>
          <p:nvPr userDrawn="1"/>
        </p:nvSpPr>
        <p:spPr>
          <a:xfrm>
            <a:off x="0" y="4171"/>
            <a:ext cx="12192000" cy="6853829"/>
          </a:xfrm>
          <a:prstGeom prst="rect">
            <a:avLst/>
          </a:prstGeom>
          <a:gradFill>
            <a:gsLst>
              <a:gs pos="38000">
                <a:schemeClr val="accent6">
                  <a:alpha val="0"/>
                </a:schemeClr>
              </a:gs>
              <a:gs pos="100000">
                <a:schemeClr val="accent1">
                  <a:alpha val="9000"/>
                </a:schemeClr>
              </a:gs>
            </a:gsLst>
            <a:path path="circle">
              <a:fillToRect l="50000" t="50000" r="50000" b="50000"/>
            </a:path>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a:extLst>
              <a:ext uri="{FF2B5EF4-FFF2-40B4-BE49-F238E27FC236}">
                <a16:creationId xmlns:a16="http://schemas.microsoft.com/office/drawing/2014/main" id="{96AE669F-6847-4DA8-95A8-68AEB8323B12}"/>
              </a:ext>
            </a:extLst>
          </p:cNvPr>
          <p:cNvGrpSpPr/>
          <p:nvPr userDrawn="1"/>
        </p:nvGrpSpPr>
        <p:grpSpPr>
          <a:xfrm>
            <a:off x="890728" y="6303927"/>
            <a:ext cx="6484109" cy="303160"/>
            <a:chOff x="1232360" y="6303927"/>
            <a:chExt cx="6484109" cy="303160"/>
          </a:xfrm>
        </p:grpSpPr>
        <p:sp>
          <p:nvSpPr>
            <p:cNvPr id="9" name="文本框 8">
              <a:extLst>
                <a:ext uri="{FF2B5EF4-FFF2-40B4-BE49-F238E27FC236}">
                  <a16:creationId xmlns:a16="http://schemas.microsoft.com/office/drawing/2014/main" id="{D00D5D26-CFBF-4174-AF7C-E0585A4C2A08}"/>
                </a:ext>
              </a:extLst>
            </p:cNvPr>
            <p:cNvSpPr txBox="1"/>
            <p:nvPr/>
          </p:nvSpPr>
          <p:spPr>
            <a:xfrm>
              <a:off x="1232360" y="6303927"/>
              <a:ext cx="3657155" cy="303160"/>
            </a:xfrm>
            <a:prstGeom prst="rect">
              <a:avLst/>
            </a:prstGeom>
            <a:noFill/>
            <a:effectLst/>
          </p:spPr>
          <p:txBody>
            <a:bodyPr wrap="none" lIns="86868" tIns="43434" rIns="86868" bIns="43434">
              <a:spAutoFit/>
            </a:bodyPr>
            <a:lstStyle>
              <a:defPPr>
                <a:defRPr lang="zh-CN"/>
              </a:defPPr>
              <a:lvl1pPr>
                <a:defRPr sz="1900">
                  <a:latin typeface="思源宋体 CN ExtraLight" panose="02020200000000000000" pitchFamily="18" charset="-122"/>
                  <a:ea typeface="思源宋体 CN ExtraLight" panose="02020200000000000000" pitchFamily="18" charset="-122"/>
                </a:defRPr>
              </a:lvl1pPr>
            </a:lstStyle>
            <a:p>
              <a:r>
                <a:rPr lang="zh-CN" altLang="en-US" sz="1400" dirty="0">
                  <a:solidFill>
                    <a:schemeClr val="accent1"/>
                  </a:solidFill>
                  <a:latin typeface="+mn-ea"/>
                  <a:ea typeface="+mn-ea"/>
                </a:rPr>
                <a:t>精勤求学 </a:t>
              </a:r>
              <a:r>
                <a:rPr lang="en-US" altLang="zh-CN" sz="1400" dirty="0">
                  <a:solidFill>
                    <a:schemeClr val="accent1"/>
                  </a:solidFill>
                  <a:latin typeface="+mn-ea"/>
                  <a:ea typeface="+mn-ea"/>
                </a:rPr>
                <a:t>| </a:t>
              </a:r>
              <a:r>
                <a:rPr lang="zh-CN" altLang="en-US" sz="1400" dirty="0">
                  <a:solidFill>
                    <a:schemeClr val="accent1"/>
                  </a:solidFill>
                  <a:latin typeface="+mn-ea"/>
                  <a:ea typeface="+mn-ea"/>
                </a:rPr>
                <a:t> 敦笃励志 </a:t>
              </a:r>
              <a:r>
                <a:rPr lang="en-US" altLang="zh-CN" sz="1400" dirty="0">
                  <a:solidFill>
                    <a:schemeClr val="accent1"/>
                  </a:solidFill>
                  <a:latin typeface="+mn-ea"/>
                  <a:ea typeface="+mn-ea"/>
                </a:rPr>
                <a:t>|</a:t>
              </a:r>
              <a:r>
                <a:rPr lang="zh-CN" altLang="en-US" sz="1400" dirty="0">
                  <a:solidFill>
                    <a:schemeClr val="accent1"/>
                  </a:solidFill>
                  <a:latin typeface="+mn-ea"/>
                  <a:ea typeface="+mn-ea"/>
                </a:rPr>
                <a:t>  果毅力行  </a:t>
              </a:r>
              <a:r>
                <a:rPr lang="en-US" altLang="zh-CN" sz="1400" dirty="0">
                  <a:solidFill>
                    <a:schemeClr val="accent1"/>
                  </a:solidFill>
                  <a:latin typeface="+mn-ea"/>
                  <a:ea typeface="+mn-ea"/>
                </a:rPr>
                <a:t>|</a:t>
              </a:r>
              <a:r>
                <a:rPr lang="zh-CN" altLang="en-US" sz="1400" dirty="0">
                  <a:solidFill>
                    <a:schemeClr val="accent1"/>
                  </a:solidFill>
                  <a:latin typeface="+mn-ea"/>
                  <a:ea typeface="+mn-ea"/>
                </a:rPr>
                <a:t>  忠恕任事</a:t>
              </a:r>
            </a:p>
          </p:txBody>
        </p:sp>
        <p:cxnSp>
          <p:nvCxnSpPr>
            <p:cNvPr id="10" name="直接连接符 9">
              <a:extLst>
                <a:ext uri="{FF2B5EF4-FFF2-40B4-BE49-F238E27FC236}">
                  <a16:creationId xmlns:a16="http://schemas.microsoft.com/office/drawing/2014/main" id="{F68231A6-06A7-4CA3-9794-7070DC68315A}"/>
                </a:ext>
              </a:extLst>
            </p:cNvPr>
            <p:cNvCxnSpPr>
              <a:cxnSpLocks/>
            </p:cNvCxnSpPr>
            <p:nvPr/>
          </p:nvCxnSpPr>
          <p:spPr>
            <a:xfrm flipH="1">
              <a:off x="4889515" y="6472208"/>
              <a:ext cx="282695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1" name="任意多边形: 形状 10">
            <a:extLst>
              <a:ext uri="{FF2B5EF4-FFF2-40B4-BE49-F238E27FC236}">
                <a16:creationId xmlns:a16="http://schemas.microsoft.com/office/drawing/2014/main" id="{8E743183-6566-4320-8761-6995BDD38ED2}"/>
              </a:ext>
            </a:extLst>
          </p:cNvPr>
          <p:cNvSpPr/>
          <p:nvPr userDrawn="1"/>
        </p:nvSpPr>
        <p:spPr>
          <a:xfrm rot="522591">
            <a:off x="7410460" y="-285889"/>
            <a:ext cx="5274028" cy="7310815"/>
          </a:xfrm>
          <a:custGeom>
            <a:avLst/>
            <a:gdLst>
              <a:gd name="connsiteX0" fmla="*/ 1847989 w 5274028"/>
              <a:gd name="connsiteY0" fmla="*/ 367455 h 7310815"/>
              <a:gd name="connsiteX1" fmla="*/ 4246561 w 5274028"/>
              <a:gd name="connsiteY1" fmla="*/ 0 h 7310815"/>
              <a:gd name="connsiteX2" fmla="*/ 5274028 w 5274028"/>
              <a:gd name="connsiteY2" fmla="*/ 6706814 h 7310815"/>
              <a:gd name="connsiteX3" fmla="*/ 1331397 w 5274028"/>
              <a:gd name="connsiteY3" fmla="*/ 7310815 h 7310815"/>
              <a:gd name="connsiteX4" fmla="*/ 1056165 w 5274028"/>
              <a:gd name="connsiteY4" fmla="*/ 7007983 h 7310815"/>
              <a:gd name="connsiteX5" fmla="*/ 1 w 5274028"/>
              <a:gd name="connsiteY5" fmla="*/ 4065943 h 7310815"/>
              <a:gd name="connsiteX6" fmla="*/ 1651132 w 5274028"/>
              <a:gd name="connsiteY6" fmla="*/ 523586 h 7310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74028" h="7310815">
                <a:moveTo>
                  <a:pt x="1847989" y="367455"/>
                </a:moveTo>
                <a:lnTo>
                  <a:pt x="4246561" y="0"/>
                </a:lnTo>
                <a:lnTo>
                  <a:pt x="5274028" y="6706814"/>
                </a:lnTo>
                <a:lnTo>
                  <a:pt x="1331397" y="7310815"/>
                </a:lnTo>
                <a:lnTo>
                  <a:pt x="1056165" y="7007983"/>
                </a:lnTo>
                <a:cubicBezTo>
                  <a:pt x="396357" y="6208480"/>
                  <a:pt x="0" y="5183499"/>
                  <a:pt x="1" y="4065943"/>
                </a:cubicBezTo>
                <a:cubicBezTo>
                  <a:pt x="0" y="2644054"/>
                  <a:pt x="641623" y="1372022"/>
                  <a:pt x="1651132" y="523586"/>
                </a:cubicBezTo>
                <a:close/>
              </a:path>
            </a:pathLst>
          </a:custGeom>
          <a:solidFill>
            <a:schemeClr val="accent2">
              <a:lumMod val="60000"/>
              <a:lumOff val="40000"/>
            </a:schemeClr>
          </a:soli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47712932-D084-4905-A834-B6B470C67642}"/>
              </a:ext>
            </a:extLst>
          </p:cNvPr>
          <p:cNvSpPr/>
          <p:nvPr userDrawn="1"/>
        </p:nvSpPr>
        <p:spPr>
          <a:xfrm rot="522591">
            <a:off x="7557673" y="-273836"/>
            <a:ext cx="5133080" cy="7361514"/>
          </a:xfrm>
          <a:custGeom>
            <a:avLst/>
            <a:gdLst>
              <a:gd name="connsiteX0" fmla="*/ 1878986 w 5133080"/>
              <a:gd name="connsiteY0" fmla="*/ 339421 h 7361514"/>
              <a:gd name="connsiteX1" fmla="*/ 4094568 w 5133080"/>
              <a:gd name="connsiteY1" fmla="*/ 0 h 7361514"/>
              <a:gd name="connsiteX2" fmla="*/ 5133080 w 5133080"/>
              <a:gd name="connsiteY2" fmla="*/ 6778912 h 7361514"/>
              <a:gd name="connsiteX3" fmla="*/ 1330133 w 5133080"/>
              <a:gd name="connsiteY3" fmla="*/ 7361514 h 7361514"/>
              <a:gd name="connsiteX4" fmla="*/ 1070782 w 5133080"/>
              <a:gd name="connsiteY4" fmla="*/ 7076157 h 7361514"/>
              <a:gd name="connsiteX5" fmla="*/ 1 w 5133080"/>
              <a:gd name="connsiteY5" fmla="*/ 4093396 h 7361514"/>
              <a:gd name="connsiteX6" fmla="*/ 1673986 w 5133080"/>
              <a:gd name="connsiteY6" fmla="*/ 502010 h 736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3080" h="7361514">
                <a:moveTo>
                  <a:pt x="1878986" y="339421"/>
                </a:moveTo>
                <a:lnTo>
                  <a:pt x="4094568" y="0"/>
                </a:lnTo>
                <a:lnTo>
                  <a:pt x="5133080" y="6778912"/>
                </a:lnTo>
                <a:lnTo>
                  <a:pt x="1330133" y="7361514"/>
                </a:lnTo>
                <a:lnTo>
                  <a:pt x="1070782" y="7076157"/>
                </a:lnTo>
                <a:cubicBezTo>
                  <a:pt x="401842" y="6265588"/>
                  <a:pt x="0" y="5226420"/>
                  <a:pt x="1" y="4093396"/>
                </a:cubicBezTo>
                <a:cubicBezTo>
                  <a:pt x="0" y="2651826"/>
                  <a:pt x="650503" y="1362189"/>
                  <a:pt x="1673986" y="502010"/>
                </a:cubicBezTo>
                <a:close/>
              </a:path>
            </a:pathLst>
          </a:custGeom>
          <a:gradFill flip="none" rotWithShape="1">
            <a:gsLst>
              <a:gs pos="0">
                <a:schemeClr val="accent3">
                  <a:lumMod val="9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28" name="图片 27" descr="图片包含 文本&#10;&#10;描述已自动生成">
            <a:extLst>
              <a:ext uri="{FF2B5EF4-FFF2-40B4-BE49-F238E27FC236}">
                <a16:creationId xmlns:a16="http://schemas.microsoft.com/office/drawing/2014/main" id="{B9AED40D-8AC0-4209-B94F-7868C2FAD3EA}"/>
              </a:ext>
            </a:extLst>
          </p:cNvPr>
          <p:cNvPicPr>
            <a:picLocks noChangeAspect="1"/>
          </p:cNvPicPr>
          <p:nvPr userDrawn="1"/>
        </p:nvPicPr>
        <p:blipFill>
          <a:blip r:embed="rId5">
            <a:biLevel thresh="25000"/>
            <a:alphaModFix amt="50000"/>
            <a:extLst>
              <a:ext uri="{28A0092B-C50C-407E-A947-70E740481C1C}">
                <a14:useLocalDpi xmlns:a14="http://schemas.microsoft.com/office/drawing/2010/main" val="0"/>
              </a:ext>
            </a:extLst>
          </a:blip>
          <a:srcRect r="40787" b="11503"/>
          <a:stretch>
            <a:fillRect/>
          </a:stretch>
        </p:blipFill>
        <p:spPr>
          <a:xfrm>
            <a:off x="7694143" y="51267"/>
            <a:ext cx="4497857" cy="6755466"/>
          </a:xfrm>
          <a:custGeom>
            <a:avLst/>
            <a:gdLst>
              <a:gd name="connsiteX0" fmla="*/ 0 w 4497857"/>
              <a:gd name="connsiteY0" fmla="*/ 0 h 6755466"/>
              <a:gd name="connsiteX1" fmla="*/ 4497857 w 4497857"/>
              <a:gd name="connsiteY1" fmla="*/ 0 h 6755466"/>
              <a:gd name="connsiteX2" fmla="*/ 4497857 w 4497857"/>
              <a:gd name="connsiteY2" fmla="*/ 6755466 h 6755466"/>
              <a:gd name="connsiteX3" fmla="*/ 0 w 4497857"/>
              <a:gd name="connsiteY3" fmla="*/ 6755466 h 6755466"/>
            </a:gdLst>
            <a:ahLst/>
            <a:cxnLst>
              <a:cxn ang="0">
                <a:pos x="connsiteX0" y="connsiteY0"/>
              </a:cxn>
              <a:cxn ang="0">
                <a:pos x="connsiteX1" y="connsiteY1"/>
              </a:cxn>
              <a:cxn ang="0">
                <a:pos x="connsiteX2" y="connsiteY2"/>
              </a:cxn>
              <a:cxn ang="0">
                <a:pos x="connsiteX3" y="connsiteY3"/>
              </a:cxn>
            </a:cxnLst>
            <a:rect l="l" t="t" r="r" b="b"/>
            <a:pathLst>
              <a:path w="4497857" h="6755466">
                <a:moveTo>
                  <a:pt x="0" y="0"/>
                </a:moveTo>
                <a:lnTo>
                  <a:pt x="4497857" y="0"/>
                </a:lnTo>
                <a:lnTo>
                  <a:pt x="4497857" y="6755466"/>
                </a:lnTo>
                <a:lnTo>
                  <a:pt x="0" y="6755466"/>
                </a:lnTo>
                <a:close/>
              </a:path>
            </a:pathLst>
          </a:custGeom>
        </p:spPr>
      </p:pic>
      <p:pic>
        <p:nvPicPr>
          <p:cNvPr id="13" name="图片 12" descr="岩石上的雕塑&#10;&#10;中度可信度描述已自动生成">
            <a:extLst>
              <a:ext uri="{FF2B5EF4-FFF2-40B4-BE49-F238E27FC236}">
                <a16:creationId xmlns:a16="http://schemas.microsoft.com/office/drawing/2014/main" id="{305B4AE9-E274-4195-8A00-9125C2A5F08F}"/>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rcRect b="7517"/>
          <a:stretch>
            <a:fillRect/>
          </a:stretch>
        </p:blipFill>
        <p:spPr>
          <a:xfrm>
            <a:off x="6546082" y="541415"/>
            <a:ext cx="4959877" cy="6342479"/>
          </a:xfrm>
          <a:prstGeom prst="rect">
            <a:avLst/>
          </a:prstGeom>
          <a:effectLst/>
        </p:spPr>
      </p:pic>
      <p:sp>
        <p:nvSpPr>
          <p:cNvPr id="14" name="矩形: 圆角 13">
            <a:extLst>
              <a:ext uri="{FF2B5EF4-FFF2-40B4-BE49-F238E27FC236}">
                <a16:creationId xmlns:a16="http://schemas.microsoft.com/office/drawing/2014/main" id="{A1FAF2C5-241A-41E0-935B-73DE471704E0}"/>
              </a:ext>
            </a:extLst>
          </p:cNvPr>
          <p:cNvSpPr/>
          <p:nvPr userDrawn="1">
            <p:custDataLst>
              <p:tags r:id="rId1"/>
            </p:custDataLst>
          </p:nvPr>
        </p:nvSpPr>
        <p:spPr>
          <a:xfrm>
            <a:off x="749084" y="6369011"/>
            <a:ext cx="165243" cy="165243"/>
          </a:xfrm>
          <a:prstGeom prst="roundRect">
            <a:avLst>
              <a:gd name="adj" fmla="val 22431"/>
            </a:avLst>
          </a:prstGeom>
          <a:gradFill flip="none" rotWithShape="1">
            <a:gsLst>
              <a:gs pos="0">
                <a:schemeClr val="accent1">
                  <a:lumMod val="40000"/>
                  <a:lumOff val="60000"/>
                </a:schemeClr>
              </a:gs>
              <a:gs pos="83000">
                <a:schemeClr val="accent1"/>
              </a:gs>
            </a:gsLst>
            <a:lin ang="5400000" scaled="1"/>
            <a:tileRect/>
          </a:gradFill>
          <a:ln>
            <a:noFill/>
          </a:ln>
          <a:effectLst>
            <a:outerShdw blurRad="255392" dist="51079" dir="18000001"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15" name="组合 1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388FDDAB-29AE-E9B4-BFBF-F369C37F28D7}"/>
              </a:ext>
            </a:extLst>
          </p:cNvPr>
          <p:cNvGrpSpPr>
            <a:grpSpLocks noChangeAspect="1"/>
          </p:cNvGrpSpPr>
          <p:nvPr userDrawn="1"/>
        </p:nvGrpSpPr>
        <p:grpSpPr>
          <a:xfrm>
            <a:off x="673077" y="882688"/>
            <a:ext cx="2507967" cy="725210"/>
            <a:chOff x="2873375" y="2500313"/>
            <a:chExt cx="6445251" cy="1863725"/>
          </a:xfrm>
          <a:solidFill>
            <a:schemeClr val="accent1"/>
          </a:solidFill>
        </p:grpSpPr>
        <p:sp>
          <p:nvSpPr>
            <p:cNvPr id="16" name="ïṧḷídè">
              <a:extLst>
                <a:ext uri="{FF2B5EF4-FFF2-40B4-BE49-F238E27FC236}">
                  <a16:creationId xmlns:a16="http://schemas.microsoft.com/office/drawing/2014/main" id="{3DA39317-3980-E3F0-4727-CA973537F5EB}"/>
                </a:ext>
              </a:extLst>
            </p:cNvPr>
            <p:cNvSpPr/>
            <p:nvPr/>
          </p:nvSpPr>
          <p:spPr bwMode="auto">
            <a:xfrm>
              <a:off x="5021263" y="2711451"/>
              <a:ext cx="615950" cy="774700"/>
            </a:xfrm>
            <a:custGeom>
              <a:avLst/>
              <a:gdLst>
                <a:gd name="T0" fmla="*/ 161 w 187"/>
                <a:gd name="T1" fmla="*/ 118 h 234"/>
                <a:gd name="T2" fmla="*/ 145 w 187"/>
                <a:gd name="T3" fmla="*/ 90 h 234"/>
                <a:gd name="T4" fmla="*/ 110 w 187"/>
                <a:gd name="T5" fmla="*/ 107 h 234"/>
                <a:gd name="T6" fmla="*/ 86 w 187"/>
                <a:gd name="T7" fmla="*/ 67 h 234"/>
                <a:gd name="T8" fmla="*/ 113 w 187"/>
                <a:gd name="T9" fmla="*/ 51 h 234"/>
                <a:gd name="T10" fmla="*/ 103 w 187"/>
                <a:gd name="T11" fmla="*/ 66 h 234"/>
                <a:gd name="T12" fmla="*/ 123 w 187"/>
                <a:gd name="T13" fmla="*/ 57 h 234"/>
                <a:gd name="T14" fmla="*/ 187 w 187"/>
                <a:gd name="T15" fmla="*/ 18 h 234"/>
                <a:gd name="T16" fmla="*/ 171 w 187"/>
                <a:gd name="T17" fmla="*/ 2 h 234"/>
                <a:gd name="T18" fmla="*/ 140 w 187"/>
                <a:gd name="T19" fmla="*/ 18 h 234"/>
                <a:gd name="T20" fmla="*/ 46 w 187"/>
                <a:gd name="T21" fmla="*/ 57 h 234"/>
                <a:gd name="T22" fmla="*/ 48 w 187"/>
                <a:gd name="T23" fmla="*/ 82 h 234"/>
                <a:gd name="T24" fmla="*/ 74 w 187"/>
                <a:gd name="T25" fmla="*/ 77 h 234"/>
                <a:gd name="T26" fmla="*/ 85 w 187"/>
                <a:gd name="T27" fmla="*/ 116 h 234"/>
                <a:gd name="T28" fmla="*/ 63 w 187"/>
                <a:gd name="T29" fmla="*/ 131 h 234"/>
                <a:gd name="T30" fmla="*/ 45 w 187"/>
                <a:gd name="T31" fmla="*/ 123 h 234"/>
                <a:gd name="T32" fmla="*/ 19 w 187"/>
                <a:gd name="T33" fmla="*/ 173 h 234"/>
                <a:gd name="T34" fmla="*/ 7 w 187"/>
                <a:gd name="T35" fmla="*/ 160 h 234"/>
                <a:gd name="T36" fmla="*/ 0 w 187"/>
                <a:gd name="T37" fmla="*/ 208 h 234"/>
                <a:gd name="T38" fmla="*/ 20 w 187"/>
                <a:gd name="T39" fmla="*/ 234 h 234"/>
                <a:gd name="T40" fmla="*/ 30 w 187"/>
                <a:gd name="T41" fmla="*/ 210 h 234"/>
                <a:gd name="T42" fmla="*/ 49 w 187"/>
                <a:gd name="T43" fmla="*/ 164 h 234"/>
                <a:gd name="T44" fmla="*/ 58 w 187"/>
                <a:gd name="T45" fmla="*/ 179 h 234"/>
                <a:gd name="T46" fmla="*/ 63 w 187"/>
                <a:gd name="T47" fmla="*/ 181 h 234"/>
                <a:gd name="T48" fmla="*/ 62 w 187"/>
                <a:gd name="T49" fmla="*/ 219 h 234"/>
                <a:gd name="T50" fmla="*/ 86 w 187"/>
                <a:gd name="T51" fmla="*/ 213 h 234"/>
                <a:gd name="T52" fmla="*/ 79 w 187"/>
                <a:gd name="T53" fmla="*/ 223 h 234"/>
                <a:gd name="T54" fmla="*/ 109 w 187"/>
                <a:gd name="T55" fmla="*/ 209 h 234"/>
                <a:gd name="T56" fmla="*/ 98 w 187"/>
                <a:gd name="T57" fmla="*/ 196 h 234"/>
                <a:gd name="T58" fmla="*/ 83 w 187"/>
                <a:gd name="T59" fmla="*/ 175 h 234"/>
                <a:gd name="T60" fmla="*/ 101 w 187"/>
                <a:gd name="T61" fmla="*/ 192 h 234"/>
                <a:gd name="T62" fmla="*/ 112 w 187"/>
                <a:gd name="T63" fmla="*/ 196 h 234"/>
                <a:gd name="T64" fmla="*/ 150 w 187"/>
                <a:gd name="T65" fmla="*/ 138 h 234"/>
                <a:gd name="T66" fmla="*/ 76 w 187"/>
                <a:gd name="T67" fmla="*/ 146 h 234"/>
                <a:gd name="T68" fmla="*/ 71 w 187"/>
                <a:gd name="T69" fmla="*/ 162 h 234"/>
                <a:gd name="T70" fmla="*/ 69 w 187"/>
                <a:gd name="T71" fmla="*/ 150 h 234"/>
                <a:gd name="T72" fmla="*/ 99 w 187"/>
                <a:gd name="T73" fmla="*/ 174 h 234"/>
                <a:gd name="T74" fmla="*/ 89 w 187"/>
                <a:gd name="T75" fmla="*/ 162 h 234"/>
                <a:gd name="T76" fmla="*/ 103 w 187"/>
                <a:gd name="T77" fmla="*/ 134 h 234"/>
                <a:gd name="T78" fmla="*/ 103 w 187"/>
                <a:gd name="T79" fmla="*/ 132 h 234"/>
                <a:gd name="T80" fmla="*/ 105 w 187"/>
                <a:gd name="T81" fmla="*/ 128 h 234"/>
                <a:gd name="T82" fmla="*/ 122 w 187"/>
                <a:gd name="T83" fmla="*/ 114 h 234"/>
                <a:gd name="T84" fmla="*/ 129 w 187"/>
                <a:gd name="T85" fmla="*/ 11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234">
                  <a:moveTo>
                    <a:pt x="150" y="138"/>
                  </a:moveTo>
                  <a:cubicBezTo>
                    <a:pt x="158" y="123"/>
                    <a:pt x="157" y="127"/>
                    <a:pt x="161" y="118"/>
                  </a:cubicBezTo>
                  <a:cubicBezTo>
                    <a:pt x="162" y="116"/>
                    <a:pt x="163" y="114"/>
                    <a:pt x="163" y="111"/>
                  </a:cubicBezTo>
                  <a:cubicBezTo>
                    <a:pt x="163" y="103"/>
                    <a:pt x="152" y="93"/>
                    <a:pt x="145" y="90"/>
                  </a:cubicBezTo>
                  <a:cubicBezTo>
                    <a:pt x="138" y="89"/>
                    <a:pt x="133" y="91"/>
                    <a:pt x="129" y="95"/>
                  </a:cubicBezTo>
                  <a:cubicBezTo>
                    <a:pt x="122" y="99"/>
                    <a:pt x="110" y="110"/>
                    <a:pt x="110" y="107"/>
                  </a:cubicBezTo>
                  <a:cubicBezTo>
                    <a:pt x="110" y="101"/>
                    <a:pt x="112" y="82"/>
                    <a:pt x="109" y="78"/>
                  </a:cubicBezTo>
                  <a:cubicBezTo>
                    <a:pt x="106" y="74"/>
                    <a:pt x="93" y="68"/>
                    <a:pt x="86" y="67"/>
                  </a:cubicBezTo>
                  <a:cubicBezTo>
                    <a:pt x="86" y="67"/>
                    <a:pt x="86" y="66"/>
                    <a:pt x="88" y="64"/>
                  </a:cubicBezTo>
                  <a:cubicBezTo>
                    <a:pt x="96" y="60"/>
                    <a:pt x="101" y="59"/>
                    <a:pt x="113" y="51"/>
                  </a:cubicBezTo>
                  <a:cubicBezTo>
                    <a:pt x="115" y="50"/>
                    <a:pt x="116" y="50"/>
                    <a:pt x="114" y="53"/>
                  </a:cubicBezTo>
                  <a:cubicBezTo>
                    <a:pt x="111" y="57"/>
                    <a:pt x="107" y="61"/>
                    <a:pt x="103" y="66"/>
                  </a:cubicBezTo>
                  <a:cubicBezTo>
                    <a:pt x="103" y="67"/>
                    <a:pt x="101" y="70"/>
                    <a:pt x="102" y="71"/>
                  </a:cubicBezTo>
                  <a:cubicBezTo>
                    <a:pt x="111" y="70"/>
                    <a:pt x="117" y="61"/>
                    <a:pt x="123" y="57"/>
                  </a:cubicBezTo>
                  <a:cubicBezTo>
                    <a:pt x="132" y="50"/>
                    <a:pt x="136" y="54"/>
                    <a:pt x="145" y="44"/>
                  </a:cubicBezTo>
                  <a:cubicBezTo>
                    <a:pt x="152" y="38"/>
                    <a:pt x="187" y="28"/>
                    <a:pt x="187" y="18"/>
                  </a:cubicBezTo>
                  <a:cubicBezTo>
                    <a:pt x="187" y="16"/>
                    <a:pt x="187" y="13"/>
                    <a:pt x="187" y="10"/>
                  </a:cubicBezTo>
                  <a:cubicBezTo>
                    <a:pt x="187" y="7"/>
                    <a:pt x="178" y="4"/>
                    <a:pt x="171" y="2"/>
                  </a:cubicBezTo>
                  <a:cubicBezTo>
                    <a:pt x="163" y="0"/>
                    <a:pt x="163" y="1"/>
                    <a:pt x="156" y="6"/>
                  </a:cubicBezTo>
                  <a:cubicBezTo>
                    <a:pt x="150" y="11"/>
                    <a:pt x="142" y="17"/>
                    <a:pt x="140" y="18"/>
                  </a:cubicBezTo>
                  <a:cubicBezTo>
                    <a:pt x="136" y="21"/>
                    <a:pt x="116" y="30"/>
                    <a:pt x="110" y="32"/>
                  </a:cubicBezTo>
                  <a:cubicBezTo>
                    <a:pt x="99" y="37"/>
                    <a:pt x="53" y="57"/>
                    <a:pt x="46" y="57"/>
                  </a:cubicBezTo>
                  <a:cubicBezTo>
                    <a:pt x="36" y="57"/>
                    <a:pt x="32" y="53"/>
                    <a:pt x="35" y="65"/>
                  </a:cubicBezTo>
                  <a:cubicBezTo>
                    <a:pt x="37" y="73"/>
                    <a:pt x="43" y="82"/>
                    <a:pt x="48" y="82"/>
                  </a:cubicBezTo>
                  <a:cubicBezTo>
                    <a:pt x="54" y="82"/>
                    <a:pt x="61" y="77"/>
                    <a:pt x="67" y="75"/>
                  </a:cubicBezTo>
                  <a:cubicBezTo>
                    <a:pt x="71" y="73"/>
                    <a:pt x="71" y="73"/>
                    <a:pt x="74" y="77"/>
                  </a:cubicBezTo>
                  <a:cubicBezTo>
                    <a:pt x="77" y="80"/>
                    <a:pt x="80" y="83"/>
                    <a:pt x="83" y="86"/>
                  </a:cubicBezTo>
                  <a:cubicBezTo>
                    <a:pt x="89" y="89"/>
                    <a:pt x="87" y="106"/>
                    <a:pt x="85" y="116"/>
                  </a:cubicBezTo>
                  <a:cubicBezTo>
                    <a:pt x="85" y="121"/>
                    <a:pt x="85" y="125"/>
                    <a:pt x="80" y="129"/>
                  </a:cubicBezTo>
                  <a:cubicBezTo>
                    <a:pt x="75" y="133"/>
                    <a:pt x="66" y="136"/>
                    <a:pt x="63" y="131"/>
                  </a:cubicBezTo>
                  <a:cubicBezTo>
                    <a:pt x="58" y="126"/>
                    <a:pt x="56" y="113"/>
                    <a:pt x="48" y="109"/>
                  </a:cubicBezTo>
                  <a:cubicBezTo>
                    <a:pt x="42" y="109"/>
                    <a:pt x="45" y="117"/>
                    <a:pt x="45" y="123"/>
                  </a:cubicBezTo>
                  <a:cubicBezTo>
                    <a:pt x="45" y="133"/>
                    <a:pt x="45" y="142"/>
                    <a:pt x="45" y="152"/>
                  </a:cubicBezTo>
                  <a:cubicBezTo>
                    <a:pt x="45" y="157"/>
                    <a:pt x="26" y="167"/>
                    <a:pt x="19" y="173"/>
                  </a:cubicBezTo>
                  <a:cubicBezTo>
                    <a:pt x="12" y="179"/>
                    <a:pt x="14" y="172"/>
                    <a:pt x="13" y="167"/>
                  </a:cubicBezTo>
                  <a:cubicBezTo>
                    <a:pt x="11" y="160"/>
                    <a:pt x="10" y="157"/>
                    <a:pt x="7" y="160"/>
                  </a:cubicBezTo>
                  <a:cubicBezTo>
                    <a:pt x="4" y="175"/>
                    <a:pt x="0" y="187"/>
                    <a:pt x="0" y="193"/>
                  </a:cubicBezTo>
                  <a:cubicBezTo>
                    <a:pt x="0" y="198"/>
                    <a:pt x="0" y="203"/>
                    <a:pt x="0" y="208"/>
                  </a:cubicBezTo>
                  <a:cubicBezTo>
                    <a:pt x="0" y="217"/>
                    <a:pt x="3" y="234"/>
                    <a:pt x="14" y="234"/>
                  </a:cubicBezTo>
                  <a:cubicBezTo>
                    <a:pt x="16" y="234"/>
                    <a:pt x="18" y="234"/>
                    <a:pt x="20" y="234"/>
                  </a:cubicBezTo>
                  <a:cubicBezTo>
                    <a:pt x="25" y="234"/>
                    <a:pt x="30" y="229"/>
                    <a:pt x="30" y="222"/>
                  </a:cubicBezTo>
                  <a:cubicBezTo>
                    <a:pt x="30" y="218"/>
                    <a:pt x="30" y="214"/>
                    <a:pt x="30" y="210"/>
                  </a:cubicBezTo>
                  <a:cubicBezTo>
                    <a:pt x="30" y="202"/>
                    <a:pt x="21" y="194"/>
                    <a:pt x="20" y="185"/>
                  </a:cubicBezTo>
                  <a:cubicBezTo>
                    <a:pt x="26" y="181"/>
                    <a:pt x="43" y="168"/>
                    <a:pt x="49" y="164"/>
                  </a:cubicBezTo>
                  <a:cubicBezTo>
                    <a:pt x="49" y="167"/>
                    <a:pt x="49" y="170"/>
                    <a:pt x="49" y="173"/>
                  </a:cubicBezTo>
                  <a:cubicBezTo>
                    <a:pt x="49" y="178"/>
                    <a:pt x="54" y="179"/>
                    <a:pt x="58" y="179"/>
                  </a:cubicBezTo>
                  <a:cubicBezTo>
                    <a:pt x="59" y="179"/>
                    <a:pt x="59" y="178"/>
                    <a:pt x="60" y="178"/>
                  </a:cubicBezTo>
                  <a:cubicBezTo>
                    <a:pt x="63" y="178"/>
                    <a:pt x="64" y="179"/>
                    <a:pt x="63" y="181"/>
                  </a:cubicBezTo>
                  <a:cubicBezTo>
                    <a:pt x="61" y="187"/>
                    <a:pt x="56" y="196"/>
                    <a:pt x="55" y="200"/>
                  </a:cubicBezTo>
                  <a:cubicBezTo>
                    <a:pt x="53" y="208"/>
                    <a:pt x="54" y="219"/>
                    <a:pt x="62" y="219"/>
                  </a:cubicBezTo>
                  <a:cubicBezTo>
                    <a:pt x="63" y="219"/>
                    <a:pt x="65" y="219"/>
                    <a:pt x="66" y="219"/>
                  </a:cubicBezTo>
                  <a:cubicBezTo>
                    <a:pt x="76" y="219"/>
                    <a:pt x="76" y="211"/>
                    <a:pt x="86" y="213"/>
                  </a:cubicBezTo>
                  <a:cubicBezTo>
                    <a:pt x="86" y="213"/>
                    <a:pt x="86" y="214"/>
                    <a:pt x="86" y="214"/>
                  </a:cubicBezTo>
                  <a:cubicBezTo>
                    <a:pt x="87" y="217"/>
                    <a:pt x="82" y="221"/>
                    <a:pt x="79" y="223"/>
                  </a:cubicBezTo>
                  <a:cubicBezTo>
                    <a:pt x="76" y="225"/>
                    <a:pt x="75" y="227"/>
                    <a:pt x="81" y="227"/>
                  </a:cubicBezTo>
                  <a:cubicBezTo>
                    <a:pt x="88" y="227"/>
                    <a:pt x="107" y="214"/>
                    <a:pt x="109" y="209"/>
                  </a:cubicBezTo>
                  <a:cubicBezTo>
                    <a:pt x="109" y="204"/>
                    <a:pt x="110" y="200"/>
                    <a:pt x="106" y="198"/>
                  </a:cubicBezTo>
                  <a:cubicBezTo>
                    <a:pt x="104" y="197"/>
                    <a:pt x="100" y="196"/>
                    <a:pt x="98" y="196"/>
                  </a:cubicBezTo>
                  <a:cubicBezTo>
                    <a:pt x="89" y="197"/>
                    <a:pt x="67" y="199"/>
                    <a:pt x="76" y="190"/>
                  </a:cubicBezTo>
                  <a:cubicBezTo>
                    <a:pt x="79" y="185"/>
                    <a:pt x="82" y="180"/>
                    <a:pt x="83" y="175"/>
                  </a:cubicBezTo>
                  <a:cubicBezTo>
                    <a:pt x="85" y="171"/>
                    <a:pt x="86" y="173"/>
                    <a:pt x="87" y="175"/>
                  </a:cubicBezTo>
                  <a:cubicBezTo>
                    <a:pt x="91" y="180"/>
                    <a:pt x="95" y="186"/>
                    <a:pt x="101" y="192"/>
                  </a:cubicBezTo>
                  <a:cubicBezTo>
                    <a:pt x="102" y="194"/>
                    <a:pt x="106" y="196"/>
                    <a:pt x="110" y="196"/>
                  </a:cubicBezTo>
                  <a:cubicBezTo>
                    <a:pt x="111" y="196"/>
                    <a:pt x="111" y="196"/>
                    <a:pt x="112" y="196"/>
                  </a:cubicBezTo>
                  <a:cubicBezTo>
                    <a:pt x="125" y="198"/>
                    <a:pt x="135" y="166"/>
                    <a:pt x="144" y="151"/>
                  </a:cubicBezTo>
                  <a:cubicBezTo>
                    <a:pt x="147" y="144"/>
                    <a:pt x="146" y="146"/>
                    <a:pt x="150" y="138"/>
                  </a:cubicBezTo>
                  <a:close/>
                  <a:moveTo>
                    <a:pt x="69" y="150"/>
                  </a:moveTo>
                  <a:cubicBezTo>
                    <a:pt x="69" y="149"/>
                    <a:pt x="72" y="147"/>
                    <a:pt x="76" y="146"/>
                  </a:cubicBezTo>
                  <a:cubicBezTo>
                    <a:pt x="78" y="145"/>
                    <a:pt x="76" y="149"/>
                    <a:pt x="75" y="151"/>
                  </a:cubicBezTo>
                  <a:cubicBezTo>
                    <a:pt x="74" y="155"/>
                    <a:pt x="73" y="159"/>
                    <a:pt x="71" y="162"/>
                  </a:cubicBezTo>
                  <a:cubicBezTo>
                    <a:pt x="70" y="164"/>
                    <a:pt x="69" y="163"/>
                    <a:pt x="69" y="161"/>
                  </a:cubicBezTo>
                  <a:cubicBezTo>
                    <a:pt x="69" y="158"/>
                    <a:pt x="69" y="154"/>
                    <a:pt x="69" y="150"/>
                  </a:cubicBezTo>
                  <a:close/>
                  <a:moveTo>
                    <a:pt x="129" y="114"/>
                  </a:moveTo>
                  <a:cubicBezTo>
                    <a:pt x="122" y="130"/>
                    <a:pt x="105" y="173"/>
                    <a:pt x="99" y="174"/>
                  </a:cubicBezTo>
                  <a:cubicBezTo>
                    <a:pt x="95" y="173"/>
                    <a:pt x="92" y="169"/>
                    <a:pt x="88" y="167"/>
                  </a:cubicBezTo>
                  <a:cubicBezTo>
                    <a:pt x="85" y="165"/>
                    <a:pt x="88" y="164"/>
                    <a:pt x="89" y="162"/>
                  </a:cubicBezTo>
                  <a:cubicBezTo>
                    <a:pt x="93" y="154"/>
                    <a:pt x="95" y="147"/>
                    <a:pt x="99" y="139"/>
                  </a:cubicBezTo>
                  <a:cubicBezTo>
                    <a:pt x="101" y="137"/>
                    <a:pt x="102" y="136"/>
                    <a:pt x="103" y="134"/>
                  </a:cubicBezTo>
                  <a:cubicBezTo>
                    <a:pt x="103" y="134"/>
                    <a:pt x="103" y="134"/>
                    <a:pt x="103" y="134"/>
                  </a:cubicBezTo>
                  <a:cubicBezTo>
                    <a:pt x="103" y="133"/>
                    <a:pt x="103" y="133"/>
                    <a:pt x="103" y="132"/>
                  </a:cubicBezTo>
                  <a:cubicBezTo>
                    <a:pt x="103" y="132"/>
                    <a:pt x="104" y="132"/>
                    <a:pt x="104" y="132"/>
                  </a:cubicBezTo>
                  <a:cubicBezTo>
                    <a:pt x="104" y="131"/>
                    <a:pt x="105" y="130"/>
                    <a:pt x="105" y="128"/>
                  </a:cubicBezTo>
                  <a:cubicBezTo>
                    <a:pt x="106" y="126"/>
                    <a:pt x="108" y="124"/>
                    <a:pt x="109" y="122"/>
                  </a:cubicBezTo>
                  <a:cubicBezTo>
                    <a:pt x="113" y="116"/>
                    <a:pt x="119" y="117"/>
                    <a:pt x="122" y="114"/>
                  </a:cubicBezTo>
                  <a:cubicBezTo>
                    <a:pt x="123" y="113"/>
                    <a:pt x="123" y="112"/>
                    <a:pt x="123" y="111"/>
                  </a:cubicBezTo>
                  <a:cubicBezTo>
                    <a:pt x="127" y="108"/>
                    <a:pt x="133" y="110"/>
                    <a:pt x="129"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iŝḷîḋé">
              <a:extLst>
                <a:ext uri="{FF2B5EF4-FFF2-40B4-BE49-F238E27FC236}">
                  <a16:creationId xmlns:a16="http://schemas.microsoft.com/office/drawing/2014/main" id="{914618CB-C5C2-BDF5-3DCA-867BC8A0A515}"/>
                </a:ext>
              </a:extLst>
            </p:cNvPr>
            <p:cNvSpPr/>
            <p:nvPr/>
          </p:nvSpPr>
          <p:spPr bwMode="auto">
            <a:xfrm>
              <a:off x="5664200" y="2649538"/>
              <a:ext cx="823913" cy="1020763"/>
            </a:xfrm>
            <a:custGeom>
              <a:avLst/>
              <a:gdLst>
                <a:gd name="T0" fmla="*/ 94 w 250"/>
                <a:gd name="T1" fmla="*/ 286 h 309"/>
                <a:gd name="T2" fmla="*/ 156 w 250"/>
                <a:gd name="T3" fmla="*/ 234 h 309"/>
                <a:gd name="T4" fmla="*/ 155 w 250"/>
                <a:gd name="T5" fmla="*/ 204 h 309"/>
                <a:gd name="T6" fmla="*/ 165 w 250"/>
                <a:gd name="T7" fmla="*/ 177 h 309"/>
                <a:gd name="T8" fmla="*/ 151 w 250"/>
                <a:gd name="T9" fmla="*/ 154 h 309"/>
                <a:gd name="T10" fmla="*/ 189 w 250"/>
                <a:gd name="T11" fmla="*/ 138 h 309"/>
                <a:gd name="T12" fmla="*/ 188 w 250"/>
                <a:gd name="T13" fmla="*/ 143 h 309"/>
                <a:gd name="T14" fmla="*/ 210 w 250"/>
                <a:gd name="T15" fmla="*/ 138 h 309"/>
                <a:gd name="T16" fmla="*/ 237 w 250"/>
                <a:gd name="T17" fmla="*/ 132 h 309"/>
                <a:gd name="T18" fmla="*/ 244 w 250"/>
                <a:gd name="T19" fmla="*/ 108 h 309"/>
                <a:gd name="T20" fmla="*/ 177 w 250"/>
                <a:gd name="T21" fmla="*/ 121 h 309"/>
                <a:gd name="T22" fmla="*/ 149 w 250"/>
                <a:gd name="T23" fmla="*/ 125 h 309"/>
                <a:gd name="T24" fmla="*/ 164 w 250"/>
                <a:gd name="T25" fmla="*/ 99 h 309"/>
                <a:gd name="T26" fmla="*/ 179 w 250"/>
                <a:gd name="T27" fmla="*/ 110 h 309"/>
                <a:gd name="T28" fmla="*/ 210 w 250"/>
                <a:gd name="T29" fmla="*/ 80 h 309"/>
                <a:gd name="T30" fmla="*/ 212 w 250"/>
                <a:gd name="T31" fmla="*/ 43 h 309"/>
                <a:gd name="T32" fmla="*/ 179 w 250"/>
                <a:gd name="T33" fmla="*/ 49 h 309"/>
                <a:gd name="T34" fmla="*/ 157 w 250"/>
                <a:gd name="T35" fmla="*/ 0 h 309"/>
                <a:gd name="T36" fmla="*/ 153 w 250"/>
                <a:gd name="T37" fmla="*/ 30 h 309"/>
                <a:gd name="T38" fmla="*/ 130 w 250"/>
                <a:gd name="T39" fmla="*/ 72 h 309"/>
                <a:gd name="T40" fmla="*/ 99 w 250"/>
                <a:gd name="T41" fmla="*/ 49 h 309"/>
                <a:gd name="T42" fmla="*/ 95 w 250"/>
                <a:gd name="T43" fmla="*/ 61 h 309"/>
                <a:gd name="T44" fmla="*/ 91 w 250"/>
                <a:gd name="T45" fmla="*/ 85 h 309"/>
                <a:gd name="T46" fmla="*/ 85 w 250"/>
                <a:gd name="T47" fmla="*/ 105 h 309"/>
                <a:gd name="T48" fmla="*/ 86 w 250"/>
                <a:gd name="T49" fmla="*/ 114 h 309"/>
                <a:gd name="T50" fmla="*/ 112 w 250"/>
                <a:gd name="T51" fmla="*/ 112 h 309"/>
                <a:gd name="T52" fmla="*/ 134 w 250"/>
                <a:gd name="T53" fmla="*/ 91 h 309"/>
                <a:gd name="T54" fmla="*/ 133 w 250"/>
                <a:gd name="T55" fmla="*/ 108 h 309"/>
                <a:gd name="T56" fmla="*/ 113 w 250"/>
                <a:gd name="T57" fmla="*/ 142 h 309"/>
                <a:gd name="T58" fmla="*/ 61 w 250"/>
                <a:gd name="T59" fmla="*/ 161 h 309"/>
                <a:gd name="T60" fmla="*/ 2 w 250"/>
                <a:gd name="T61" fmla="*/ 179 h 309"/>
                <a:gd name="T62" fmla="*/ 0 w 250"/>
                <a:gd name="T63" fmla="*/ 188 h 309"/>
                <a:gd name="T64" fmla="*/ 22 w 250"/>
                <a:gd name="T65" fmla="*/ 214 h 309"/>
                <a:gd name="T66" fmla="*/ 63 w 250"/>
                <a:gd name="T67" fmla="*/ 188 h 309"/>
                <a:gd name="T68" fmla="*/ 109 w 250"/>
                <a:gd name="T69" fmla="*/ 168 h 309"/>
                <a:gd name="T70" fmla="*/ 110 w 250"/>
                <a:gd name="T71" fmla="*/ 220 h 309"/>
                <a:gd name="T72" fmla="*/ 85 w 250"/>
                <a:gd name="T73" fmla="*/ 266 h 309"/>
                <a:gd name="T74" fmla="*/ 28 w 250"/>
                <a:gd name="T75" fmla="*/ 280 h 309"/>
                <a:gd name="T76" fmla="*/ 51 w 250"/>
                <a:gd name="T77" fmla="*/ 307 h 309"/>
                <a:gd name="T78" fmla="*/ 141 w 250"/>
                <a:gd name="T79" fmla="*/ 177 h 309"/>
                <a:gd name="T80" fmla="*/ 126 w 250"/>
                <a:gd name="T81" fmla="*/ 202 h 309"/>
                <a:gd name="T82" fmla="*/ 136 w 250"/>
                <a:gd name="T83" fmla="*/ 157 h 309"/>
                <a:gd name="T84" fmla="*/ 187 w 250"/>
                <a:gd name="T85" fmla="*/ 60 h 309"/>
                <a:gd name="T86" fmla="*/ 172 w 250"/>
                <a:gd name="T87" fmla="*/ 91 h 309"/>
                <a:gd name="T88" fmla="*/ 164 w 250"/>
                <a:gd name="T89" fmla="*/ 88 h 309"/>
                <a:gd name="T90" fmla="*/ 183 w 250"/>
                <a:gd name="T91" fmla="*/ 6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0" h="309">
                  <a:moveTo>
                    <a:pt x="51" y="307"/>
                  </a:moveTo>
                  <a:cubicBezTo>
                    <a:pt x="66" y="307"/>
                    <a:pt x="85" y="294"/>
                    <a:pt x="94" y="286"/>
                  </a:cubicBezTo>
                  <a:cubicBezTo>
                    <a:pt x="106" y="275"/>
                    <a:pt x="135" y="244"/>
                    <a:pt x="144" y="229"/>
                  </a:cubicBezTo>
                  <a:cubicBezTo>
                    <a:pt x="147" y="229"/>
                    <a:pt x="153" y="234"/>
                    <a:pt x="156" y="234"/>
                  </a:cubicBezTo>
                  <a:cubicBezTo>
                    <a:pt x="166" y="237"/>
                    <a:pt x="171" y="230"/>
                    <a:pt x="171" y="221"/>
                  </a:cubicBezTo>
                  <a:cubicBezTo>
                    <a:pt x="171" y="210"/>
                    <a:pt x="163" y="204"/>
                    <a:pt x="155" y="204"/>
                  </a:cubicBezTo>
                  <a:cubicBezTo>
                    <a:pt x="157" y="196"/>
                    <a:pt x="162" y="189"/>
                    <a:pt x="163" y="182"/>
                  </a:cubicBezTo>
                  <a:cubicBezTo>
                    <a:pt x="163" y="178"/>
                    <a:pt x="163" y="179"/>
                    <a:pt x="165" y="177"/>
                  </a:cubicBezTo>
                  <a:cubicBezTo>
                    <a:pt x="168" y="173"/>
                    <a:pt x="169" y="168"/>
                    <a:pt x="164" y="164"/>
                  </a:cubicBezTo>
                  <a:cubicBezTo>
                    <a:pt x="160" y="161"/>
                    <a:pt x="155" y="158"/>
                    <a:pt x="151" y="154"/>
                  </a:cubicBezTo>
                  <a:cubicBezTo>
                    <a:pt x="149" y="153"/>
                    <a:pt x="148" y="152"/>
                    <a:pt x="151" y="151"/>
                  </a:cubicBezTo>
                  <a:cubicBezTo>
                    <a:pt x="164" y="145"/>
                    <a:pt x="176" y="141"/>
                    <a:pt x="189" y="138"/>
                  </a:cubicBezTo>
                  <a:cubicBezTo>
                    <a:pt x="192" y="137"/>
                    <a:pt x="193" y="137"/>
                    <a:pt x="191" y="140"/>
                  </a:cubicBezTo>
                  <a:cubicBezTo>
                    <a:pt x="188" y="143"/>
                    <a:pt x="188" y="143"/>
                    <a:pt x="188" y="143"/>
                  </a:cubicBezTo>
                  <a:cubicBezTo>
                    <a:pt x="186" y="146"/>
                    <a:pt x="190" y="147"/>
                    <a:pt x="191" y="146"/>
                  </a:cubicBezTo>
                  <a:cubicBezTo>
                    <a:pt x="196" y="142"/>
                    <a:pt x="203" y="138"/>
                    <a:pt x="210" y="138"/>
                  </a:cubicBezTo>
                  <a:cubicBezTo>
                    <a:pt x="218" y="139"/>
                    <a:pt x="225" y="138"/>
                    <a:pt x="230" y="135"/>
                  </a:cubicBezTo>
                  <a:cubicBezTo>
                    <a:pt x="237" y="132"/>
                    <a:pt x="237" y="132"/>
                    <a:pt x="237" y="132"/>
                  </a:cubicBezTo>
                  <a:cubicBezTo>
                    <a:pt x="242" y="129"/>
                    <a:pt x="249" y="127"/>
                    <a:pt x="249" y="119"/>
                  </a:cubicBezTo>
                  <a:cubicBezTo>
                    <a:pt x="249" y="111"/>
                    <a:pt x="250" y="112"/>
                    <a:pt x="244" y="108"/>
                  </a:cubicBezTo>
                  <a:cubicBezTo>
                    <a:pt x="240" y="105"/>
                    <a:pt x="235" y="103"/>
                    <a:pt x="225" y="103"/>
                  </a:cubicBezTo>
                  <a:cubicBezTo>
                    <a:pt x="217" y="102"/>
                    <a:pt x="211" y="112"/>
                    <a:pt x="177" y="121"/>
                  </a:cubicBezTo>
                  <a:cubicBezTo>
                    <a:pt x="168" y="125"/>
                    <a:pt x="161" y="129"/>
                    <a:pt x="151" y="131"/>
                  </a:cubicBezTo>
                  <a:cubicBezTo>
                    <a:pt x="146" y="132"/>
                    <a:pt x="147" y="128"/>
                    <a:pt x="149" y="125"/>
                  </a:cubicBezTo>
                  <a:cubicBezTo>
                    <a:pt x="154" y="117"/>
                    <a:pt x="156" y="108"/>
                    <a:pt x="160" y="99"/>
                  </a:cubicBezTo>
                  <a:cubicBezTo>
                    <a:pt x="162" y="95"/>
                    <a:pt x="162" y="95"/>
                    <a:pt x="164" y="99"/>
                  </a:cubicBezTo>
                  <a:cubicBezTo>
                    <a:pt x="167" y="103"/>
                    <a:pt x="169" y="107"/>
                    <a:pt x="172" y="111"/>
                  </a:cubicBezTo>
                  <a:cubicBezTo>
                    <a:pt x="173" y="112"/>
                    <a:pt x="176" y="112"/>
                    <a:pt x="179" y="110"/>
                  </a:cubicBezTo>
                  <a:cubicBezTo>
                    <a:pt x="181" y="107"/>
                    <a:pt x="184" y="105"/>
                    <a:pt x="187" y="102"/>
                  </a:cubicBezTo>
                  <a:cubicBezTo>
                    <a:pt x="194" y="97"/>
                    <a:pt x="202" y="89"/>
                    <a:pt x="210" y="80"/>
                  </a:cubicBezTo>
                  <a:cubicBezTo>
                    <a:pt x="218" y="73"/>
                    <a:pt x="223" y="67"/>
                    <a:pt x="223" y="63"/>
                  </a:cubicBezTo>
                  <a:cubicBezTo>
                    <a:pt x="221" y="53"/>
                    <a:pt x="213" y="52"/>
                    <a:pt x="212" y="43"/>
                  </a:cubicBezTo>
                  <a:cubicBezTo>
                    <a:pt x="211" y="38"/>
                    <a:pt x="211" y="37"/>
                    <a:pt x="205" y="37"/>
                  </a:cubicBezTo>
                  <a:cubicBezTo>
                    <a:pt x="196" y="38"/>
                    <a:pt x="188" y="47"/>
                    <a:pt x="179" y="49"/>
                  </a:cubicBezTo>
                  <a:cubicBezTo>
                    <a:pt x="181" y="46"/>
                    <a:pt x="190" y="28"/>
                    <a:pt x="190" y="24"/>
                  </a:cubicBezTo>
                  <a:cubicBezTo>
                    <a:pt x="188" y="9"/>
                    <a:pt x="174" y="0"/>
                    <a:pt x="157" y="0"/>
                  </a:cubicBezTo>
                  <a:cubicBezTo>
                    <a:pt x="150" y="0"/>
                    <a:pt x="149" y="0"/>
                    <a:pt x="148" y="7"/>
                  </a:cubicBezTo>
                  <a:cubicBezTo>
                    <a:pt x="148" y="14"/>
                    <a:pt x="160" y="13"/>
                    <a:pt x="153" y="30"/>
                  </a:cubicBezTo>
                  <a:cubicBezTo>
                    <a:pt x="152" y="35"/>
                    <a:pt x="150" y="51"/>
                    <a:pt x="148" y="55"/>
                  </a:cubicBezTo>
                  <a:cubicBezTo>
                    <a:pt x="142" y="70"/>
                    <a:pt x="142" y="65"/>
                    <a:pt x="130" y="72"/>
                  </a:cubicBezTo>
                  <a:cubicBezTo>
                    <a:pt x="126" y="75"/>
                    <a:pt x="119" y="81"/>
                    <a:pt x="112" y="85"/>
                  </a:cubicBezTo>
                  <a:cubicBezTo>
                    <a:pt x="113" y="75"/>
                    <a:pt x="104" y="49"/>
                    <a:pt x="99" y="49"/>
                  </a:cubicBezTo>
                  <a:cubicBezTo>
                    <a:pt x="93" y="49"/>
                    <a:pt x="93" y="51"/>
                    <a:pt x="93" y="56"/>
                  </a:cubicBezTo>
                  <a:cubicBezTo>
                    <a:pt x="93" y="60"/>
                    <a:pt x="95" y="57"/>
                    <a:pt x="95" y="61"/>
                  </a:cubicBezTo>
                  <a:cubicBezTo>
                    <a:pt x="95" y="65"/>
                    <a:pt x="95" y="69"/>
                    <a:pt x="95" y="73"/>
                  </a:cubicBezTo>
                  <a:cubicBezTo>
                    <a:pt x="95" y="79"/>
                    <a:pt x="94" y="82"/>
                    <a:pt x="91" y="85"/>
                  </a:cubicBezTo>
                  <a:cubicBezTo>
                    <a:pt x="89" y="88"/>
                    <a:pt x="89" y="90"/>
                    <a:pt x="89" y="93"/>
                  </a:cubicBezTo>
                  <a:cubicBezTo>
                    <a:pt x="90" y="101"/>
                    <a:pt x="87" y="103"/>
                    <a:pt x="85" y="105"/>
                  </a:cubicBezTo>
                  <a:cubicBezTo>
                    <a:pt x="82" y="107"/>
                    <a:pt x="84" y="108"/>
                    <a:pt x="84" y="111"/>
                  </a:cubicBezTo>
                  <a:cubicBezTo>
                    <a:pt x="84" y="113"/>
                    <a:pt x="86" y="112"/>
                    <a:pt x="86" y="114"/>
                  </a:cubicBezTo>
                  <a:cubicBezTo>
                    <a:pt x="86" y="119"/>
                    <a:pt x="88" y="134"/>
                    <a:pt x="97" y="131"/>
                  </a:cubicBezTo>
                  <a:cubicBezTo>
                    <a:pt x="105" y="128"/>
                    <a:pt x="108" y="119"/>
                    <a:pt x="112" y="112"/>
                  </a:cubicBezTo>
                  <a:cubicBezTo>
                    <a:pt x="115" y="108"/>
                    <a:pt x="117" y="106"/>
                    <a:pt x="121" y="103"/>
                  </a:cubicBezTo>
                  <a:cubicBezTo>
                    <a:pt x="125" y="100"/>
                    <a:pt x="131" y="95"/>
                    <a:pt x="134" y="91"/>
                  </a:cubicBezTo>
                  <a:cubicBezTo>
                    <a:pt x="137" y="88"/>
                    <a:pt x="141" y="82"/>
                    <a:pt x="138" y="91"/>
                  </a:cubicBezTo>
                  <a:cubicBezTo>
                    <a:pt x="136" y="98"/>
                    <a:pt x="135" y="101"/>
                    <a:pt x="133" y="108"/>
                  </a:cubicBezTo>
                  <a:cubicBezTo>
                    <a:pt x="130" y="117"/>
                    <a:pt x="128" y="124"/>
                    <a:pt x="124" y="134"/>
                  </a:cubicBezTo>
                  <a:cubicBezTo>
                    <a:pt x="122" y="139"/>
                    <a:pt x="121" y="140"/>
                    <a:pt x="113" y="142"/>
                  </a:cubicBezTo>
                  <a:cubicBezTo>
                    <a:pt x="79" y="154"/>
                    <a:pt x="79" y="154"/>
                    <a:pt x="79" y="154"/>
                  </a:cubicBezTo>
                  <a:cubicBezTo>
                    <a:pt x="77" y="155"/>
                    <a:pt x="65" y="160"/>
                    <a:pt x="61" y="161"/>
                  </a:cubicBezTo>
                  <a:cubicBezTo>
                    <a:pt x="54" y="163"/>
                    <a:pt x="50" y="166"/>
                    <a:pt x="43" y="169"/>
                  </a:cubicBezTo>
                  <a:cubicBezTo>
                    <a:pt x="25" y="176"/>
                    <a:pt x="29" y="179"/>
                    <a:pt x="2" y="179"/>
                  </a:cubicBezTo>
                  <a:cubicBezTo>
                    <a:pt x="1" y="181"/>
                    <a:pt x="0" y="182"/>
                    <a:pt x="0" y="186"/>
                  </a:cubicBezTo>
                  <a:cubicBezTo>
                    <a:pt x="0" y="187"/>
                    <a:pt x="0" y="187"/>
                    <a:pt x="0" y="188"/>
                  </a:cubicBezTo>
                  <a:cubicBezTo>
                    <a:pt x="0" y="195"/>
                    <a:pt x="14" y="214"/>
                    <a:pt x="21" y="214"/>
                  </a:cubicBezTo>
                  <a:cubicBezTo>
                    <a:pt x="22" y="214"/>
                    <a:pt x="22" y="214"/>
                    <a:pt x="22" y="214"/>
                  </a:cubicBezTo>
                  <a:cubicBezTo>
                    <a:pt x="28" y="214"/>
                    <a:pt x="37" y="203"/>
                    <a:pt x="41" y="199"/>
                  </a:cubicBezTo>
                  <a:cubicBezTo>
                    <a:pt x="48" y="194"/>
                    <a:pt x="55" y="192"/>
                    <a:pt x="63" y="188"/>
                  </a:cubicBezTo>
                  <a:cubicBezTo>
                    <a:pt x="70" y="184"/>
                    <a:pt x="79" y="182"/>
                    <a:pt x="86" y="178"/>
                  </a:cubicBezTo>
                  <a:cubicBezTo>
                    <a:pt x="95" y="175"/>
                    <a:pt x="101" y="170"/>
                    <a:pt x="109" y="168"/>
                  </a:cubicBezTo>
                  <a:cubicBezTo>
                    <a:pt x="109" y="181"/>
                    <a:pt x="98" y="184"/>
                    <a:pt x="98" y="201"/>
                  </a:cubicBezTo>
                  <a:cubicBezTo>
                    <a:pt x="98" y="208"/>
                    <a:pt x="107" y="216"/>
                    <a:pt x="110" y="220"/>
                  </a:cubicBezTo>
                  <a:cubicBezTo>
                    <a:pt x="114" y="221"/>
                    <a:pt x="118" y="223"/>
                    <a:pt x="122" y="224"/>
                  </a:cubicBezTo>
                  <a:cubicBezTo>
                    <a:pt x="113" y="236"/>
                    <a:pt x="113" y="237"/>
                    <a:pt x="85" y="266"/>
                  </a:cubicBezTo>
                  <a:cubicBezTo>
                    <a:pt x="77" y="275"/>
                    <a:pt x="61" y="286"/>
                    <a:pt x="52" y="286"/>
                  </a:cubicBezTo>
                  <a:cubicBezTo>
                    <a:pt x="44" y="286"/>
                    <a:pt x="35" y="282"/>
                    <a:pt x="28" y="280"/>
                  </a:cubicBezTo>
                  <a:cubicBezTo>
                    <a:pt x="19" y="277"/>
                    <a:pt x="17" y="283"/>
                    <a:pt x="17" y="293"/>
                  </a:cubicBezTo>
                  <a:cubicBezTo>
                    <a:pt x="18" y="309"/>
                    <a:pt x="37" y="306"/>
                    <a:pt x="51" y="307"/>
                  </a:cubicBezTo>
                  <a:close/>
                  <a:moveTo>
                    <a:pt x="138" y="157"/>
                  </a:moveTo>
                  <a:cubicBezTo>
                    <a:pt x="141" y="165"/>
                    <a:pt x="144" y="163"/>
                    <a:pt x="141" y="177"/>
                  </a:cubicBezTo>
                  <a:cubicBezTo>
                    <a:pt x="139" y="181"/>
                    <a:pt x="136" y="188"/>
                    <a:pt x="133" y="197"/>
                  </a:cubicBezTo>
                  <a:cubicBezTo>
                    <a:pt x="132" y="202"/>
                    <a:pt x="130" y="202"/>
                    <a:pt x="126" y="202"/>
                  </a:cubicBezTo>
                  <a:cubicBezTo>
                    <a:pt x="123" y="202"/>
                    <a:pt x="122" y="198"/>
                    <a:pt x="122" y="193"/>
                  </a:cubicBezTo>
                  <a:cubicBezTo>
                    <a:pt x="125" y="183"/>
                    <a:pt x="134" y="162"/>
                    <a:pt x="136" y="157"/>
                  </a:cubicBezTo>
                  <a:cubicBezTo>
                    <a:pt x="137" y="154"/>
                    <a:pt x="137" y="155"/>
                    <a:pt x="138" y="157"/>
                  </a:cubicBezTo>
                  <a:close/>
                  <a:moveTo>
                    <a:pt x="187" y="60"/>
                  </a:moveTo>
                  <a:cubicBezTo>
                    <a:pt x="192" y="59"/>
                    <a:pt x="191" y="58"/>
                    <a:pt x="188" y="63"/>
                  </a:cubicBezTo>
                  <a:cubicBezTo>
                    <a:pt x="184" y="71"/>
                    <a:pt x="173" y="91"/>
                    <a:pt x="172" y="91"/>
                  </a:cubicBezTo>
                  <a:cubicBezTo>
                    <a:pt x="168" y="91"/>
                    <a:pt x="169" y="90"/>
                    <a:pt x="165" y="90"/>
                  </a:cubicBezTo>
                  <a:cubicBezTo>
                    <a:pt x="164" y="90"/>
                    <a:pt x="164" y="90"/>
                    <a:pt x="164" y="88"/>
                  </a:cubicBezTo>
                  <a:cubicBezTo>
                    <a:pt x="167" y="84"/>
                    <a:pt x="169" y="73"/>
                    <a:pt x="173" y="69"/>
                  </a:cubicBezTo>
                  <a:cubicBezTo>
                    <a:pt x="177" y="67"/>
                    <a:pt x="181" y="66"/>
                    <a:pt x="183" y="61"/>
                  </a:cubicBezTo>
                  <a:lnTo>
                    <a:pt x="187"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í$ḻîdê">
              <a:extLst>
                <a:ext uri="{FF2B5EF4-FFF2-40B4-BE49-F238E27FC236}">
                  <a16:creationId xmlns:a16="http://schemas.microsoft.com/office/drawing/2014/main" id="{62C269ED-489F-D3D4-846F-A317738FDA4E}"/>
                </a:ext>
              </a:extLst>
            </p:cNvPr>
            <p:cNvSpPr/>
            <p:nvPr/>
          </p:nvSpPr>
          <p:spPr bwMode="auto">
            <a:xfrm>
              <a:off x="6459538" y="2708276"/>
              <a:ext cx="714375" cy="855663"/>
            </a:xfrm>
            <a:custGeom>
              <a:avLst/>
              <a:gdLst>
                <a:gd name="T0" fmla="*/ 81 w 217"/>
                <a:gd name="T1" fmla="*/ 129 h 259"/>
                <a:gd name="T2" fmla="*/ 94 w 217"/>
                <a:gd name="T3" fmla="*/ 123 h 259"/>
                <a:gd name="T4" fmla="*/ 106 w 217"/>
                <a:gd name="T5" fmla="*/ 123 h 259"/>
                <a:gd name="T6" fmla="*/ 137 w 217"/>
                <a:gd name="T7" fmla="*/ 99 h 259"/>
                <a:gd name="T8" fmla="*/ 130 w 217"/>
                <a:gd name="T9" fmla="*/ 120 h 259"/>
                <a:gd name="T10" fmla="*/ 156 w 217"/>
                <a:gd name="T11" fmla="*/ 109 h 259"/>
                <a:gd name="T12" fmla="*/ 173 w 217"/>
                <a:gd name="T13" fmla="*/ 89 h 259"/>
                <a:gd name="T14" fmla="*/ 149 w 217"/>
                <a:gd name="T15" fmla="*/ 77 h 259"/>
                <a:gd name="T16" fmla="*/ 140 w 217"/>
                <a:gd name="T17" fmla="*/ 75 h 259"/>
                <a:gd name="T18" fmla="*/ 100 w 217"/>
                <a:gd name="T19" fmla="*/ 99 h 259"/>
                <a:gd name="T20" fmla="*/ 96 w 217"/>
                <a:gd name="T21" fmla="*/ 80 h 259"/>
                <a:gd name="T22" fmla="*/ 78 w 217"/>
                <a:gd name="T23" fmla="*/ 106 h 259"/>
                <a:gd name="T24" fmla="*/ 58 w 217"/>
                <a:gd name="T25" fmla="*/ 142 h 259"/>
                <a:gd name="T26" fmla="*/ 135 w 217"/>
                <a:gd name="T27" fmla="*/ 57 h 259"/>
                <a:gd name="T28" fmla="*/ 68 w 217"/>
                <a:gd name="T29" fmla="*/ 62 h 259"/>
                <a:gd name="T30" fmla="*/ 97 w 217"/>
                <a:gd name="T31" fmla="*/ 52 h 259"/>
                <a:gd name="T32" fmla="*/ 103 w 217"/>
                <a:gd name="T33" fmla="*/ 17 h 259"/>
                <a:gd name="T34" fmla="*/ 103 w 217"/>
                <a:gd name="T35" fmla="*/ 1 h 259"/>
                <a:gd name="T36" fmla="*/ 143 w 217"/>
                <a:gd name="T37" fmla="*/ 25 h 259"/>
                <a:gd name="T38" fmla="*/ 164 w 217"/>
                <a:gd name="T39" fmla="*/ 22 h 259"/>
                <a:gd name="T40" fmla="*/ 183 w 217"/>
                <a:gd name="T41" fmla="*/ 43 h 259"/>
                <a:gd name="T42" fmla="*/ 137 w 217"/>
                <a:gd name="T43" fmla="*/ 64 h 259"/>
                <a:gd name="T44" fmla="*/ 28 w 217"/>
                <a:gd name="T45" fmla="*/ 257 h 259"/>
                <a:gd name="T46" fmla="*/ 24 w 217"/>
                <a:gd name="T47" fmla="*/ 247 h 259"/>
                <a:gd name="T48" fmla="*/ 99 w 217"/>
                <a:gd name="T49" fmla="*/ 165 h 259"/>
                <a:gd name="T50" fmla="*/ 84 w 217"/>
                <a:gd name="T51" fmla="*/ 134 h 259"/>
                <a:gd name="T52" fmla="*/ 113 w 217"/>
                <a:gd name="T53" fmla="*/ 150 h 259"/>
                <a:gd name="T54" fmla="*/ 124 w 217"/>
                <a:gd name="T55" fmla="*/ 122 h 259"/>
                <a:gd name="T56" fmla="*/ 138 w 217"/>
                <a:gd name="T57" fmla="*/ 131 h 259"/>
                <a:gd name="T58" fmla="*/ 146 w 217"/>
                <a:gd name="T59" fmla="*/ 148 h 259"/>
                <a:gd name="T60" fmla="*/ 133 w 217"/>
                <a:gd name="T61" fmla="*/ 173 h 259"/>
                <a:gd name="T62" fmla="*/ 207 w 217"/>
                <a:gd name="T63" fmla="*/ 236 h 259"/>
                <a:gd name="T64" fmla="*/ 173 w 217"/>
                <a:gd name="T65" fmla="*/ 251 h 259"/>
                <a:gd name="T66" fmla="*/ 136 w 217"/>
                <a:gd name="T67" fmla="*/ 224 h 259"/>
                <a:gd name="T68" fmla="*/ 113 w 217"/>
                <a:gd name="T69" fmla="*/ 194 h 259"/>
                <a:gd name="T70" fmla="*/ 95 w 217"/>
                <a:gd name="T71" fmla="*/ 213 h 259"/>
                <a:gd name="T72" fmla="*/ 28 w 217"/>
                <a:gd name="T73" fmla="*/ 257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7" h="259">
                  <a:moveTo>
                    <a:pt x="64" y="143"/>
                  </a:moveTo>
                  <a:cubicBezTo>
                    <a:pt x="68" y="141"/>
                    <a:pt x="75" y="134"/>
                    <a:pt x="81" y="129"/>
                  </a:cubicBezTo>
                  <a:cubicBezTo>
                    <a:pt x="81" y="128"/>
                    <a:pt x="83" y="129"/>
                    <a:pt x="84" y="129"/>
                  </a:cubicBezTo>
                  <a:cubicBezTo>
                    <a:pt x="88" y="127"/>
                    <a:pt x="91" y="124"/>
                    <a:pt x="94" y="123"/>
                  </a:cubicBezTo>
                  <a:cubicBezTo>
                    <a:pt x="96" y="123"/>
                    <a:pt x="98" y="125"/>
                    <a:pt x="100" y="125"/>
                  </a:cubicBezTo>
                  <a:cubicBezTo>
                    <a:pt x="101" y="126"/>
                    <a:pt x="105" y="124"/>
                    <a:pt x="106" y="123"/>
                  </a:cubicBezTo>
                  <a:cubicBezTo>
                    <a:pt x="113" y="121"/>
                    <a:pt x="114" y="115"/>
                    <a:pt x="121" y="113"/>
                  </a:cubicBezTo>
                  <a:cubicBezTo>
                    <a:pt x="122" y="113"/>
                    <a:pt x="134" y="99"/>
                    <a:pt x="137" y="99"/>
                  </a:cubicBezTo>
                  <a:cubicBezTo>
                    <a:pt x="138" y="99"/>
                    <a:pt x="140" y="102"/>
                    <a:pt x="130" y="112"/>
                  </a:cubicBezTo>
                  <a:cubicBezTo>
                    <a:pt x="128" y="114"/>
                    <a:pt x="128" y="118"/>
                    <a:pt x="130" y="120"/>
                  </a:cubicBezTo>
                  <a:cubicBezTo>
                    <a:pt x="132" y="121"/>
                    <a:pt x="135" y="121"/>
                    <a:pt x="138" y="120"/>
                  </a:cubicBezTo>
                  <a:cubicBezTo>
                    <a:pt x="144" y="117"/>
                    <a:pt x="150" y="112"/>
                    <a:pt x="156" y="109"/>
                  </a:cubicBezTo>
                  <a:cubicBezTo>
                    <a:pt x="162" y="105"/>
                    <a:pt x="168" y="106"/>
                    <a:pt x="173" y="101"/>
                  </a:cubicBezTo>
                  <a:cubicBezTo>
                    <a:pt x="175" y="100"/>
                    <a:pt x="174" y="91"/>
                    <a:pt x="173" y="89"/>
                  </a:cubicBezTo>
                  <a:cubicBezTo>
                    <a:pt x="170" y="86"/>
                    <a:pt x="167" y="86"/>
                    <a:pt x="163" y="83"/>
                  </a:cubicBezTo>
                  <a:cubicBezTo>
                    <a:pt x="160" y="82"/>
                    <a:pt x="153" y="80"/>
                    <a:pt x="149" y="77"/>
                  </a:cubicBezTo>
                  <a:cubicBezTo>
                    <a:pt x="148" y="76"/>
                    <a:pt x="150" y="75"/>
                    <a:pt x="148" y="75"/>
                  </a:cubicBezTo>
                  <a:cubicBezTo>
                    <a:pt x="146" y="74"/>
                    <a:pt x="142" y="73"/>
                    <a:pt x="140" y="75"/>
                  </a:cubicBezTo>
                  <a:cubicBezTo>
                    <a:pt x="126" y="87"/>
                    <a:pt x="115" y="99"/>
                    <a:pt x="108" y="101"/>
                  </a:cubicBezTo>
                  <a:cubicBezTo>
                    <a:pt x="106" y="102"/>
                    <a:pt x="101" y="102"/>
                    <a:pt x="100" y="99"/>
                  </a:cubicBezTo>
                  <a:cubicBezTo>
                    <a:pt x="100" y="93"/>
                    <a:pt x="103" y="89"/>
                    <a:pt x="102" y="84"/>
                  </a:cubicBezTo>
                  <a:cubicBezTo>
                    <a:pt x="101" y="82"/>
                    <a:pt x="97" y="79"/>
                    <a:pt x="96" y="80"/>
                  </a:cubicBezTo>
                  <a:cubicBezTo>
                    <a:pt x="91" y="84"/>
                    <a:pt x="93" y="88"/>
                    <a:pt x="89" y="92"/>
                  </a:cubicBezTo>
                  <a:cubicBezTo>
                    <a:pt x="86" y="97"/>
                    <a:pt x="83" y="103"/>
                    <a:pt x="78" y="106"/>
                  </a:cubicBezTo>
                  <a:cubicBezTo>
                    <a:pt x="74" y="110"/>
                    <a:pt x="54" y="128"/>
                    <a:pt x="56" y="136"/>
                  </a:cubicBezTo>
                  <a:cubicBezTo>
                    <a:pt x="55" y="138"/>
                    <a:pt x="56" y="141"/>
                    <a:pt x="58" y="142"/>
                  </a:cubicBezTo>
                  <a:cubicBezTo>
                    <a:pt x="59" y="143"/>
                    <a:pt x="63" y="144"/>
                    <a:pt x="64" y="143"/>
                  </a:cubicBezTo>
                  <a:close/>
                  <a:moveTo>
                    <a:pt x="135" y="57"/>
                  </a:moveTo>
                  <a:cubicBezTo>
                    <a:pt x="117" y="66"/>
                    <a:pt x="83" y="81"/>
                    <a:pt x="66" y="73"/>
                  </a:cubicBezTo>
                  <a:cubicBezTo>
                    <a:pt x="54" y="63"/>
                    <a:pt x="61" y="60"/>
                    <a:pt x="68" y="62"/>
                  </a:cubicBezTo>
                  <a:cubicBezTo>
                    <a:pt x="71" y="62"/>
                    <a:pt x="72" y="63"/>
                    <a:pt x="74" y="61"/>
                  </a:cubicBezTo>
                  <a:cubicBezTo>
                    <a:pt x="81" y="58"/>
                    <a:pt x="91" y="53"/>
                    <a:pt x="97" y="52"/>
                  </a:cubicBezTo>
                  <a:cubicBezTo>
                    <a:pt x="100" y="50"/>
                    <a:pt x="103" y="48"/>
                    <a:pt x="103" y="46"/>
                  </a:cubicBezTo>
                  <a:cubicBezTo>
                    <a:pt x="106" y="42"/>
                    <a:pt x="104" y="21"/>
                    <a:pt x="103" y="17"/>
                  </a:cubicBezTo>
                  <a:cubicBezTo>
                    <a:pt x="102" y="12"/>
                    <a:pt x="100" y="9"/>
                    <a:pt x="100" y="4"/>
                  </a:cubicBezTo>
                  <a:cubicBezTo>
                    <a:pt x="99" y="3"/>
                    <a:pt x="101" y="0"/>
                    <a:pt x="103" y="1"/>
                  </a:cubicBezTo>
                  <a:cubicBezTo>
                    <a:pt x="116" y="2"/>
                    <a:pt x="125" y="6"/>
                    <a:pt x="137" y="14"/>
                  </a:cubicBezTo>
                  <a:cubicBezTo>
                    <a:pt x="141" y="16"/>
                    <a:pt x="145" y="21"/>
                    <a:pt x="143" y="25"/>
                  </a:cubicBezTo>
                  <a:cubicBezTo>
                    <a:pt x="140" y="29"/>
                    <a:pt x="134" y="36"/>
                    <a:pt x="142" y="32"/>
                  </a:cubicBezTo>
                  <a:cubicBezTo>
                    <a:pt x="149" y="29"/>
                    <a:pt x="157" y="25"/>
                    <a:pt x="164" y="22"/>
                  </a:cubicBezTo>
                  <a:cubicBezTo>
                    <a:pt x="172" y="21"/>
                    <a:pt x="181" y="25"/>
                    <a:pt x="188" y="28"/>
                  </a:cubicBezTo>
                  <a:cubicBezTo>
                    <a:pt x="199" y="37"/>
                    <a:pt x="190" y="42"/>
                    <a:pt x="183" y="43"/>
                  </a:cubicBezTo>
                  <a:cubicBezTo>
                    <a:pt x="176" y="45"/>
                    <a:pt x="171" y="48"/>
                    <a:pt x="165" y="50"/>
                  </a:cubicBezTo>
                  <a:cubicBezTo>
                    <a:pt x="155" y="54"/>
                    <a:pt x="147" y="61"/>
                    <a:pt x="137" y="64"/>
                  </a:cubicBezTo>
                  <a:cubicBezTo>
                    <a:pt x="135" y="64"/>
                    <a:pt x="137" y="57"/>
                    <a:pt x="135" y="57"/>
                  </a:cubicBezTo>
                  <a:close/>
                  <a:moveTo>
                    <a:pt x="28" y="257"/>
                  </a:moveTo>
                  <a:cubicBezTo>
                    <a:pt x="23" y="259"/>
                    <a:pt x="0" y="259"/>
                    <a:pt x="12" y="252"/>
                  </a:cubicBezTo>
                  <a:cubicBezTo>
                    <a:pt x="15" y="249"/>
                    <a:pt x="20" y="249"/>
                    <a:pt x="24" y="247"/>
                  </a:cubicBezTo>
                  <a:cubicBezTo>
                    <a:pt x="57" y="230"/>
                    <a:pt x="79" y="202"/>
                    <a:pt x="100" y="176"/>
                  </a:cubicBezTo>
                  <a:cubicBezTo>
                    <a:pt x="103" y="172"/>
                    <a:pt x="102" y="170"/>
                    <a:pt x="99" y="165"/>
                  </a:cubicBezTo>
                  <a:cubicBezTo>
                    <a:pt x="92" y="154"/>
                    <a:pt x="85" y="148"/>
                    <a:pt x="78" y="140"/>
                  </a:cubicBezTo>
                  <a:cubicBezTo>
                    <a:pt x="73" y="135"/>
                    <a:pt x="80" y="132"/>
                    <a:pt x="84" y="134"/>
                  </a:cubicBezTo>
                  <a:cubicBezTo>
                    <a:pt x="91" y="139"/>
                    <a:pt x="102" y="147"/>
                    <a:pt x="108" y="152"/>
                  </a:cubicBezTo>
                  <a:cubicBezTo>
                    <a:pt x="112" y="155"/>
                    <a:pt x="111" y="155"/>
                    <a:pt x="113" y="150"/>
                  </a:cubicBezTo>
                  <a:cubicBezTo>
                    <a:pt x="117" y="142"/>
                    <a:pt x="120" y="133"/>
                    <a:pt x="119" y="125"/>
                  </a:cubicBezTo>
                  <a:cubicBezTo>
                    <a:pt x="121" y="122"/>
                    <a:pt x="121" y="122"/>
                    <a:pt x="124" y="122"/>
                  </a:cubicBezTo>
                  <a:cubicBezTo>
                    <a:pt x="127" y="122"/>
                    <a:pt x="127" y="122"/>
                    <a:pt x="130" y="124"/>
                  </a:cubicBezTo>
                  <a:cubicBezTo>
                    <a:pt x="132" y="126"/>
                    <a:pt x="135" y="128"/>
                    <a:pt x="138" y="131"/>
                  </a:cubicBezTo>
                  <a:cubicBezTo>
                    <a:pt x="140" y="133"/>
                    <a:pt x="142" y="135"/>
                    <a:pt x="144" y="138"/>
                  </a:cubicBezTo>
                  <a:cubicBezTo>
                    <a:pt x="148" y="142"/>
                    <a:pt x="148" y="142"/>
                    <a:pt x="146" y="148"/>
                  </a:cubicBezTo>
                  <a:cubicBezTo>
                    <a:pt x="143" y="156"/>
                    <a:pt x="136" y="162"/>
                    <a:pt x="132" y="168"/>
                  </a:cubicBezTo>
                  <a:cubicBezTo>
                    <a:pt x="129" y="172"/>
                    <a:pt x="131" y="171"/>
                    <a:pt x="133" y="173"/>
                  </a:cubicBezTo>
                  <a:cubicBezTo>
                    <a:pt x="143" y="182"/>
                    <a:pt x="155" y="198"/>
                    <a:pt x="166" y="209"/>
                  </a:cubicBezTo>
                  <a:cubicBezTo>
                    <a:pt x="180" y="222"/>
                    <a:pt x="197" y="233"/>
                    <a:pt x="207" y="236"/>
                  </a:cubicBezTo>
                  <a:cubicBezTo>
                    <a:pt x="217" y="239"/>
                    <a:pt x="215" y="245"/>
                    <a:pt x="210" y="245"/>
                  </a:cubicBezTo>
                  <a:cubicBezTo>
                    <a:pt x="200" y="246"/>
                    <a:pt x="182" y="249"/>
                    <a:pt x="173" y="251"/>
                  </a:cubicBezTo>
                  <a:cubicBezTo>
                    <a:pt x="166" y="253"/>
                    <a:pt x="163" y="249"/>
                    <a:pt x="158" y="247"/>
                  </a:cubicBezTo>
                  <a:cubicBezTo>
                    <a:pt x="150" y="241"/>
                    <a:pt x="142" y="234"/>
                    <a:pt x="136" y="224"/>
                  </a:cubicBezTo>
                  <a:cubicBezTo>
                    <a:pt x="130" y="214"/>
                    <a:pt x="124" y="204"/>
                    <a:pt x="118" y="194"/>
                  </a:cubicBezTo>
                  <a:cubicBezTo>
                    <a:pt x="115" y="191"/>
                    <a:pt x="116" y="191"/>
                    <a:pt x="113" y="194"/>
                  </a:cubicBezTo>
                  <a:cubicBezTo>
                    <a:pt x="111" y="196"/>
                    <a:pt x="109" y="201"/>
                    <a:pt x="106" y="203"/>
                  </a:cubicBezTo>
                  <a:cubicBezTo>
                    <a:pt x="103" y="205"/>
                    <a:pt x="99" y="209"/>
                    <a:pt x="95" y="213"/>
                  </a:cubicBezTo>
                  <a:cubicBezTo>
                    <a:pt x="88" y="219"/>
                    <a:pt x="82" y="226"/>
                    <a:pt x="74" y="232"/>
                  </a:cubicBezTo>
                  <a:cubicBezTo>
                    <a:pt x="55" y="248"/>
                    <a:pt x="38" y="254"/>
                    <a:pt x="28" y="2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ï$1íḋe">
              <a:extLst>
                <a:ext uri="{FF2B5EF4-FFF2-40B4-BE49-F238E27FC236}">
                  <a16:creationId xmlns:a16="http://schemas.microsoft.com/office/drawing/2014/main" id="{28471773-68AF-4CB4-17B2-E50A1575D8B0}"/>
                </a:ext>
              </a:extLst>
            </p:cNvPr>
            <p:cNvSpPr/>
            <p:nvPr/>
          </p:nvSpPr>
          <p:spPr bwMode="auto">
            <a:xfrm>
              <a:off x="7197725" y="2711451"/>
              <a:ext cx="666750" cy="866775"/>
            </a:xfrm>
            <a:custGeom>
              <a:avLst/>
              <a:gdLst>
                <a:gd name="T0" fmla="*/ 45 w 202"/>
                <a:gd name="T1" fmla="*/ 155 h 262"/>
                <a:gd name="T2" fmla="*/ 14 w 202"/>
                <a:gd name="T3" fmla="*/ 126 h 262"/>
                <a:gd name="T4" fmla="*/ 20 w 202"/>
                <a:gd name="T5" fmla="*/ 149 h 262"/>
                <a:gd name="T6" fmla="*/ 37 w 202"/>
                <a:gd name="T7" fmla="*/ 169 h 262"/>
                <a:gd name="T8" fmla="*/ 114 w 202"/>
                <a:gd name="T9" fmla="*/ 143 h 262"/>
                <a:gd name="T10" fmla="*/ 117 w 202"/>
                <a:gd name="T11" fmla="*/ 141 h 262"/>
                <a:gd name="T12" fmla="*/ 115 w 202"/>
                <a:gd name="T13" fmla="*/ 137 h 262"/>
                <a:gd name="T14" fmla="*/ 91 w 202"/>
                <a:gd name="T15" fmla="*/ 121 h 262"/>
                <a:gd name="T16" fmla="*/ 103 w 202"/>
                <a:gd name="T17" fmla="*/ 122 h 262"/>
                <a:gd name="T18" fmla="*/ 91 w 202"/>
                <a:gd name="T19" fmla="*/ 121 h 262"/>
                <a:gd name="T20" fmla="*/ 5 w 202"/>
                <a:gd name="T21" fmla="*/ 211 h 262"/>
                <a:gd name="T22" fmla="*/ 40 w 202"/>
                <a:gd name="T23" fmla="*/ 221 h 262"/>
                <a:gd name="T24" fmla="*/ 110 w 202"/>
                <a:gd name="T25" fmla="*/ 247 h 262"/>
                <a:gd name="T26" fmla="*/ 143 w 202"/>
                <a:gd name="T27" fmla="*/ 259 h 262"/>
                <a:gd name="T28" fmla="*/ 175 w 202"/>
                <a:gd name="T29" fmla="*/ 242 h 262"/>
                <a:gd name="T30" fmla="*/ 193 w 202"/>
                <a:gd name="T31" fmla="*/ 223 h 262"/>
                <a:gd name="T32" fmla="*/ 119 w 202"/>
                <a:gd name="T33" fmla="*/ 224 h 262"/>
                <a:gd name="T34" fmla="*/ 45 w 202"/>
                <a:gd name="T35" fmla="*/ 207 h 262"/>
                <a:gd name="T36" fmla="*/ 53 w 202"/>
                <a:gd name="T37" fmla="*/ 193 h 262"/>
                <a:gd name="T38" fmla="*/ 30 w 202"/>
                <a:gd name="T39" fmla="*/ 181 h 262"/>
                <a:gd name="T40" fmla="*/ 38 w 202"/>
                <a:gd name="T41" fmla="*/ 195 h 262"/>
                <a:gd name="T42" fmla="*/ 32 w 202"/>
                <a:gd name="T43" fmla="*/ 205 h 262"/>
                <a:gd name="T44" fmla="*/ 114 w 202"/>
                <a:gd name="T45" fmla="*/ 57 h 262"/>
                <a:gd name="T46" fmla="*/ 118 w 202"/>
                <a:gd name="T47" fmla="*/ 66 h 262"/>
                <a:gd name="T48" fmla="*/ 104 w 202"/>
                <a:gd name="T49" fmla="*/ 83 h 262"/>
                <a:gd name="T50" fmla="*/ 151 w 202"/>
                <a:gd name="T51" fmla="*/ 61 h 262"/>
                <a:gd name="T52" fmla="*/ 162 w 202"/>
                <a:gd name="T53" fmla="*/ 10 h 262"/>
                <a:gd name="T54" fmla="*/ 145 w 202"/>
                <a:gd name="T55" fmla="*/ 2 h 262"/>
                <a:gd name="T56" fmla="*/ 103 w 202"/>
                <a:gd name="T57" fmla="*/ 29 h 262"/>
                <a:gd name="T58" fmla="*/ 37 w 202"/>
                <a:gd name="T59" fmla="*/ 67 h 262"/>
                <a:gd name="T60" fmla="*/ 61 w 202"/>
                <a:gd name="T61" fmla="*/ 82 h 262"/>
                <a:gd name="T62" fmla="*/ 130 w 202"/>
                <a:gd name="T63" fmla="*/ 26 h 262"/>
                <a:gd name="T64" fmla="*/ 114 w 202"/>
                <a:gd name="T65" fmla="*/ 57 h 262"/>
                <a:gd name="T66" fmla="*/ 128 w 202"/>
                <a:gd name="T67" fmla="*/ 91 h 262"/>
                <a:gd name="T68" fmla="*/ 136 w 202"/>
                <a:gd name="T69" fmla="*/ 108 h 262"/>
                <a:gd name="T70" fmla="*/ 133 w 202"/>
                <a:gd name="T71" fmla="*/ 191 h 262"/>
                <a:gd name="T72" fmla="*/ 118 w 202"/>
                <a:gd name="T73" fmla="*/ 194 h 262"/>
                <a:gd name="T74" fmla="*/ 118 w 202"/>
                <a:gd name="T75" fmla="*/ 170 h 262"/>
                <a:gd name="T76" fmla="*/ 116 w 202"/>
                <a:gd name="T77" fmla="*/ 158 h 262"/>
                <a:gd name="T78" fmla="*/ 128 w 202"/>
                <a:gd name="T79" fmla="*/ 145 h 262"/>
                <a:gd name="T80" fmla="*/ 116 w 202"/>
                <a:gd name="T81" fmla="*/ 123 h 262"/>
                <a:gd name="T82" fmla="*/ 113 w 202"/>
                <a:gd name="T83" fmla="*/ 107 h 262"/>
                <a:gd name="T84" fmla="*/ 112 w 202"/>
                <a:gd name="T85" fmla="*/ 101 h 262"/>
                <a:gd name="T86" fmla="*/ 154 w 202"/>
                <a:gd name="T87" fmla="*/ 119 h 262"/>
                <a:gd name="T88" fmla="*/ 135 w 202"/>
                <a:gd name="T89" fmla="*/ 215 h 262"/>
                <a:gd name="T90" fmla="*/ 113 w 202"/>
                <a:gd name="T91" fmla="*/ 200 h 262"/>
                <a:gd name="T92" fmla="*/ 101 w 202"/>
                <a:gd name="T93" fmla="*/ 192 h 262"/>
                <a:gd name="T94" fmla="*/ 100 w 202"/>
                <a:gd name="T95" fmla="*/ 165 h 262"/>
                <a:gd name="T96" fmla="*/ 93 w 202"/>
                <a:gd name="T97" fmla="*/ 166 h 262"/>
                <a:gd name="T98" fmla="*/ 95 w 202"/>
                <a:gd name="T99" fmla="*/ 143 h 262"/>
                <a:gd name="T100" fmla="*/ 89 w 202"/>
                <a:gd name="T101" fmla="*/ 128 h 262"/>
                <a:gd name="T102" fmla="*/ 81 w 202"/>
                <a:gd name="T103" fmla="*/ 135 h 262"/>
                <a:gd name="T104" fmla="*/ 86 w 202"/>
                <a:gd name="T105" fmla="*/ 169 h 262"/>
                <a:gd name="T106" fmla="*/ 76 w 202"/>
                <a:gd name="T107" fmla="*/ 191 h 262"/>
                <a:gd name="T108" fmla="*/ 61 w 202"/>
                <a:gd name="T109" fmla="*/ 170 h 262"/>
                <a:gd name="T110" fmla="*/ 66 w 202"/>
                <a:gd name="T111" fmla="*/ 141 h 262"/>
                <a:gd name="T112" fmla="*/ 71 w 202"/>
                <a:gd name="T113" fmla="*/ 109 h 262"/>
                <a:gd name="T114" fmla="*/ 74 w 202"/>
                <a:gd name="T115" fmla="*/ 102 h 262"/>
                <a:gd name="T116" fmla="*/ 78 w 202"/>
                <a:gd name="T117" fmla="*/ 118 h 262"/>
                <a:gd name="T118" fmla="*/ 96 w 202"/>
                <a:gd name="T119" fmla="*/ 100 h 262"/>
                <a:gd name="T120" fmla="*/ 146 w 202"/>
                <a:gd name="T121" fmla="*/ 78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262">
                  <a:moveTo>
                    <a:pt x="37" y="169"/>
                  </a:moveTo>
                  <a:cubicBezTo>
                    <a:pt x="43" y="169"/>
                    <a:pt x="45" y="160"/>
                    <a:pt x="45" y="155"/>
                  </a:cubicBezTo>
                  <a:cubicBezTo>
                    <a:pt x="46" y="147"/>
                    <a:pt x="44" y="145"/>
                    <a:pt x="40" y="142"/>
                  </a:cubicBezTo>
                  <a:cubicBezTo>
                    <a:pt x="32" y="135"/>
                    <a:pt x="26" y="126"/>
                    <a:pt x="14" y="126"/>
                  </a:cubicBezTo>
                  <a:cubicBezTo>
                    <a:pt x="11" y="126"/>
                    <a:pt x="10" y="127"/>
                    <a:pt x="11" y="130"/>
                  </a:cubicBezTo>
                  <a:cubicBezTo>
                    <a:pt x="13" y="134"/>
                    <a:pt x="19" y="146"/>
                    <a:pt x="20" y="149"/>
                  </a:cubicBezTo>
                  <a:cubicBezTo>
                    <a:pt x="23" y="155"/>
                    <a:pt x="24" y="169"/>
                    <a:pt x="30" y="169"/>
                  </a:cubicBezTo>
                  <a:cubicBezTo>
                    <a:pt x="33" y="169"/>
                    <a:pt x="35" y="169"/>
                    <a:pt x="37" y="169"/>
                  </a:cubicBezTo>
                  <a:close/>
                  <a:moveTo>
                    <a:pt x="114" y="138"/>
                  </a:moveTo>
                  <a:cubicBezTo>
                    <a:pt x="114" y="140"/>
                    <a:pt x="114" y="141"/>
                    <a:pt x="114" y="143"/>
                  </a:cubicBezTo>
                  <a:cubicBezTo>
                    <a:pt x="114" y="144"/>
                    <a:pt x="114" y="144"/>
                    <a:pt x="116" y="143"/>
                  </a:cubicBezTo>
                  <a:cubicBezTo>
                    <a:pt x="116" y="142"/>
                    <a:pt x="117" y="141"/>
                    <a:pt x="117" y="141"/>
                  </a:cubicBezTo>
                  <a:cubicBezTo>
                    <a:pt x="118" y="140"/>
                    <a:pt x="118" y="140"/>
                    <a:pt x="117" y="139"/>
                  </a:cubicBezTo>
                  <a:cubicBezTo>
                    <a:pt x="116" y="138"/>
                    <a:pt x="116" y="138"/>
                    <a:pt x="115" y="137"/>
                  </a:cubicBezTo>
                  <a:cubicBezTo>
                    <a:pt x="114" y="137"/>
                    <a:pt x="114" y="137"/>
                    <a:pt x="114" y="138"/>
                  </a:cubicBezTo>
                  <a:close/>
                  <a:moveTo>
                    <a:pt x="91" y="121"/>
                  </a:moveTo>
                  <a:cubicBezTo>
                    <a:pt x="94" y="118"/>
                    <a:pt x="97" y="116"/>
                    <a:pt x="100" y="113"/>
                  </a:cubicBezTo>
                  <a:cubicBezTo>
                    <a:pt x="101" y="116"/>
                    <a:pt x="102" y="119"/>
                    <a:pt x="103" y="122"/>
                  </a:cubicBezTo>
                  <a:cubicBezTo>
                    <a:pt x="103" y="123"/>
                    <a:pt x="103" y="125"/>
                    <a:pt x="101" y="123"/>
                  </a:cubicBezTo>
                  <a:cubicBezTo>
                    <a:pt x="96" y="123"/>
                    <a:pt x="91" y="122"/>
                    <a:pt x="91" y="121"/>
                  </a:cubicBezTo>
                  <a:close/>
                  <a:moveTo>
                    <a:pt x="8" y="205"/>
                  </a:moveTo>
                  <a:cubicBezTo>
                    <a:pt x="4" y="205"/>
                    <a:pt x="0" y="209"/>
                    <a:pt x="5" y="211"/>
                  </a:cubicBezTo>
                  <a:cubicBezTo>
                    <a:pt x="11" y="214"/>
                    <a:pt x="15" y="211"/>
                    <a:pt x="23" y="214"/>
                  </a:cubicBezTo>
                  <a:cubicBezTo>
                    <a:pt x="30" y="216"/>
                    <a:pt x="33" y="219"/>
                    <a:pt x="40" y="221"/>
                  </a:cubicBezTo>
                  <a:cubicBezTo>
                    <a:pt x="52" y="225"/>
                    <a:pt x="63" y="229"/>
                    <a:pt x="76" y="233"/>
                  </a:cubicBezTo>
                  <a:cubicBezTo>
                    <a:pt x="89" y="238"/>
                    <a:pt x="98" y="242"/>
                    <a:pt x="110" y="247"/>
                  </a:cubicBezTo>
                  <a:cubicBezTo>
                    <a:pt x="121" y="252"/>
                    <a:pt x="131" y="261"/>
                    <a:pt x="143" y="262"/>
                  </a:cubicBezTo>
                  <a:cubicBezTo>
                    <a:pt x="143" y="261"/>
                    <a:pt x="143" y="260"/>
                    <a:pt x="143" y="259"/>
                  </a:cubicBezTo>
                  <a:cubicBezTo>
                    <a:pt x="145" y="259"/>
                    <a:pt x="146" y="259"/>
                    <a:pt x="148" y="259"/>
                  </a:cubicBezTo>
                  <a:cubicBezTo>
                    <a:pt x="148" y="259"/>
                    <a:pt x="172" y="244"/>
                    <a:pt x="175" y="242"/>
                  </a:cubicBezTo>
                  <a:cubicBezTo>
                    <a:pt x="181" y="239"/>
                    <a:pt x="193" y="235"/>
                    <a:pt x="199" y="229"/>
                  </a:cubicBezTo>
                  <a:cubicBezTo>
                    <a:pt x="202" y="224"/>
                    <a:pt x="198" y="223"/>
                    <a:pt x="193" y="223"/>
                  </a:cubicBezTo>
                  <a:cubicBezTo>
                    <a:pt x="183" y="225"/>
                    <a:pt x="172" y="230"/>
                    <a:pt x="159" y="230"/>
                  </a:cubicBezTo>
                  <a:cubicBezTo>
                    <a:pt x="146" y="230"/>
                    <a:pt x="130" y="226"/>
                    <a:pt x="119" y="224"/>
                  </a:cubicBezTo>
                  <a:cubicBezTo>
                    <a:pt x="107" y="222"/>
                    <a:pt x="90" y="220"/>
                    <a:pt x="80" y="217"/>
                  </a:cubicBezTo>
                  <a:cubicBezTo>
                    <a:pt x="70" y="215"/>
                    <a:pt x="54" y="208"/>
                    <a:pt x="45" y="207"/>
                  </a:cubicBezTo>
                  <a:cubicBezTo>
                    <a:pt x="43" y="208"/>
                    <a:pt x="43" y="205"/>
                    <a:pt x="44" y="205"/>
                  </a:cubicBezTo>
                  <a:cubicBezTo>
                    <a:pt x="47" y="204"/>
                    <a:pt x="53" y="199"/>
                    <a:pt x="53" y="193"/>
                  </a:cubicBezTo>
                  <a:cubicBezTo>
                    <a:pt x="53" y="192"/>
                    <a:pt x="53" y="191"/>
                    <a:pt x="53" y="190"/>
                  </a:cubicBezTo>
                  <a:cubicBezTo>
                    <a:pt x="52" y="180"/>
                    <a:pt x="31" y="173"/>
                    <a:pt x="30" y="181"/>
                  </a:cubicBezTo>
                  <a:cubicBezTo>
                    <a:pt x="30" y="182"/>
                    <a:pt x="30" y="183"/>
                    <a:pt x="30" y="184"/>
                  </a:cubicBezTo>
                  <a:cubicBezTo>
                    <a:pt x="30" y="189"/>
                    <a:pt x="38" y="191"/>
                    <a:pt x="38" y="195"/>
                  </a:cubicBezTo>
                  <a:cubicBezTo>
                    <a:pt x="38" y="197"/>
                    <a:pt x="38" y="198"/>
                    <a:pt x="38" y="200"/>
                  </a:cubicBezTo>
                  <a:cubicBezTo>
                    <a:pt x="38" y="203"/>
                    <a:pt x="35" y="205"/>
                    <a:pt x="32" y="205"/>
                  </a:cubicBezTo>
                  <a:cubicBezTo>
                    <a:pt x="23" y="204"/>
                    <a:pt x="17" y="204"/>
                    <a:pt x="8" y="205"/>
                  </a:cubicBezTo>
                  <a:close/>
                  <a:moveTo>
                    <a:pt x="114" y="57"/>
                  </a:moveTo>
                  <a:cubicBezTo>
                    <a:pt x="114" y="60"/>
                    <a:pt x="116" y="60"/>
                    <a:pt x="118" y="62"/>
                  </a:cubicBezTo>
                  <a:cubicBezTo>
                    <a:pt x="120" y="63"/>
                    <a:pt x="120" y="64"/>
                    <a:pt x="118" y="66"/>
                  </a:cubicBezTo>
                  <a:cubicBezTo>
                    <a:pt x="113" y="71"/>
                    <a:pt x="103" y="74"/>
                    <a:pt x="100" y="80"/>
                  </a:cubicBezTo>
                  <a:cubicBezTo>
                    <a:pt x="98" y="83"/>
                    <a:pt x="102" y="83"/>
                    <a:pt x="104" y="83"/>
                  </a:cubicBezTo>
                  <a:cubicBezTo>
                    <a:pt x="114" y="79"/>
                    <a:pt x="121" y="75"/>
                    <a:pt x="129" y="73"/>
                  </a:cubicBezTo>
                  <a:cubicBezTo>
                    <a:pt x="136" y="72"/>
                    <a:pt x="151" y="73"/>
                    <a:pt x="151" y="61"/>
                  </a:cubicBezTo>
                  <a:cubicBezTo>
                    <a:pt x="151" y="53"/>
                    <a:pt x="143" y="51"/>
                    <a:pt x="140" y="46"/>
                  </a:cubicBezTo>
                  <a:cubicBezTo>
                    <a:pt x="145" y="38"/>
                    <a:pt x="162" y="21"/>
                    <a:pt x="162" y="10"/>
                  </a:cubicBezTo>
                  <a:cubicBezTo>
                    <a:pt x="162" y="10"/>
                    <a:pt x="162" y="9"/>
                    <a:pt x="162" y="9"/>
                  </a:cubicBezTo>
                  <a:cubicBezTo>
                    <a:pt x="162" y="5"/>
                    <a:pt x="150" y="3"/>
                    <a:pt x="145" y="2"/>
                  </a:cubicBezTo>
                  <a:cubicBezTo>
                    <a:pt x="137" y="0"/>
                    <a:pt x="136" y="4"/>
                    <a:pt x="131" y="8"/>
                  </a:cubicBezTo>
                  <a:cubicBezTo>
                    <a:pt x="121" y="15"/>
                    <a:pt x="112" y="22"/>
                    <a:pt x="103" y="29"/>
                  </a:cubicBezTo>
                  <a:cubicBezTo>
                    <a:pt x="92" y="37"/>
                    <a:pt x="57" y="57"/>
                    <a:pt x="40" y="63"/>
                  </a:cubicBezTo>
                  <a:cubicBezTo>
                    <a:pt x="37" y="64"/>
                    <a:pt x="37" y="63"/>
                    <a:pt x="37" y="67"/>
                  </a:cubicBezTo>
                  <a:cubicBezTo>
                    <a:pt x="37" y="71"/>
                    <a:pt x="36" y="72"/>
                    <a:pt x="41" y="74"/>
                  </a:cubicBezTo>
                  <a:cubicBezTo>
                    <a:pt x="47" y="77"/>
                    <a:pt x="56" y="82"/>
                    <a:pt x="61" y="82"/>
                  </a:cubicBezTo>
                  <a:cubicBezTo>
                    <a:pt x="62" y="82"/>
                    <a:pt x="64" y="82"/>
                    <a:pt x="65" y="82"/>
                  </a:cubicBezTo>
                  <a:cubicBezTo>
                    <a:pt x="71" y="82"/>
                    <a:pt x="120" y="34"/>
                    <a:pt x="130" y="26"/>
                  </a:cubicBezTo>
                  <a:cubicBezTo>
                    <a:pt x="135" y="29"/>
                    <a:pt x="115" y="43"/>
                    <a:pt x="114" y="54"/>
                  </a:cubicBezTo>
                  <a:cubicBezTo>
                    <a:pt x="114" y="55"/>
                    <a:pt x="114" y="56"/>
                    <a:pt x="114" y="57"/>
                  </a:cubicBezTo>
                  <a:close/>
                  <a:moveTo>
                    <a:pt x="112" y="101"/>
                  </a:moveTo>
                  <a:cubicBezTo>
                    <a:pt x="115" y="97"/>
                    <a:pt x="122" y="91"/>
                    <a:pt x="128" y="91"/>
                  </a:cubicBezTo>
                  <a:cubicBezTo>
                    <a:pt x="129" y="91"/>
                    <a:pt x="129" y="91"/>
                    <a:pt x="129" y="91"/>
                  </a:cubicBezTo>
                  <a:cubicBezTo>
                    <a:pt x="135" y="91"/>
                    <a:pt x="136" y="102"/>
                    <a:pt x="136" y="108"/>
                  </a:cubicBezTo>
                  <a:cubicBezTo>
                    <a:pt x="136" y="130"/>
                    <a:pt x="136" y="153"/>
                    <a:pt x="136" y="175"/>
                  </a:cubicBezTo>
                  <a:cubicBezTo>
                    <a:pt x="136" y="181"/>
                    <a:pt x="135" y="186"/>
                    <a:pt x="133" y="191"/>
                  </a:cubicBezTo>
                  <a:cubicBezTo>
                    <a:pt x="132" y="194"/>
                    <a:pt x="132" y="194"/>
                    <a:pt x="129" y="194"/>
                  </a:cubicBezTo>
                  <a:cubicBezTo>
                    <a:pt x="125" y="194"/>
                    <a:pt x="121" y="195"/>
                    <a:pt x="118" y="194"/>
                  </a:cubicBezTo>
                  <a:cubicBezTo>
                    <a:pt x="116" y="194"/>
                    <a:pt x="116" y="194"/>
                    <a:pt x="117" y="191"/>
                  </a:cubicBezTo>
                  <a:cubicBezTo>
                    <a:pt x="118" y="185"/>
                    <a:pt x="118" y="177"/>
                    <a:pt x="118" y="170"/>
                  </a:cubicBezTo>
                  <a:cubicBezTo>
                    <a:pt x="118" y="167"/>
                    <a:pt x="116" y="167"/>
                    <a:pt x="116" y="165"/>
                  </a:cubicBezTo>
                  <a:cubicBezTo>
                    <a:pt x="116" y="163"/>
                    <a:pt x="116" y="160"/>
                    <a:pt x="116" y="158"/>
                  </a:cubicBezTo>
                  <a:cubicBezTo>
                    <a:pt x="116" y="156"/>
                    <a:pt x="117" y="157"/>
                    <a:pt x="119" y="155"/>
                  </a:cubicBezTo>
                  <a:cubicBezTo>
                    <a:pt x="122" y="153"/>
                    <a:pt x="128" y="146"/>
                    <a:pt x="128" y="145"/>
                  </a:cubicBezTo>
                  <a:cubicBezTo>
                    <a:pt x="128" y="142"/>
                    <a:pt x="128" y="140"/>
                    <a:pt x="128" y="137"/>
                  </a:cubicBezTo>
                  <a:cubicBezTo>
                    <a:pt x="128" y="129"/>
                    <a:pt x="121" y="126"/>
                    <a:pt x="116" y="123"/>
                  </a:cubicBezTo>
                  <a:cubicBezTo>
                    <a:pt x="114" y="122"/>
                    <a:pt x="114" y="122"/>
                    <a:pt x="114" y="120"/>
                  </a:cubicBezTo>
                  <a:cubicBezTo>
                    <a:pt x="114" y="116"/>
                    <a:pt x="113" y="111"/>
                    <a:pt x="113" y="107"/>
                  </a:cubicBezTo>
                  <a:cubicBezTo>
                    <a:pt x="113" y="105"/>
                    <a:pt x="113" y="105"/>
                    <a:pt x="112" y="103"/>
                  </a:cubicBezTo>
                  <a:cubicBezTo>
                    <a:pt x="111" y="102"/>
                    <a:pt x="111" y="102"/>
                    <a:pt x="112" y="101"/>
                  </a:cubicBezTo>
                  <a:close/>
                  <a:moveTo>
                    <a:pt x="146" y="78"/>
                  </a:moveTo>
                  <a:cubicBezTo>
                    <a:pt x="151" y="83"/>
                    <a:pt x="153" y="102"/>
                    <a:pt x="154" y="119"/>
                  </a:cubicBezTo>
                  <a:cubicBezTo>
                    <a:pt x="154" y="140"/>
                    <a:pt x="154" y="154"/>
                    <a:pt x="154" y="172"/>
                  </a:cubicBezTo>
                  <a:cubicBezTo>
                    <a:pt x="154" y="189"/>
                    <a:pt x="152" y="215"/>
                    <a:pt x="135" y="215"/>
                  </a:cubicBezTo>
                  <a:cubicBezTo>
                    <a:pt x="135" y="215"/>
                    <a:pt x="135" y="215"/>
                    <a:pt x="134" y="215"/>
                  </a:cubicBezTo>
                  <a:cubicBezTo>
                    <a:pt x="124" y="215"/>
                    <a:pt x="119" y="205"/>
                    <a:pt x="113" y="200"/>
                  </a:cubicBezTo>
                  <a:cubicBezTo>
                    <a:pt x="112" y="198"/>
                    <a:pt x="111" y="200"/>
                    <a:pt x="109" y="200"/>
                  </a:cubicBezTo>
                  <a:cubicBezTo>
                    <a:pt x="104" y="199"/>
                    <a:pt x="101" y="197"/>
                    <a:pt x="101" y="192"/>
                  </a:cubicBezTo>
                  <a:cubicBezTo>
                    <a:pt x="100" y="183"/>
                    <a:pt x="101" y="176"/>
                    <a:pt x="102" y="167"/>
                  </a:cubicBezTo>
                  <a:cubicBezTo>
                    <a:pt x="103" y="165"/>
                    <a:pt x="103" y="165"/>
                    <a:pt x="100" y="165"/>
                  </a:cubicBezTo>
                  <a:cubicBezTo>
                    <a:pt x="99" y="166"/>
                    <a:pt x="98" y="166"/>
                    <a:pt x="95" y="166"/>
                  </a:cubicBezTo>
                  <a:cubicBezTo>
                    <a:pt x="94" y="166"/>
                    <a:pt x="94" y="166"/>
                    <a:pt x="93" y="166"/>
                  </a:cubicBezTo>
                  <a:cubicBezTo>
                    <a:pt x="89" y="166"/>
                    <a:pt x="88" y="163"/>
                    <a:pt x="88" y="159"/>
                  </a:cubicBezTo>
                  <a:cubicBezTo>
                    <a:pt x="88" y="152"/>
                    <a:pt x="95" y="150"/>
                    <a:pt x="95" y="143"/>
                  </a:cubicBezTo>
                  <a:cubicBezTo>
                    <a:pt x="95" y="141"/>
                    <a:pt x="95" y="138"/>
                    <a:pt x="95" y="136"/>
                  </a:cubicBezTo>
                  <a:cubicBezTo>
                    <a:pt x="95" y="132"/>
                    <a:pt x="92" y="130"/>
                    <a:pt x="89" y="128"/>
                  </a:cubicBezTo>
                  <a:cubicBezTo>
                    <a:pt x="86" y="127"/>
                    <a:pt x="86" y="127"/>
                    <a:pt x="84" y="130"/>
                  </a:cubicBezTo>
                  <a:cubicBezTo>
                    <a:pt x="83" y="132"/>
                    <a:pt x="81" y="133"/>
                    <a:pt x="81" y="135"/>
                  </a:cubicBezTo>
                  <a:cubicBezTo>
                    <a:pt x="81" y="135"/>
                    <a:pt x="81" y="136"/>
                    <a:pt x="81" y="137"/>
                  </a:cubicBezTo>
                  <a:cubicBezTo>
                    <a:pt x="81" y="147"/>
                    <a:pt x="86" y="156"/>
                    <a:pt x="86" y="169"/>
                  </a:cubicBezTo>
                  <a:cubicBezTo>
                    <a:pt x="86" y="172"/>
                    <a:pt x="86" y="175"/>
                    <a:pt x="86" y="178"/>
                  </a:cubicBezTo>
                  <a:cubicBezTo>
                    <a:pt x="86" y="184"/>
                    <a:pt x="82" y="190"/>
                    <a:pt x="76" y="191"/>
                  </a:cubicBezTo>
                  <a:cubicBezTo>
                    <a:pt x="75" y="191"/>
                    <a:pt x="73" y="191"/>
                    <a:pt x="72" y="191"/>
                  </a:cubicBezTo>
                  <a:cubicBezTo>
                    <a:pt x="62" y="191"/>
                    <a:pt x="61" y="179"/>
                    <a:pt x="61" y="170"/>
                  </a:cubicBezTo>
                  <a:cubicBezTo>
                    <a:pt x="61" y="164"/>
                    <a:pt x="61" y="159"/>
                    <a:pt x="61" y="153"/>
                  </a:cubicBezTo>
                  <a:cubicBezTo>
                    <a:pt x="61" y="147"/>
                    <a:pt x="65" y="144"/>
                    <a:pt x="66" y="141"/>
                  </a:cubicBezTo>
                  <a:cubicBezTo>
                    <a:pt x="67" y="139"/>
                    <a:pt x="68" y="128"/>
                    <a:pt x="68" y="125"/>
                  </a:cubicBezTo>
                  <a:cubicBezTo>
                    <a:pt x="69" y="119"/>
                    <a:pt x="70" y="115"/>
                    <a:pt x="71" y="109"/>
                  </a:cubicBezTo>
                  <a:cubicBezTo>
                    <a:pt x="72" y="105"/>
                    <a:pt x="72" y="104"/>
                    <a:pt x="73" y="103"/>
                  </a:cubicBezTo>
                  <a:cubicBezTo>
                    <a:pt x="73" y="103"/>
                    <a:pt x="73" y="103"/>
                    <a:pt x="74" y="102"/>
                  </a:cubicBezTo>
                  <a:cubicBezTo>
                    <a:pt x="78" y="101"/>
                    <a:pt x="79" y="100"/>
                    <a:pt x="78" y="105"/>
                  </a:cubicBezTo>
                  <a:cubicBezTo>
                    <a:pt x="78" y="109"/>
                    <a:pt x="78" y="114"/>
                    <a:pt x="78" y="118"/>
                  </a:cubicBezTo>
                  <a:cubicBezTo>
                    <a:pt x="78" y="120"/>
                    <a:pt x="77" y="122"/>
                    <a:pt x="80" y="120"/>
                  </a:cubicBezTo>
                  <a:cubicBezTo>
                    <a:pt x="85" y="116"/>
                    <a:pt x="93" y="103"/>
                    <a:pt x="96" y="100"/>
                  </a:cubicBezTo>
                  <a:cubicBezTo>
                    <a:pt x="102" y="94"/>
                    <a:pt x="110" y="87"/>
                    <a:pt x="118" y="83"/>
                  </a:cubicBezTo>
                  <a:cubicBezTo>
                    <a:pt x="125" y="79"/>
                    <a:pt x="136" y="72"/>
                    <a:pt x="14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i$lïḋê">
              <a:extLst>
                <a:ext uri="{FF2B5EF4-FFF2-40B4-BE49-F238E27FC236}">
                  <a16:creationId xmlns:a16="http://schemas.microsoft.com/office/drawing/2014/main" id="{D69A739B-EF2D-4CF0-347D-1FD0052FC1E4}"/>
                </a:ext>
              </a:extLst>
            </p:cNvPr>
            <p:cNvSpPr/>
            <p:nvPr/>
          </p:nvSpPr>
          <p:spPr bwMode="auto">
            <a:xfrm>
              <a:off x="7853363" y="2755901"/>
              <a:ext cx="696913" cy="808038"/>
            </a:xfrm>
            <a:custGeom>
              <a:avLst/>
              <a:gdLst>
                <a:gd name="T0" fmla="*/ 166 w 211"/>
                <a:gd name="T1" fmla="*/ 176 h 245"/>
                <a:gd name="T2" fmla="*/ 119 w 211"/>
                <a:gd name="T3" fmla="*/ 144 h 245"/>
                <a:gd name="T4" fmla="*/ 133 w 211"/>
                <a:gd name="T5" fmla="*/ 115 h 245"/>
                <a:gd name="T6" fmla="*/ 179 w 211"/>
                <a:gd name="T7" fmla="*/ 92 h 245"/>
                <a:gd name="T8" fmla="*/ 158 w 211"/>
                <a:gd name="T9" fmla="*/ 69 h 245"/>
                <a:gd name="T10" fmla="*/ 147 w 211"/>
                <a:gd name="T11" fmla="*/ 77 h 245"/>
                <a:gd name="T12" fmla="*/ 146 w 211"/>
                <a:gd name="T13" fmla="*/ 75 h 245"/>
                <a:gd name="T14" fmla="*/ 163 w 211"/>
                <a:gd name="T15" fmla="*/ 28 h 245"/>
                <a:gd name="T16" fmla="*/ 164 w 211"/>
                <a:gd name="T17" fmla="*/ 17 h 245"/>
                <a:gd name="T18" fmla="*/ 148 w 211"/>
                <a:gd name="T19" fmla="*/ 1 h 245"/>
                <a:gd name="T20" fmla="*/ 137 w 211"/>
                <a:gd name="T21" fmla="*/ 6 h 245"/>
                <a:gd name="T22" fmla="*/ 136 w 211"/>
                <a:gd name="T23" fmla="*/ 19 h 245"/>
                <a:gd name="T24" fmla="*/ 133 w 211"/>
                <a:gd name="T25" fmla="*/ 30 h 245"/>
                <a:gd name="T26" fmla="*/ 131 w 211"/>
                <a:gd name="T27" fmla="*/ 36 h 245"/>
                <a:gd name="T28" fmla="*/ 118 w 211"/>
                <a:gd name="T29" fmla="*/ 79 h 245"/>
                <a:gd name="T30" fmla="*/ 84 w 211"/>
                <a:gd name="T31" fmla="*/ 98 h 245"/>
                <a:gd name="T32" fmla="*/ 65 w 211"/>
                <a:gd name="T33" fmla="*/ 97 h 245"/>
                <a:gd name="T34" fmla="*/ 61 w 211"/>
                <a:gd name="T35" fmla="*/ 102 h 245"/>
                <a:gd name="T36" fmla="*/ 83 w 211"/>
                <a:gd name="T37" fmla="*/ 120 h 245"/>
                <a:gd name="T38" fmla="*/ 99 w 211"/>
                <a:gd name="T39" fmla="*/ 120 h 245"/>
                <a:gd name="T40" fmla="*/ 5 w 211"/>
                <a:gd name="T41" fmla="*/ 237 h 245"/>
                <a:gd name="T42" fmla="*/ 9 w 211"/>
                <a:gd name="T43" fmla="*/ 245 h 245"/>
                <a:gd name="T44" fmla="*/ 68 w 211"/>
                <a:gd name="T45" fmla="*/ 205 h 245"/>
                <a:gd name="T46" fmla="*/ 111 w 211"/>
                <a:gd name="T47" fmla="*/ 153 h 245"/>
                <a:gd name="T48" fmla="*/ 162 w 211"/>
                <a:gd name="T49" fmla="*/ 214 h 245"/>
                <a:gd name="T50" fmla="*/ 170 w 211"/>
                <a:gd name="T51" fmla="*/ 214 h 245"/>
                <a:gd name="T52" fmla="*/ 203 w 211"/>
                <a:gd name="T53" fmla="*/ 192 h 245"/>
                <a:gd name="T54" fmla="*/ 203 w 211"/>
                <a:gd name="T55" fmla="*/ 183 h 245"/>
                <a:gd name="T56" fmla="*/ 166 w 211"/>
                <a:gd name="T57" fmla="*/ 176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1" h="245">
                  <a:moveTo>
                    <a:pt x="166" y="176"/>
                  </a:moveTo>
                  <a:cubicBezTo>
                    <a:pt x="159" y="174"/>
                    <a:pt x="119" y="147"/>
                    <a:pt x="119" y="144"/>
                  </a:cubicBezTo>
                  <a:cubicBezTo>
                    <a:pt x="120" y="144"/>
                    <a:pt x="129" y="126"/>
                    <a:pt x="133" y="115"/>
                  </a:cubicBezTo>
                  <a:cubicBezTo>
                    <a:pt x="135" y="97"/>
                    <a:pt x="166" y="105"/>
                    <a:pt x="179" y="92"/>
                  </a:cubicBezTo>
                  <a:cubicBezTo>
                    <a:pt x="186" y="83"/>
                    <a:pt x="167" y="69"/>
                    <a:pt x="158" y="69"/>
                  </a:cubicBezTo>
                  <a:cubicBezTo>
                    <a:pt x="155" y="69"/>
                    <a:pt x="151" y="74"/>
                    <a:pt x="147" y="77"/>
                  </a:cubicBezTo>
                  <a:cubicBezTo>
                    <a:pt x="145" y="79"/>
                    <a:pt x="145" y="77"/>
                    <a:pt x="146" y="75"/>
                  </a:cubicBezTo>
                  <a:cubicBezTo>
                    <a:pt x="149" y="64"/>
                    <a:pt x="160" y="38"/>
                    <a:pt x="163" y="28"/>
                  </a:cubicBezTo>
                  <a:cubicBezTo>
                    <a:pt x="165" y="24"/>
                    <a:pt x="164" y="20"/>
                    <a:pt x="164" y="17"/>
                  </a:cubicBezTo>
                  <a:cubicBezTo>
                    <a:pt x="164" y="14"/>
                    <a:pt x="156" y="5"/>
                    <a:pt x="148" y="1"/>
                  </a:cubicBezTo>
                  <a:cubicBezTo>
                    <a:pt x="144" y="0"/>
                    <a:pt x="138" y="0"/>
                    <a:pt x="137" y="6"/>
                  </a:cubicBezTo>
                  <a:cubicBezTo>
                    <a:pt x="137" y="10"/>
                    <a:pt x="137" y="15"/>
                    <a:pt x="136" y="19"/>
                  </a:cubicBezTo>
                  <a:cubicBezTo>
                    <a:pt x="135" y="24"/>
                    <a:pt x="134" y="24"/>
                    <a:pt x="133" y="30"/>
                  </a:cubicBezTo>
                  <a:cubicBezTo>
                    <a:pt x="133" y="33"/>
                    <a:pt x="132" y="34"/>
                    <a:pt x="131" y="36"/>
                  </a:cubicBezTo>
                  <a:cubicBezTo>
                    <a:pt x="129" y="47"/>
                    <a:pt x="124" y="55"/>
                    <a:pt x="118" y="79"/>
                  </a:cubicBezTo>
                  <a:cubicBezTo>
                    <a:pt x="117" y="88"/>
                    <a:pt x="103" y="94"/>
                    <a:pt x="84" y="98"/>
                  </a:cubicBezTo>
                  <a:cubicBezTo>
                    <a:pt x="77" y="99"/>
                    <a:pt x="69" y="99"/>
                    <a:pt x="65" y="97"/>
                  </a:cubicBezTo>
                  <a:cubicBezTo>
                    <a:pt x="63" y="97"/>
                    <a:pt x="60" y="100"/>
                    <a:pt x="61" y="102"/>
                  </a:cubicBezTo>
                  <a:cubicBezTo>
                    <a:pt x="64" y="109"/>
                    <a:pt x="76" y="120"/>
                    <a:pt x="83" y="120"/>
                  </a:cubicBezTo>
                  <a:cubicBezTo>
                    <a:pt x="88" y="120"/>
                    <a:pt x="94" y="120"/>
                    <a:pt x="99" y="120"/>
                  </a:cubicBezTo>
                  <a:cubicBezTo>
                    <a:pt x="80" y="163"/>
                    <a:pt x="38" y="206"/>
                    <a:pt x="5" y="237"/>
                  </a:cubicBezTo>
                  <a:cubicBezTo>
                    <a:pt x="0" y="242"/>
                    <a:pt x="1" y="245"/>
                    <a:pt x="9" y="245"/>
                  </a:cubicBezTo>
                  <a:cubicBezTo>
                    <a:pt x="15" y="245"/>
                    <a:pt x="61" y="211"/>
                    <a:pt x="68" y="205"/>
                  </a:cubicBezTo>
                  <a:cubicBezTo>
                    <a:pt x="77" y="198"/>
                    <a:pt x="109" y="163"/>
                    <a:pt x="111" y="153"/>
                  </a:cubicBezTo>
                  <a:cubicBezTo>
                    <a:pt x="127" y="157"/>
                    <a:pt x="146" y="214"/>
                    <a:pt x="162" y="214"/>
                  </a:cubicBezTo>
                  <a:cubicBezTo>
                    <a:pt x="164" y="214"/>
                    <a:pt x="167" y="214"/>
                    <a:pt x="170" y="214"/>
                  </a:cubicBezTo>
                  <a:cubicBezTo>
                    <a:pt x="178" y="214"/>
                    <a:pt x="193" y="199"/>
                    <a:pt x="203" y="192"/>
                  </a:cubicBezTo>
                  <a:cubicBezTo>
                    <a:pt x="207" y="190"/>
                    <a:pt x="211" y="183"/>
                    <a:pt x="203" y="183"/>
                  </a:cubicBezTo>
                  <a:cubicBezTo>
                    <a:pt x="189" y="184"/>
                    <a:pt x="182" y="188"/>
                    <a:pt x="166"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îṣľîďè">
              <a:extLst>
                <a:ext uri="{FF2B5EF4-FFF2-40B4-BE49-F238E27FC236}">
                  <a16:creationId xmlns:a16="http://schemas.microsoft.com/office/drawing/2014/main" id="{D57EFF32-72EE-4092-EE36-50A618A21E3A}"/>
                </a:ext>
              </a:extLst>
            </p:cNvPr>
            <p:cNvSpPr/>
            <p:nvPr/>
          </p:nvSpPr>
          <p:spPr bwMode="auto">
            <a:xfrm>
              <a:off x="8669338" y="2854326"/>
              <a:ext cx="117475" cy="254000"/>
            </a:xfrm>
            <a:custGeom>
              <a:avLst/>
              <a:gdLst>
                <a:gd name="T0" fmla="*/ 0 w 36"/>
                <a:gd name="T1" fmla="*/ 6 h 77"/>
                <a:gd name="T2" fmla="*/ 11 w 36"/>
                <a:gd name="T3" fmla="*/ 10 h 77"/>
                <a:gd name="T4" fmla="*/ 33 w 36"/>
                <a:gd name="T5" fmla="*/ 49 h 77"/>
                <a:gd name="T6" fmla="*/ 11 w 36"/>
                <a:gd name="T7" fmla="*/ 54 h 77"/>
                <a:gd name="T8" fmla="*/ 0 w 36"/>
                <a:gd name="T9" fmla="*/ 6 h 77"/>
              </a:gdLst>
              <a:ahLst/>
              <a:cxnLst>
                <a:cxn ang="0">
                  <a:pos x="T0" y="T1"/>
                </a:cxn>
                <a:cxn ang="0">
                  <a:pos x="T2" y="T3"/>
                </a:cxn>
                <a:cxn ang="0">
                  <a:pos x="T4" y="T5"/>
                </a:cxn>
                <a:cxn ang="0">
                  <a:pos x="T6" y="T7"/>
                </a:cxn>
                <a:cxn ang="0">
                  <a:pos x="T8" y="T9"/>
                </a:cxn>
              </a:cxnLst>
              <a:rect l="0" t="0" r="r" b="b"/>
              <a:pathLst>
                <a:path w="36" h="77">
                  <a:moveTo>
                    <a:pt x="0" y="6"/>
                  </a:moveTo>
                  <a:cubicBezTo>
                    <a:pt x="1" y="0"/>
                    <a:pt x="5" y="1"/>
                    <a:pt x="11" y="10"/>
                  </a:cubicBezTo>
                  <a:cubicBezTo>
                    <a:pt x="25" y="26"/>
                    <a:pt x="32" y="39"/>
                    <a:pt x="33" y="49"/>
                  </a:cubicBezTo>
                  <a:cubicBezTo>
                    <a:pt x="36" y="67"/>
                    <a:pt x="15" y="77"/>
                    <a:pt x="11" y="54"/>
                  </a:cubicBezTo>
                  <a:cubicBezTo>
                    <a:pt x="8" y="42"/>
                    <a:pt x="3" y="1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ïṧliḓé">
              <a:extLst>
                <a:ext uri="{FF2B5EF4-FFF2-40B4-BE49-F238E27FC236}">
                  <a16:creationId xmlns:a16="http://schemas.microsoft.com/office/drawing/2014/main" id="{21C37D8D-2C43-C5E0-0C7A-AAACFD8A442D}"/>
                </a:ext>
              </a:extLst>
            </p:cNvPr>
            <p:cNvSpPr/>
            <p:nvPr/>
          </p:nvSpPr>
          <p:spPr bwMode="auto">
            <a:xfrm>
              <a:off x="8605838" y="2536826"/>
              <a:ext cx="712788" cy="1154113"/>
            </a:xfrm>
            <a:custGeom>
              <a:avLst/>
              <a:gdLst>
                <a:gd name="T0" fmla="*/ 36 w 216"/>
                <a:gd name="T1" fmla="*/ 185 h 349"/>
                <a:gd name="T2" fmla="*/ 10 w 216"/>
                <a:gd name="T3" fmla="*/ 220 h 349"/>
                <a:gd name="T4" fmla="*/ 30 w 216"/>
                <a:gd name="T5" fmla="*/ 249 h 349"/>
                <a:gd name="T6" fmla="*/ 49 w 216"/>
                <a:gd name="T7" fmla="*/ 207 h 349"/>
                <a:gd name="T8" fmla="*/ 19 w 216"/>
                <a:gd name="T9" fmla="*/ 237 h 349"/>
                <a:gd name="T10" fmla="*/ 72 w 216"/>
                <a:gd name="T11" fmla="*/ 98 h 349"/>
                <a:gd name="T12" fmla="*/ 88 w 216"/>
                <a:gd name="T13" fmla="*/ 93 h 349"/>
                <a:gd name="T14" fmla="*/ 115 w 216"/>
                <a:gd name="T15" fmla="*/ 27 h 349"/>
                <a:gd name="T16" fmla="*/ 114 w 216"/>
                <a:gd name="T17" fmla="*/ 12 h 349"/>
                <a:gd name="T18" fmla="*/ 144 w 216"/>
                <a:gd name="T19" fmla="*/ 19 h 349"/>
                <a:gd name="T20" fmla="*/ 99 w 216"/>
                <a:gd name="T21" fmla="*/ 72 h 349"/>
                <a:gd name="T22" fmla="*/ 181 w 216"/>
                <a:gd name="T23" fmla="*/ 102 h 349"/>
                <a:gd name="T24" fmla="*/ 196 w 216"/>
                <a:gd name="T25" fmla="*/ 133 h 349"/>
                <a:gd name="T26" fmla="*/ 209 w 216"/>
                <a:gd name="T27" fmla="*/ 160 h 349"/>
                <a:gd name="T28" fmla="*/ 128 w 216"/>
                <a:gd name="T29" fmla="*/ 215 h 349"/>
                <a:gd name="T30" fmla="*/ 108 w 216"/>
                <a:gd name="T31" fmla="*/ 217 h 349"/>
                <a:gd name="T32" fmla="*/ 70 w 216"/>
                <a:gd name="T33" fmla="*/ 211 h 349"/>
                <a:gd name="T34" fmla="*/ 130 w 216"/>
                <a:gd name="T35" fmla="*/ 189 h 349"/>
                <a:gd name="T36" fmla="*/ 117 w 216"/>
                <a:gd name="T37" fmla="*/ 183 h 349"/>
                <a:gd name="T38" fmla="*/ 127 w 216"/>
                <a:gd name="T39" fmla="*/ 176 h 349"/>
                <a:gd name="T40" fmla="*/ 59 w 216"/>
                <a:gd name="T41" fmla="*/ 191 h 349"/>
                <a:gd name="T42" fmla="*/ 111 w 216"/>
                <a:gd name="T43" fmla="*/ 162 h 349"/>
                <a:gd name="T44" fmla="*/ 111 w 216"/>
                <a:gd name="T45" fmla="*/ 147 h 349"/>
                <a:gd name="T46" fmla="*/ 88 w 216"/>
                <a:gd name="T47" fmla="*/ 143 h 349"/>
                <a:gd name="T48" fmla="*/ 45 w 216"/>
                <a:gd name="T49" fmla="*/ 182 h 349"/>
                <a:gd name="T50" fmla="*/ 75 w 216"/>
                <a:gd name="T51" fmla="*/ 128 h 349"/>
                <a:gd name="T52" fmla="*/ 56 w 216"/>
                <a:gd name="T53" fmla="*/ 123 h 349"/>
                <a:gd name="T54" fmla="*/ 43 w 216"/>
                <a:gd name="T55" fmla="*/ 50 h 349"/>
                <a:gd name="T56" fmla="*/ 52 w 216"/>
                <a:gd name="T57" fmla="*/ 157 h 349"/>
                <a:gd name="T58" fmla="*/ 21 w 216"/>
                <a:gd name="T59" fmla="*/ 98 h 349"/>
                <a:gd name="T60" fmla="*/ 29 w 216"/>
                <a:gd name="T61" fmla="*/ 151 h 349"/>
                <a:gd name="T62" fmla="*/ 105 w 216"/>
                <a:gd name="T63" fmla="*/ 254 h 349"/>
                <a:gd name="T64" fmla="*/ 42 w 216"/>
                <a:gd name="T65" fmla="*/ 264 h 349"/>
                <a:gd name="T66" fmla="*/ 132 w 216"/>
                <a:gd name="T67" fmla="*/ 225 h 349"/>
                <a:gd name="T68" fmla="*/ 181 w 216"/>
                <a:gd name="T69" fmla="*/ 226 h 349"/>
                <a:gd name="T70" fmla="*/ 159 w 216"/>
                <a:gd name="T71" fmla="*/ 241 h 349"/>
                <a:gd name="T72" fmla="*/ 137 w 216"/>
                <a:gd name="T73" fmla="*/ 238 h 349"/>
                <a:gd name="T74" fmla="*/ 120 w 216"/>
                <a:gd name="T75" fmla="*/ 349 h 349"/>
                <a:gd name="T76" fmla="*/ 60 w 216"/>
                <a:gd name="T77" fmla="*/ 310 h 349"/>
                <a:gd name="T78" fmla="*/ 84 w 216"/>
                <a:gd name="T79" fmla="*/ 315 h 349"/>
                <a:gd name="T80" fmla="*/ 148 w 216"/>
                <a:gd name="T81" fmla="*/ 118 h 349"/>
                <a:gd name="T82" fmla="*/ 125 w 216"/>
                <a:gd name="T83" fmla="*/ 154 h 349"/>
                <a:gd name="T84" fmla="*/ 180 w 216"/>
                <a:gd name="T85" fmla="*/ 58 h 349"/>
                <a:gd name="T86" fmla="*/ 129 w 216"/>
                <a:gd name="T87" fmla="*/ 70 h 349"/>
                <a:gd name="T88" fmla="*/ 136 w 216"/>
                <a:gd name="T89" fmla="*/ 102 h 349"/>
                <a:gd name="T90" fmla="*/ 120 w 216"/>
                <a:gd name="T91" fmla="*/ 93 h 349"/>
                <a:gd name="T92" fmla="*/ 99 w 216"/>
                <a:gd name="T93" fmla="*/ 123 h 349"/>
                <a:gd name="T94" fmla="*/ 107 w 216"/>
                <a:gd name="T95" fmla="*/ 113 h 349"/>
                <a:gd name="T96" fmla="*/ 136 w 216"/>
                <a:gd name="T97" fmla="*/ 102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349">
                  <a:moveTo>
                    <a:pt x="15" y="235"/>
                  </a:moveTo>
                  <a:cubicBezTo>
                    <a:pt x="15" y="220"/>
                    <a:pt x="36" y="213"/>
                    <a:pt x="36" y="187"/>
                  </a:cubicBezTo>
                  <a:cubicBezTo>
                    <a:pt x="36" y="186"/>
                    <a:pt x="36" y="186"/>
                    <a:pt x="36" y="185"/>
                  </a:cubicBezTo>
                  <a:cubicBezTo>
                    <a:pt x="36" y="181"/>
                    <a:pt x="34" y="182"/>
                    <a:pt x="30" y="182"/>
                  </a:cubicBezTo>
                  <a:cubicBezTo>
                    <a:pt x="30" y="183"/>
                    <a:pt x="30" y="184"/>
                    <a:pt x="30" y="185"/>
                  </a:cubicBezTo>
                  <a:cubicBezTo>
                    <a:pt x="27" y="197"/>
                    <a:pt x="13" y="209"/>
                    <a:pt x="10" y="220"/>
                  </a:cubicBezTo>
                  <a:cubicBezTo>
                    <a:pt x="8" y="229"/>
                    <a:pt x="0" y="261"/>
                    <a:pt x="13" y="264"/>
                  </a:cubicBezTo>
                  <a:cubicBezTo>
                    <a:pt x="14" y="264"/>
                    <a:pt x="16" y="264"/>
                    <a:pt x="17" y="264"/>
                  </a:cubicBezTo>
                  <a:cubicBezTo>
                    <a:pt x="22" y="264"/>
                    <a:pt x="27" y="253"/>
                    <a:pt x="30" y="249"/>
                  </a:cubicBezTo>
                  <a:cubicBezTo>
                    <a:pt x="33" y="245"/>
                    <a:pt x="35" y="236"/>
                    <a:pt x="37" y="230"/>
                  </a:cubicBezTo>
                  <a:cubicBezTo>
                    <a:pt x="39" y="223"/>
                    <a:pt x="41" y="213"/>
                    <a:pt x="47" y="210"/>
                  </a:cubicBezTo>
                  <a:cubicBezTo>
                    <a:pt x="49" y="209"/>
                    <a:pt x="49" y="209"/>
                    <a:pt x="49" y="207"/>
                  </a:cubicBezTo>
                  <a:cubicBezTo>
                    <a:pt x="49" y="206"/>
                    <a:pt x="48" y="206"/>
                    <a:pt x="48" y="205"/>
                  </a:cubicBezTo>
                  <a:cubicBezTo>
                    <a:pt x="48" y="203"/>
                    <a:pt x="49" y="203"/>
                    <a:pt x="47" y="203"/>
                  </a:cubicBezTo>
                  <a:cubicBezTo>
                    <a:pt x="32" y="205"/>
                    <a:pt x="26" y="227"/>
                    <a:pt x="19" y="237"/>
                  </a:cubicBezTo>
                  <a:cubicBezTo>
                    <a:pt x="16" y="242"/>
                    <a:pt x="16" y="240"/>
                    <a:pt x="15" y="235"/>
                  </a:cubicBezTo>
                  <a:close/>
                  <a:moveTo>
                    <a:pt x="43" y="50"/>
                  </a:moveTo>
                  <a:cubicBezTo>
                    <a:pt x="57" y="72"/>
                    <a:pt x="64" y="82"/>
                    <a:pt x="72" y="98"/>
                  </a:cubicBezTo>
                  <a:cubicBezTo>
                    <a:pt x="73" y="101"/>
                    <a:pt x="73" y="105"/>
                    <a:pt x="73" y="108"/>
                  </a:cubicBezTo>
                  <a:cubicBezTo>
                    <a:pt x="72" y="112"/>
                    <a:pt x="77" y="110"/>
                    <a:pt x="82" y="113"/>
                  </a:cubicBezTo>
                  <a:cubicBezTo>
                    <a:pt x="86" y="105"/>
                    <a:pt x="90" y="97"/>
                    <a:pt x="88" y="93"/>
                  </a:cubicBezTo>
                  <a:cubicBezTo>
                    <a:pt x="85" y="89"/>
                    <a:pt x="78" y="82"/>
                    <a:pt x="78" y="76"/>
                  </a:cubicBezTo>
                  <a:cubicBezTo>
                    <a:pt x="82" y="69"/>
                    <a:pt x="89" y="67"/>
                    <a:pt x="94" y="62"/>
                  </a:cubicBezTo>
                  <a:cubicBezTo>
                    <a:pt x="103" y="56"/>
                    <a:pt x="109" y="34"/>
                    <a:pt x="115" y="27"/>
                  </a:cubicBezTo>
                  <a:cubicBezTo>
                    <a:pt x="116" y="25"/>
                    <a:pt x="116" y="25"/>
                    <a:pt x="116" y="22"/>
                  </a:cubicBezTo>
                  <a:cubicBezTo>
                    <a:pt x="116" y="21"/>
                    <a:pt x="117" y="19"/>
                    <a:pt x="116" y="18"/>
                  </a:cubicBezTo>
                  <a:cubicBezTo>
                    <a:pt x="116" y="14"/>
                    <a:pt x="116" y="15"/>
                    <a:pt x="114" y="12"/>
                  </a:cubicBezTo>
                  <a:cubicBezTo>
                    <a:pt x="113" y="11"/>
                    <a:pt x="112" y="10"/>
                    <a:pt x="112" y="8"/>
                  </a:cubicBezTo>
                  <a:cubicBezTo>
                    <a:pt x="114" y="0"/>
                    <a:pt x="120" y="2"/>
                    <a:pt x="125" y="2"/>
                  </a:cubicBezTo>
                  <a:cubicBezTo>
                    <a:pt x="134" y="5"/>
                    <a:pt x="139" y="14"/>
                    <a:pt x="144" y="19"/>
                  </a:cubicBezTo>
                  <a:cubicBezTo>
                    <a:pt x="148" y="22"/>
                    <a:pt x="149" y="28"/>
                    <a:pt x="146" y="32"/>
                  </a:cubicBezTo>
                  <a:cubicBezTo>
                    <a:pt x="141" y="38"/>
                    <a:pt x="129" y="49"/>
                    <a:pt x="126" y="51"/>
                  </a:cubicBezTo>
                  <a:cubicBezTo>
                    <a:pt x="121" y="55"/>
                    <a:pt x="100" y="68"/>
                    <a:pt x="99" y="72"/>
                  </a:cubicBezTo>
                  <a:cubicBezTo>
                    <a:pt x="100" y="72"/>
                    <a:pt x="143" y="55"/>
                    <a:pt x="148" y="53"/>
                  </a:cubicBezTo>
                  <a:cubicBezTo>
                    <a:pt x="159" y="49"/>
                    <a:pt x="204" y="26"/>
                    <a:pt x="204" y="53"/>
                  </a:cubicBezTo>
                  <a:cubicBezTo>
                    <a:pt x="204" y="64"/>
                    <a:pt x="185" y="92"/>
                    <a:pt x="181" y="102"/>
                  </a:cubicBezTo>
                  <a:cubicBezTo>
                    <a:pt x="174" y="118"/>
                    <a:pt x="160" y="132"/>
                    <a:pt x="153" y="146"/>
                  </a:cubicBezTo>
                  <a:cubicBezTo>
                    <a:pt x="158" y="145"/>
                    <a:pt x="175" y="140"/>
                    <a:pt x="181" y="137"/>
                  </a:cubicBezTo>
                  <a:cubicBezTo>
                    <a:pt x="189" y="135"/>
                    <a:pt x="183" y="133"/>
                    <a:pt x="196" y="133"/>
                  </a:cubicBezTo>
                  <a:cubicBezTo>
                    <a:pt x="203" y="134"/>
                    <a:pt x="209" y="133"/>
                    <a:pt x="216" y="133"/>
                  </a:cubicBezTo>
                  <a:cubicBezTo>
                    <a:pt x="216" y="139"/>
                    <a:pt x="216" y="146"/>
                    <a:pt x="216" y="151"/>
                  </a:cubicBezTo>
                  <a:cubicBezTo>
                    <a:pt x="214" y="155"/>
                    <a:pt x="211" y="158"/>
                    <a:pt x="209" y="160"/>
                  </a:cubicBezTo>
                  <a:cubicBezTo>
                    <a:pt x="206" y="162"/>
                    <a:pt x="204" y="164"/>
                    <a:pt x="201" y="167"/>
                  </a:cubicBezTo>
                  <a:cubicBezTo>
                    <a:pt x="190" y="180"/>
                    <a:pt x="156" y="189"/>
                    <a:pt x="141" y="187"/>
                  </a:cubicBezTo>
                  <a:cubicBezTo>
                    <a:pt x="148" y="199"/>
                    <a:pt x="135" y="210"/>
                    <a:pt x="128" y="215"/>
                  </a:cubicBezTo>
                  <a:cubicBezTo>
                    <a:pt x="120" y="220"/>
                    <a:pt x="116" y="224"/>
                    <a:pt x="104" y="230"/>
                  </a:cubicBezTo>
                  <a:cubicBezTo>
                    <a:pt x="101" y="232"/>
                    <a:pt x="96" y="231"/>
                    <a:pt x="100" y="226"/>
                  </a:cubicBezTo>
                  <a:cubicBezTo>
                    <a:pt x="103" y="223"/>
                    <a:pt x="114" y="214"/>
                    <a:pt x="108" y="217"/>
                  </a:cubicBezTo>
                  <a:cubicBezTo>
                    <a:pt x="103" y="217"/>
                    <a:pt x="91" y="227"/>
                    <a:pt x="87" y="227"/>
                  </a:cubicBezTo>
                  <a:cubicBezTo>
                    <a:pt x="77" y="227"/>
                    <a:pt x="69" y="224"/>
                    <a:pt x="67" y="215"/>
                  </a:cubicBezTo>
                  <a:cubicBezTo>
                    <a:pt x="66" y="211"/>
                    <a:pt x="66" y="211"/>
                    <a:pt x="70" y="211"/>
                  </a:cubicBezTo>
                  <a:cubicBezTo>
                    <a:pt x="81" y="211"/>
                    <a:pt x="93" y="206"/>
                    <a:pt x="100" y="203"/>
                  </a:cubicBezTo>
                  <a:cubicBezTo>
                    <a:pt x="110" y="199"/>
                    <a:pt x="114" y="192"/>
                    <a:pt x="128" y="190"/>
                  </a:cubicBezTo>
                  <a:cubicBezTo>
                    <a:pt x="129" y="190"/>
                    <a:pt x="130" y="190"/>
                    <a:pt x="130" y="189"/>
                  </a:cubicBezTo>
                  <a:cubicBezTo>
                    <a:pt x="130" y="187"/>
                    <a:pt x="129" y="187"/>
                    <a:pt x="127" y="188"/>
                  </a:cubicBezTo>
                  <a:cubicBezTo>
                    <a:pt x="123" y="188"/>
                    <a:pt x="120" y="188"/>
                    <a:pt x="116" y="188"/>
                  </a:cubicBezTo>
                  <a:cubicBezTo>
                    <a:pt x="113" y="188"/>
                    <a:pt x="112" y="183"/>
                    <a:pt x="117" y="183"/>
                  </a:cubicBezTo>
                  <a:cubicBezTo>
                    <a:pt x="145" y="182"/>
                    <a:pt x="186" y="160"/>
                    <a:pt x="180" y="151"/>
                  </a:cubicBezTo>
                  <a:cubicBezTo>
                    <a:pt x="170" y="153"/>
                    <a:pt x="151" y="165"/>
                    <a:pt x="141" y="167"/>
                  </a:cubicBezTo>
                  <a:cubicBezTo>
                    <a:pt x="135" y="168"/>
                    <a:pt x="133" y="176"/>
                    <a:pt x="127" y="176"/>
                  </a:cubicBezTo>
                  <a:cubicBezTo>
                    <a:pt x="121" y="176"/>
                    <a:pt x="119" y="173"/>
                    <a:pt x="116" y="173"/>
                  </a:cubicBezTo>
                  <a:cubicBezTo>
                    <a:pt x="104" y="175"/>
                    <a:pt x="85" y="191"/>
                    <a:pt x="64" y="195"/>
                  </a:cubicBezTo>
                  <a:cubicBezTo>
                    <a:pt x="57" y="196"/>
                    <a:pt x="53" y="197"/>
                    <a:pt x="59" y="191"/>
                  </a:cubicBezTo>
                  <a:cubicBezTo>
                    <a:pt x="61" y="188"/>
                    <a:pt x="64" y="187"/>
                    <a:pt x="68" y="185"/>
                  </a:cubicBezTo>
                  <a:cubicBezTo>
                    <a:pt x="77" y="180"/>
                    <a:pt x="101" y="167"/>
                    <a:pt x="105" y="164"/>
                  </a:cubicBezTo>
                  <a:cubicBezTo>
                    <a:pt x="111" y="162"/>
                    <a:pt x="111" y="162"/>
                    <a:pt x="111" y="162"/>
                  </a:cubicBezTo>
                  <a:cubicBezTo>
                    <a:pt x="111" y="162"/>
                    <a:pt x="112" y="161"/>
                    <a:pt x="112" y="161"/>
                  </a:cubicBezTo>
                  <a:cubicBezTo>
                    <a:pt x="112" y="161"/>
                    <a:pt x="112" y="161"/>
                    <a:pt x="112" y="161"/>
                  </a:cubicBezTo>
                  <a:cubicBezTo>
                    <a:pt x="112" y="157"/>
                    <a:pt x="111" y="152"/>
                    <a:pt x="111" y="147"/>
                  </a:cubicBezTo>
                  <a:cubicBezTo>
                    <a:pt x="105" y="149"/>
                    <a:pt x="107" y="152"/>
                    <a:pt x="100" y="152"/>
                  </a:cubicBezTo>
                  <a:cubicBezTo>
                    <a:pt x="99" y="152"/>
                    <a:pt x="99" y="152"/>
                    <a:pt x="98" y="152"/>
                  </a:cubicBezTo>
                  <a:cubicBezTo>
                    <a:pt x="92" y="152"/>
                    <a:pt x="89" y="148"/>
                    <a:pt x="88" y="143"/>
                  </a:cubicBezTo>
                  <a:cubicBezTo>
                    <a:pt x="80" y="143"/>
                    <a:pt x="77" y="157"/>
                    <a:pt x="71" y="163"/>
                  </a:cubicBezTo>
                  <a:cubicBezTo>
                    <a:pt x="63" y="172"/>
                    <a:pt x="52" y="181"/>
                    <a:pt x="48" y="183"/>
                  </a:cubicBezTo>
                  <a:cubicBezTo>
                    <a:pt x="47" y="183"/>
                    <a:pt x="46" y="183"/>
                    <a:pt x="45" y="182"/>
                  </a:cubicBezTo>
                  <a:cubicBezTo>
                    <a:pt x="43" y="182"/>
                    <a:pt x="44" y="182"/>
                    <a:pt x="44" y="180"/>
                  </a:cubicBezTo>
                  <a:cubicBezTo>
                    <a:pt x="45" y="178"/>
                    <a:pt x="45" y="176"/>
                    <a:pt x="46" y="176"/>
                  </a:cubicBezTo>
                  <a:cubicBezTo>
                    <a:pt x="59" y="161"/>
                    <a:pt x="76" y="129"/>
                    <a:pt x="75" y="128"/>
                  </a:cubicBezTo>
                  <a:cubicBezTo>
                    <a:pt x="69" y="122"/>
                    <a:pt x="69" y="122"/>
                    <a:pt x="69" y="122"/>
                  </a:cubicBezTo>
                  <a:cubicBezTo>
                    <a:pt x="65" y="126"/>
                    <a:pt x="61" y="127"/>
                    <a:pt x="57" y="124"/>
                  </a:cubicBezTo>
                  <a:cubicBezTo>
                    <a:pt x="56" y="124"/>
                    <a:pt x="56" y="123"/>
                    <a:pt x="56" y="123"/>
                  </a:cubicBezTo>
                  <a:cubicBezTo>
                    <a:pt x="53" y="121"/>
                    <a:pt x="51" y="117"/>
                    <a:pt x="50" y="112"/>
                  </a:cubicBezTo>
                  <a:cubicBezTo>
                    <a:pt x="49" y="90"/>
                    <a:pt x="37" y="66"/>
                    <a:pt x="33" y="49"/>
                  </a:cubicBezTo>
                  <a:cubicBezTo>
                    <a:pt x="31" y="41"/>
                    <a:pt x="34" y="38"/>
                    <a:pt x="43" y="50"/>
                  </a:cubicBezTo>
                  <a:close/>
                  <a:moveTo>
                    <a:pt x="29" y="151"/>
                  </a:moveTo>
                  <a:cubicBezTo>
                    <a:pt x="32" y="156"/>
                    <a:pt x="31" y="160"/>
                    <a:pt x="38" y="162"/>
                  </a:cubicBezTo>
                  <a:cubicBezTo>
                    <a:pt x="47" y="164"/>
                    <a:pt x="46" y="158"/>
                    <a:pt x="52" y="157"/>
                  </a:cubicBezTo>
                  <a:cubicBezTo>
                    <a:pt x="52" y="154"/>
                    <a:pt x="52" y="151"/>
                    <a:pt x="52" y="148"/>
                  </a:cubicBezTo>
                  <a:cubicBezTo>
                    <a:pt x="52" y="132"/>
                    <a:pt x="40" y="122"/>
                    <a:pt x="37" y="112"/>
                  </a:cubicBezTo>
                  <a:cubicBezTo>
                    <a:pt x="33" y="109"/>
                    <a:pt x="26" y="98"/>
                    <a:pt x="21" y="98"/>
                  </a:cubicBezTo>
                  <a:cubicBezTo>
                    <a:pt x="15" y="98"/>
                    <a:pt x="25" y="128"/>
                    <a:pt x="25" y="135"/>
                  </a:cubicBezTo>
                  <a:cubicBezTo>
                    <a:pt x="26" y="135"/>
                    <a:pt x="27" y="135"/>
                    <a:pt x="28" y="135"/>
                  </a:cubicBezTo>
                  <a:cubicBezTo>
                    <a:pt x="28" y="140"/>
                    <a:pt x="28" y="145"/>
                    <a:pt x="29" y="151"/>
                  </a:cubicBezTo>
                  <a:close/>
                  <a:moveTo>
                    <a:pt x="108" y="321"/>
                  </a:moveTo>
                  <a:cubicBezTo>
                    <a:pt x="109" y="302"/>
                    <a:pt x="109" y="280"/>
                    <a:pt x="108" y="260"/>
                  </a:cubicBezTo>
                  <a:cubicBezTo>
                    <a:pt x="108" y="257"/>
                    <a:pt x="107" y="256"/>
                    <a:pt x="105" y="254"/>
                  </a:cubicBezTo>
                  <a:cubicBezTo>
                    <a:pt x="103" y="253"/>
                    <a:pt x="103" y="254"/>
                    <a:pt x="101" y="255"/>
                  </a:cubicBezTo>
                  <a:cubicBezTo>
                    <a:pt x="89" y="262"/>
                    <a:pt x="68" y="274"/>
                    <a:pt x="57" y="274"/>
                  </a:cubicBezTo>
                  <a:cubicBezTo>
                    <a:pt x="49" y="274"/>
                    <a:pt x="44" y="271"/>
                    <a:pt x="42" y="264"/>
                  </a:cubicBezTo>
                  <a:cubicBezTo>
                    <a:pt x="42" y="260"/>
                    <a:pt x="41" y="259"/>
                    <a:pt x="44" y="258"/>
                  </a:cubicBezTo>
                  <a:cubicBezTo>
                    <a:pt x="71" y="252"/>
                    <a:pt x="80" y="249"/>
                    <a:pt x="103" y="237"/>
                  </a:cubicBezTo>
                  <a:cubicBezTo>
                    <a:pt x="110" y="233"/>
                    <a:pt x="122" y="226"/>
                    <a:pt x="132" y="225"/>
                  </a:cubicBezTo>
                  <a:cubicBezTo>
                    <a:pt x="148" y="224"/>
                    <a:pt x="146" y="216"/>
                    <a:pt x="159" y="215"/>
                  </a:cubicBezTo>
                  <a:cubicBezTo>
                    <a:pt x="163" y="214"/>
                    <a:pt x="166" y="216"/>
                    <a:pt x="171" y="216"/>
                  </a:cubicBezTo>
                  <a:cubicBezTo>
                    <a:pt x="175" y="216"/>
                    <a:pt x="181" y="221"/>
                    <a:pt x="181" y="226"/>
                  </a:cubicBezTo>
                  <a:cubicBezTo>
                    <a:pt x="181" y="227"/>
                    <a:pt x="181" y="227"/>
                    <a:pt x="181" y="228"/>
                  </a:cubicBezTo>
                  <a:cubicBezTo>
                    <a:pt x="181" y="237"/>
                    <a:pt x="173" y="238"/>
                    <a:pt x="165" y="239"/>
                  </a:cubicBezTo>
                  <a:cubicBezTo>
                    <a:pt x="163" y="240"/>
                    <a:pt x="161" y="240"/>
                    <a:pt x="159" y="241"/>
                  </a:cubicBezTo>
                  <a:cubicBezTo>
                    <a:pt x="148" y="246"/>
                    <a:pt x="133" y="248"/>
                    <a:pt x="129" y="250"/>
                  </a:cubicBezTo>
                  <a:cubicBezTo>
                    <a:pt x="129" y="249"/>
                    <a:pt x="129" y="248"/>
                    <a:pt x="129" y="247"/>
                  </a:cubicBezTo>
                  <a:cubicBezTo>
                    <a:pt x="131" y="244"/>
                    <a:pt x="138" y="241"/>
                    <a:pt x="137" y="238"/>
                  </a:cubicBezTo>
                  <a:cubicBezTo>
                    <a:pt x="136" y="237"/>
                    <a:pt x="120" y="246"/>
                    <a:pt x="113" y="250"/>
                  </a:cubicBezTo>
                  <a:cubicBezTo>
                    <a:pt x="132" y="265"/>
                    <a:pt x="133" y="297"/>
                    <a:pt x="133" y="318"/>
                  </a:cubicBezTo>
                  <a:cubicBezTo>
                    <a:pt x="133" y="326"/>
                    <a:pt x="125" y="349"/>
                    <a:pt x="120" y="349"/>
                  </a:cubicBezTo>
                  <a:cubicBezTo>
                    <a:pt x="116" y="349"/>
                    <a:pt x="112" y="349"/>
                    <a:pt x="109" y="349"/>
                  </a:cubicBezTo>
                  <a:cubicBezTo>
                    <a:pt x="99" y="349"/>
                    <a:pt x="89" y="335"/>
                    <a:pt x="83" y="330"/>
                  </a:cubicBezTo>
                  <a:cubicBezTo>
                    <a:pt x="78" y="326"/>
                    <a:pt x="60" y="317"/>
                    <a:pt x="60" y="310"/>
                  </a:cubicBezTo>
                  <a:cubicBezTo>
                    <a:pt x="60" y="307"/>
                    <a:pt x="59" y="306"/>
                    <a:pt x="63" y="307"/>
                  </a:cubicBezTo>
                  <a:cubicBezTo>
                    <a:pt x="66" y="308"/>
                    <a:pt x="67" y="310"/>
                    <a:pt x="70" y="312"/>
                  </a:cubicBezTo>
                  <a:cubicBezTo>
                    <a:pt x="74" y="314"/>
                    <a:pt x="78" y="314"/>
                    <a:pt x="84" y="315"/>
                  </a:cubicBezTo>
                  <a:cubicBezTo>
                    <a:pt x="91" y="316"/>
                    <a:pt x="101" y="323"/>
                    <a:pt x="108" y="321"/>
                  </a:cubicBezTo>
                  <a:close/>
                  <a:moveTo>
                    <a:pt x="156" y="99"/>
                  </a:moveTo>
                  <a:cubicBezTo>
                    <a:pt x="157" y="108"/>
                    <a:pt x="152" y="118"/>
                    <a:pt x="148" y="118"/>
                  </a:cubicBezTo>
                  <a:cubicBezTo>
                    <a:pt x="143" y="119"/>
                    <a:pt x="138" y="122"/>
                    <a:pt x="134" y="126"/>
                  </a:cubicBezTo>
                  <a:cubicBezTo>
                    <a:pt x="128" y="130"/>
                    <a:pt x="123" y="132"/>
                    <a:pt x="118" y="138"/>
                  </a:cubicBezTo>
                  <a:cubicBezTo>
                    <a:pt x="120" y="143"/>
                    <a:pt x="122" y="148"/>
                    <a:pt x="125" y="154"/>
                  </a:cubicBezTo>
                  <a:cubicBezTo>
                    <a:pt x="127" y="157"/>
                    <a:pt x="136" y="143"/>
                    <a:pt x="139" y="139"/>
                  </a:cubicBezTo>
                  <a:cubicBezTo>
                    <a:pt x="140" y="138"/>
                    <a:pt x="141" y="136"/>
                    <a:pt x="142" y="134"/>
                  </a:cubicBezTo>
                  <a:cubicBezTo>
                    <a:pt x="159" y="110"/>
                    <a:pt x="168" y="84"/>
                    <a:pt x="180" y="58"/>
                  </a:cubicBezTo>
                  <a:cubicBezTo>
                    <a:pt x="185" y="45"/>
                    <a:pt x="168" y="55"/>
                    <a:pt x="159" y="58"/>
                  </a:cubicBezTo>
                  <a:cubicBezTo>
                    <a:pt x="151" y="61"/>
                    <a:pt x="139" y="68"/>
                    <a:pt x="130" y="69"/>
                  </a:cubicBezTo>
                  <a:cubicBezTo>
                    <a:pt x="129" y="69"/>
                    <a:pt x="129" y="70"/>
                    <a:pt x="129" y="70"/>
                  </a:cubicBezTo>
                  <a:cubicBezTo>
                    <a:pt x="130" y="71"/>
                    <a:pt x="129" y="71"/>
                    <a:pt x="130" y="71"/>
                  </a:cubicBezTo>
                  <a:cubicBezTo>
                    <a:pt x="140" y="77"/>
                    <a:pt x="151" y="88"/>
                    <a:pt x="156" y="99"/>
                  </a:cubicBezTo>
                  <a:close/>
                  <a:moveTo>
                    <a:pt x="136" y="102"/>
                  </a:moveTo>
                  <a:cubicBezTo>
                    <a:pt x="136" y="95"/>
                    <a:pt x="123" y="78"/>
                    <a:pt x="122" y="73"/>
                  </a:cubicBezTo>
                  <a:cubicBezTo>
                    <a:pt x="119" y="73"/>
                    <a:pt x="115" y="74"/>
                    <a:pt x="112" y="75"/>
                  </a:cubicBezTo>
                  <a:cubicBezTo>
                    <a:pt x="114" y="82"/>
                    <a:pt x="122" y="86"/>
                    <a:pt x="120" y="93"/>
                  </a:cubicBezTo>
                  <a:cubicBezTo>
                    <a:pt x="120" y="96"/>
                    <a:pt x="115" y="103"/>
                    <a:pt x="113" y="103"/>
                  </a:cubicBezTo>
                  <a:cubicBezTo>
                    <a:pt x="111" y="103"/>
                    <a:pt x="111" y="103"/>
                    <a:pt x="109" y="106"/>
                  </a:cubicBezTo>
                  <a:cubicBezTo>
                    <a:pt x="105" y="112"/>
                    <a:pt x="99" y="118"/>
                    <a:pt x="99" y="123"/>
                  </a:cubicBezTo>
                  <a:cubicBezTo>
                    <a:pt x="102" y="125"/>
                    <a:pt x="104" y="127"/>
                    <a:pt x="105" y="129"/>
                  </a:cubicBezTo>
                  <a:cubicBezTo>
                    <a:pt x="107" y="131"/>
                    <a:pt x="107" y="130"/>
                    <a:pt x="107" y="128"/>
                  </a:cubicBezTo>
                  <a:cubicBezTo>
                    <a:pt x="107" y="123"/>
                    <a:pt x="107" y="118"/>
                    <a:pt x="107" y="113"/>
                  </a:cubicBezTo>
                  <a:cubicBezTo>
                    <a:pt x="107" y="109"/>
                    <a:pt x="111" y="112"/>
                    <a:pt x="111" y="114"/>
                  </a:cubicBezTo>
                  <a:cubicBezTo>
                    <a:pt x="112" y="116"/>
                    <a:pt x="113" y="125"/>
                    <a:pt x="115" y="125"/>
                  </a:cubicBezTo>
                  <a:cubicBezTo>
                    <a:pt x="119" y="122"/>
                    <a:pt x="136" y="107"/>
                    <a:pt x="13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ïṩļiḓe">
              <a:extLst>
                <a:ext uri="{FF2B5EF4-FFF2-40B4-BE49-F238E27FC236}">
                  <a16:creationId xmlns:a16="http://schemas.microsoft.com/office/drawing/2014/main" id="{C22D0D83-295C-59B6-E8AA-24A4316C531D}"/>
                </a:ext>
              </a:extLst>
            </p:cNvPr>
            <p:cNvSpPr/>
            <p:nvPr/>
          </p:nvSpPr>
          <p:spPr bwMode="auto">
            <a:xfrm>
              <a:off x="3209925" y="2844801"/>
              <a:ext cx="1184275" cy="1173163"/>
            </a:xfrm>
            <a:custGeom>
              <a:avLst/>
              <a:gdLst>
                <a:gd name="T0" fmla="*/ 217 w 359"/>
                <a:gd name="T1" fmla="*/ 4 h 355"/>
                <a:gd name="T2" fmla="*/ 234 w 359"/>
                <a:gd name="T3" fmla="*/ 29 h 355"/>
                <a:gd name="T4" fmla="*/ 260 w 359"/>
                <a:gd name="T5" fmla="*/ 19 h 355"/>
                <a:gd name="T6" fmla="*/ 270 w 359"/>
                <a:gd name="T7" fmla="*/ 48 h 355"/>
                <a:gd name="T8" fmla="*/ 299 w 359"/>
                <a:gd name="T9" fmla="*/ 46 h 355"/>
                <a:gd name="T10" fmla="*/ 301 w 359"/>
                <a:gd name="T11" fmla="*/ 76 h 355"/>
                <a:gd name="T12" fmla="*/ 330 w 359"/>
                <a:gd name="T13" fmla="*/ 81 h 355"/>
                <a:gd name="T14" fmla="*/ 324 w 359"/>
                <a:gd name="T15" fmla="*/ 110 h 355"/>
                <a:gd name="T16" fmla="*/ 350 w 359"/>
                <a:gd name="T17" fmla="*/ 123 h 355"/>
                <a:gd name="T18" fmla="*/ 337 w 359"/>
                <a:gd name="T19" fmla="*/ 150 h 355"/>
                <a:gd name="T20" fmla="*/ 359 w 359"/>
                <a:gd name="T21" fmla="*/ 172 h 355"/>
                <a:gd name="T22" fmla="*/ 338 w 359"/>
                <a:gd name="T23" fmla="*/ 194 h 355"/>
                <a:gd name="T24" fmla="*/ 335 w 359"/>
                <a:gd name="T25" fmla="*/ 213 h 355"/>
                <a:gd name="T26" fmla="*/ 348 w 359"/>
                <a:gd name="T27" fmla="*/ 240 h 355"/>
                <a:gd name="T28" fmla="*/ 321 w 359"/>
                <a:gd name="T29" fmla="*/ 251 h 355"/>
                <a:gd name="T30" fmla="*/ 326 w 359"/>
                <a:gd name="T31" fmla="*/ 281 h 355"/>
                <a:gd name="T32" fmla="*/ 296 w 359"/>
                <a:gd name="T33" fmla="*/ 285 h 355"/>
                <a:gd name="T34" fmla="*/ 293 w 359"/>
                <a:gd name="T35" fmla="*/ 315 h 355"/>
                <a:gd name="T36" fmla="*/ 271 w 359"/>
                <a:gd name="T37" fmla="*/ 307 h 355"/>
                <a:gd name="T38" fmla="*/ 261 w 359"/>
                <a:gd name="T39" fmla="*/ 337 h 355"/>
                <a:gd name="T40" fmla="*/ 234 w 359"/>
                <a:gd name="T41" fmla="*/ 327 h 355"/>
                <a:gd name="T42" fmla="*/ 217 w 359"/>
                <a:gd name="T43" fmla="*/ 352 h 355"/>
                <a:gd name="T44" fmla="*/ 193 w 359"/>
                <a:gd name="T45" fmla="*/ 336 h 355"/>
                <a:gd name="T46" fmla="*/ 170 w 359"/>
                <a:gd name="T47" fmla="*/ 355 h 355"/>
                <a:gd name="T48" fmla="*/ 151 w 359"/>
                <a:gd name="T49" fmla="*/ 334 h 355"/>
                <a:gd name="T50" fmla="*/ 123 w 359"/>
                <a:gd name="T51" fmla="*/ 347 h 355"/>
                <a:gd name="T52" fmla="*/ 109 w 359"/>
                <a:gd name="T53" fmla="*/ 319 h 355"/>
                <a:gd name="T54" fmla="*/ 78 w 359"/>
                <a:gd name="T55" fmla="*/ 325 h 355"/>
                <a:gd name="T56" fmla="*/ 83 w 359"/>
                <a:gd name="T57" fmla="*/ 303 h 355"/>
                <a:gd name="T58" fmla="*/ 59 w 359"/>
                <a:gd name="T59" fmla="*/ 310 h 355"/>
                <a:gd name="T60" fmla="*/ 58 w 359"/>
                <a:gd name="T61" fmla="*/ 280 h 355"/>
                <a:gd name="T62" fmla="*/ 29 w 359"/>
                <a:gd name="T63" fmla="*/ 274 h 355"/>
                <a:gd name="T64" fmla="*/ 35 w 359"/>
                <a:gd name="T65" fmla="*/ 245 h 355"/>
                <a:gd name="T66" fmla="*/ 9 w 359"/>
                <a:gd name="T67" fmla="*/ 232 h 355"/>
                <a:gd name="T68" fmla="*/ 3 w 359"/>
                <a:gd name="T69" fmla="*/ 211 h 355"/>
                <a:gd name="T70" fmla="*/ 22 w 359"/>
                <a:gd name="T71" fmla="*/ 206 h 355"/>
                <a:gd name="T72" fmla="*/ 20 w 359"/>
                <a:gd name="T73" fmla="*/ 191 h 355"/>
                <a:gd name="T74" fmla="*/ 0 w 359"/>
                <a:gd name="T75" fmla="*/ 178 h 355"/>
                <a:gd name="T76" fmla="*/ 20 w 359"/>
                <a:gd name="T77" fmla="*/ 168 h 355"/>
                <a:gd name="T78" fmla="*/ 3 w 359"/>
                <a:gd name="T79" fmla="*/ 145 h 355"/>
                <a:gd name="T80" fmla="*/ 28 w 359"/>
                <a:gd name="T81" fmla="*/ 128 h 355"/>
                <a:gd name="T82" fmla="*/ 18 w 359"/>
                <a:gd name="T83" fmla="*/ 101 h 355"/>
                <a:gd name="T84" fmla="*/ 46 w 359"/>
                <a:gd name="T85" fmla="*/ 91 h 355"/>
                <a:gd name="T86" fmla="*/ 43 w 359"/>
                <a:gd name="T87" fmla="*/ 61 h 355"/>
                <a:gd name="T88" fmla="*/ 59 w 359"/>
                <a:gd name="T89" fmla="*/ 45 h 355"/>
                <a:gd name="T90" fmla="*/ 86 w 359"/>
                <a:gd name="T91" fmla="*/ 51 h 355"/>
                <a:gd name="T92" fmla="*/ 81 w 359"/>
                <a:gd name="T93" fmla="*/ 28 h 355"/>
                <a:gd name="T94" fmla="*/ 111 w 359"/>
                <a:gd name="T95" fmla="*/ 35 h 355"/>
                <a:gd name="T96" fmla="*/ 124 w 359"/>
                <a:gd name="T97" fmla="*/ 9 h 355"/>
                <a:gd name="T98" fmla="*/ 151 w 359"/>
                <a:gd name="T99" fmla="*/ 22 h 355"/>
                <a:gd name="T100" fmla="*/ 170 w 359"/>
                <a:gd name="T101" fmla="*/ 0 h 355"/>
                <a:gd name="T102" fmla="*/ 193 w 359"/>
                <a:gd name="T103" fmla="*/ 20 h 355"/>
                <a:gd name="T104" fmla="*/ 82 w 359"/>
                <a:gd name="T105" fmla="*/ 280 h 355"/>
                <a:gd name="T106" fmla="*/ 322 w 359"/>
                <a:gd name="T107" fmla="*/ 178 h 355"/>
                <a:gd name="T108" fmla="*/ 38 w 359"/>
                <a:gd name="T109" fmla="*/ 178 h 355"/>
                <a:gd name="T110" fmla="*/ 267 w 359"/>
                <a:gd name="T111" fmla="*/ 290 h 355"/>
                <a:gd name="T112" fmla="*/ 180 w 359"/>
                <a:gd name="T113" fmla="*/ 32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9" h="355">
                  <a:moveTo>
                    <a:pt x="212" y="23"/>
                  </a:moveTo>
                  <a:cubicBezTo>
                    <a:pt x="217" y="4"/>
                    <a:pt x="217" y="4"/>
                    <a:pt x="217" y="4"/>
                  </a:cubicBezTo>
                  <a:cubicBezTo>
                    <a:pt x="239" y="11"/>
                    <a:pt x="239" y="11"/>
                    <a:pt x="239" y="11"/>
                  </a:cubicBezTo>
                  <a:cubicBezTo>
                    <a:pt x="234" y="29"/>
                    <a:pt x="234" y="29"/>
                    <a:pt x="234" y="29"/>
                  </a:cubicBezTo>
                  <a:cubicBezTo>
                    <a:pt x="239" y="31"/>
                    <a:pt x="245" y="33"/>
                    <a:pt x="250" y="36"/>
                  </a:cubicBezTo>
                  <a:cubicBezTo>
                    <a:pt x="260" y="19"/>
                    <a:pt x="260" y="19"/>
                    <a:pt x="260" y="19"/>
                  </a:cubicBezTo>
                  <a:cubicBezTo>
                    <a:pt x="280" y="31"/>
                    <a:pt x="280" y="31"/>
                    <a:pt x="280" y="31"/>
                  </a:cubicBezTo>
                  <a:cubicBezTo>
                    <a:pt x="270" y="48"/>
                    <a:pt x="270" y="48"/>
                    <a:pt x="270" y="48"/>
                  </a:cubicBezTo>
                  <a:cubicBezTo>
                    <a:pt x="275" y="51"/>
                    <a:pt x="280" y="55"/>
                    <a:pt x="285" y="59"/>
                  </a:cubicBezTo>
                  <a:cubicBezTo>
                    <a:pt x="299" y="46"/>
                    <a:pt x="299" y="46"/>
                    <a:pt x="299" y="46"/>
                  </a:cubicBezTo>
                  <a:cubicBezTo>
                    <a:pt x="315" y="62"/>
                    <a:pt x="315" y="62"/>
                    <a:pt x="315" y="62"/>
                  </a:cubicBezTo>
                  <a:cubicBezTo>
                    <a:pt x="301" y="76"/>
                    <a:pt x="301" y="76"/>
                    <a:pt x="301" y="76"/>
                  </a:cubicBezTo>
                  <a:cubicBezTo>
                    <a:pt x="305" y="81"/>
                    <a:pt x="309" y="86"/>
                    <a:pt x="312" y="91"/>
                  </a:cubicBezTo>
                  <a:cubicBezTo>
                    <a:pt x="330" y="81"/>
                    <a:pt x="330" y="81"/>
                    <a:pt x="330" y="81"/>
                  </a:cubicBezTo>
                  <a:cubicBezTo>
                    <a:pt x="341" y="100"/>
                    <a:pt x="341" y="100"/>
                    <a:pt x="341" y="100"/>
                  </a:cubicBezTo>
                  <a:cubicBezTo>
                    <a:pt x="324" y="110"/>
                    <a:pt x="324" y="110"/>
                    <a:pt x="324" y="110"/>
                  </a:cubicBezTo>
                  <a:cubicBezTo>
                    <a:pt x="326" y="116"/>
                    <a:pt x="329" y="122"/>
                    <a:pt x="331" y="128"/>
                  </a:cubicBezTo>
                  <a:cubicBezTo>
                    <a:pt x="350" y="123"/>
                    <a:pt x="350" y="123"/>
                    <a:pt x="350" y="123"/>
                  </a:cubicBezTo>
                  <a:cubicBezTo>
                    <a:pt x="356" y="145"/>
                    <a:pt x="356" y="145"/>
                    <a:pt x="356" y="145"/>
                  </a:cubicBezTo>
                  <a:cubicBezTo>
                    <a:pt x="337" y="150"/>
                    <a:pt x="337" y="150"/>
                    <a:pt x="337" y="150"/>
                  </a:cubicBezTo>
                  <a:cubicBezTo>
                    <a:pt x="338" y="157"/>
                    <a:pt x="339" y="164"/>
                    <a:pt x="339" y="171"/>
                  </a:cubicBezTo>
                  <a:cubicBezTo>
                    <a:pt x="359" y="172"/>
                    <a:pt x="359" y="172"/>
                    <a:pt x="359" y="172"/>
                  </a:cubicBezTo>
                  <a:cubicBezTo>
                    <a:pt x="358" y="194"/>
                    <a:pt x="358" y="194"/>
                    <a:pt x="358" y="194"/>
                  </a:cubicBezTo>
                  <a:cubicBezTo>
                    <a:pt x="338" y="194"/>
                    <a:pt x="338" y="194"/>
                    <a:pt x="338" y="194"/>
                  </a:cubicBezTo>
                  <a:cubicBezTo>
                    <a:pt x="338" y="195"/>
                    <a:pt x="338" y="196"/>
                    <a:pt x="338" y="198"/>
                  </a:cubicBezTo>
                  <a:cubicBezTo>
                    <a:pt x="337" y="203"/>
                    <a:pt x="336" y="208"/>
                    <a:pt x="335" y="213"/>
                  </a:cubicBezTo>
                  <a:cubicBezTo>
                    <a:pt x="354" y="218"/>
                    <a:pt x="354" y="218"/>
                    <a:pt x="354" y="218"/>
                  </a:cubicBezTo>
                  <a:cubicBezTo>
                    <a:pt x="348" y="240"/>
                    <a:pt x="348" y="240"/>
                    <a:pt x="348" y="240"/>
                  </a:cubicBezTo>
                  <a:cubicBezTo>
                    <a:pt x="329" y="234"/>
                    <a:pt x="329" y="234"/>
                    <a:pt x="329" y="234"/>
                  </a:cubicBezTo>
                  <a:cubicBezTo>
                    <a:pt x="326" y="240"/>
                    <a:pt x="324" y="246"/>
                    <a:pt x="321" y="251"/>
                  </a:cubicBezTo>
                  <a:cubicBezTo>
                    <a:pt x="338" y="261"/>
                    <a:pt x="338" y="261"/>
                    <a:pt x="338" y="261"/>
                  </a:cubicBezTo>
                  <a:cubicBezTo>
                    <a:pt x="326" y="281"/>
                    <a:pt x="326" y="281"/>
                    <a:pt x="326" y="281"/>
                  </a:cubicBezTo>
                  <a:cubicBezTo>
                    <a:pt x="309" y="271"/>
                    <a:pt x="309" y="271"/>
                    <a:pt x="309" y="271"/>
                  </a:cubicBezTo>
                  <a:cubicBezTo>
                    <a:pt x="305" y="276"/>
                    <a:pt x="301" y="281"/>
                    <a:pt x="296" y="285"/>
                  </a:cubicBezTo>
                  <a:cubicBezTo>
                    <a:pt x="310" y="299"/>
                    <a:pt x="310" y="299"/>
                    <a:pt x="310" y="299"/>
                  </a:cubicBezTo>
                  <a:cubicBezTo>
                    <a:pt x="293" y="315"/>
                    <a:pt x="293" y="315"/>
                    <a:pt x="293" y="315"/>
                  </a:cubicBezTo>
                  <a:cubicBezTo>
                    <a:pt x="280" y="301"/>
                    <a:pt x="280" y="301"/>
                    <a:pt x="280" y="301"/>
                  </a:cubicBezTo>
                  <a:cubicBezTo>
                    <a:pt x="277" y="303"/>
                    <a:pt x="274" y="305"/>
                    <a:pt x="271" y="307"/>
                  </a:cubicBezTo>
                  <a:cubicBezTo>
                    <a:pt x="281" y="325"/>
                    <a:pt x="281" y="325"/>
                    <a:pt x="281" y="325"/>
                  </a:cubicBezTo>
                  <a:cubicBezTo>
                    <a:pt x="261" y="337"/>
                    <a:pt x="261" y="337"/>
                    <a:pt x="261" y="337"/>
                  </a:cubicBezTo>
                  <a:cubicBezTo>
                    <a:pt x="251" y="319"/>
                    <a:pt x="251" y="319"/>
                    <a:pt x="251" y="319"/>
                  </a:cubicBezTo>
                  <a:cubicBezTo>
                    <a:pt x="246" y="322"/>
                    <a:pt x="240" y="325"/>
                    <a:pt x="234" y="327"/>
                  </a:cubicBezTo>
                  <a:cubicBezTo>
                    <a:pt x="239" y="346"/>
                    <a:pt x="239" y="346"/>
                    <a:pt x="239" y="346"/>
                  </a:cubicBezTo>
                  <a:cubicBezTo>
                    <a:pt x="217" y="352"/>
                    <a:pt x="217" y="352"/>
                    <a:pt x="217" y="352"/>
                  </a:cubicBezTo>
                  <a:cubicBezTo>
                    <a:pt x="212" y="333"/>
                    <a:pt x="212" y="333"/>
                    <a:pt x="212" y="333"/>
                  </a:cubicBezTo>
                  <a:cubicBezTo>
                    <a:pt x="205" y="334"/>
                    <a:pt x="199" y="335"/>
                    <a:pt x="193" y="336"/>
                  </a:cubicBezTo>
                  <a:cubicBezTo>
                    <a:pt x="193" y="355"/>
                    <a:pt x="193" y="355"/>
                    <a:pt x="193" y="355"/>
                  </a:cubicBezTo>
                  <a:cubicBezTo>
                    <a:pt x="170" y="355"/>
                    <a:pt x="170" y="355"/>
                    <a:pt x="170" y="355"/>
                  </a:cubicBezTo>
                  <a:cubicBezTo>
                    <a:pt x="170" y="336"/>
                    <a:pt x="170" y="336"/>
                    <a:pt x="170" y="336"/>
                  </a:cubicBezTo>
                  <a:cubicBezTo>
                    <a:pt x="163" y="336"/>
                    <a:pt x="157" y="335"/>
                    <a:pt x="151" y="334"/>
                  </a:cubicBezTo>
                  <a:cubicBezTo>
                    <a:pt x="146" y="353"/>
                    <a:pt x="146" y="353"/>
                    <a:pt x="146" y="353"/>
                  </a:cubicBezTo>
                  <a:cubicBezTo>
                    <a:pt x="123" y="347"/>
                    <a:pt x="123" y="347"/>
                    <a:pt x="123" y="347"/>
                  </a:cubicBezTo>
                  <a:cubicBezTo>
                    <a:pt x="129" y="328"/>
                    <a:pt x="129" y="328"/>
                    <a:pt x="129" y="328"/>
                  </a:cubicBezTo>
                  <a:cubicBezTo>
                    <a:pt x="122" y="325"/>
                    <a:pt x="115" y="322"/>
                    <a:pt x="109" y="319"/>
                  </a:cubicBezTo>
                  <a:cubicBezTo>
                    <a:pt x="98" y="337"/>
                    <a:pt x="98" y="337"/>
                    <a:pt x="98" y="337"/>
                  </a:cubicBezTo>
                  <a:cubicBezTo>
                    <a:pt x="78" y="325"/>
                    <a:pt x="78" y="325"/>
                    <a:pt x="78" y="325"/>
                  </a:cubicBezTo>
                  <a:cubicBezTo>
                    <a:pt x="89" y="307"/>
                    <a:pt x="89" y="307"/>
                    <a:pt x="89" y="307"/>
                  </a:cubicBezTo>
                  <a:cubicBezTo>
                    <a:pt x="87" y="306"/>
                    <a:pt x="85" y="305"/>
                    <a:pt x="83" y="303"/>
                  </a:cubicBezTo>
                  <a:cubicBezTo>
                    <a:pt x="80" y="301"/>
                    <a:pt x="77" y="298"/>
                    <a:pt x="74" y="296"/>
                  </a:cubicBezTo>
                  <a:cubicBezTo>
                    <a:pt x="59" y="310"/>
                    <a:pt x="59" y="310"/>
                    <a:pt x="59" y="310"/>
                  </a:cubicBezTo>
                  <a:cubicBezTo>
                    <a:pt x="43" y="294"/>
                    <a:pt x="43" y="294"/>
                    <a:pt x="43" y="294"/>
                  </a:cubicBezTo>
                  <a:cubicBezTo>
                    <a:pt x="58" y="280"/>
                    <a:pt x="58" y="280"/>
                    <a:pt x="58" y="280"/>
                  </a:cubicBezTo>
                  <a:cubicBezTo>
                    <a:pt x="54" y="275"/>
                    <a:pt x="50" y="270"/>
                    <a:pt x="46" y="265"/>
                  </a:cubicBezTo>
                  <a:cubicBezTo>
                    <a:pt x="29" y="274"/>
                    <a:pt x="29" y="274"/>
                    <a:pt x="29" y="274"/>
                  </a:cubicBezTo>
                  <a:cubicBezTo>
                    <a:pt x="18" y="255"/>
                    <a:pt x="18" y="255"/>
                    <a:pt x="18" y="255"/>
                  </a:cubicBezTo>
                  <a:cubicBezTo>
                    <a:pt x="35" y="245"/>
                    <a:pt x="35" y="245"/>
                    <a:pt x="35" y="245"/>
                  </a:cubicBezTo>
                  <a:cubicBezTo>
                    <a:pt x="32" y="239"/>
                    <a:pt x="30" y="234"/>
                    <a:pt x="28" y="228"/>
                  </a:cubicBezTo>
                  <a:cubicBezTo>
                    <a:pt x="9" y="232"/>
                    <a:pt x="9" y="232"/>
                    <a:pt x="9" y="232"/>
                  </a:cubicBezTo>
                  <a:cubicBezTo>
                    <a:pt x="8" y="231"/>
                    <a:pt x="8" y="231"/>
                    <a:pt x="8" y="230"/>
                  </a:cubicBezTo>
                  <a:cubicBezTo>
                    <a:pt x="3" y="211"/>
                    <a:pt x="3" y="211"/>
                    <a:pt x="3" y="211"/>
                  </a:cubicBezTo>
                  <a:cubicBezTo>
                    <a:pt x="3" y="211"/>
                    <a:pt x="3" y="211"/>
                    <a:pt x="3" y="210"/>
                  </a:cubicBezTo>
                  <a:cubicBezTo>
                    <a:pt x="22" y="206"/>
                    <a:pt x="22" y="206"/>
                    <a:pt x="22" y="206"/>
                  </a:cubicBezTo>
                  <a:cubicBezTo>
                    <a:pt x="22" y="205"/>
                    <a:pt x="22" y="204"/>
                    <a:pt x="22" y="204"/>
                  </a:cubicBezTo>
                  <a:cubicBezTo>
                    <a:pt x="21" y="200"/>
                    <a:pt x="21" y="195"/>
                    <a:pt x="20" y="191"/>
                  </a:cubicBezTo>
                  <a:cubicBezTo>
                    <a:pt x="1" y="191"/>
                    <a:pt x="1" y="191"/>
                    <a:pt x="1" y="191"/>
                  </a:cubicBezTo>
                  <a:cubicBezTo>
                    <a:pt x="0" y="186"/>
                    <a:pt x="0" y="182"/>
                    <a:pt x="0" y="178"/>
                  </a:cubicBezTo>
                  <a:cubicBezTo>
                    <a:pt x="0" y="175"/>
                    <a:pt x="0" y="171"/>
                    <a:pt x="1" y="168"/>
                  </a:cubicBezTo>
                  <a:cubicBezTo>
                    <a:pt x="20" y="168"/>
                    <a:pt x="20" y="168"/>
                    <a:pt x="20" y="168"/>
                  </a:cubicBezTo>
                  <a:cubicBezTo>
                    <a:pt x="21" y="162"/>
                    <a:pt x="21" y="156"/>
                    <a:pt x="22" y="150"/>
                  </a:cubicBezTo>
                  <a:cubicBezTo>
                    <a:pt x="3" y="145"/>
                    <a:pt x="3" y="145"/>
                    <a:pt x="3" y="145"/>
                  </a:cubicBezTo>
                  <a:cubicBezTo>
                    <a:pt x="5" y="137"/>
                    <a:pt x="7" y="130"/>
                    <a:pt x="9" y="123"/>
                  </a:cubicBezTo>
                  <a:cubicBezTo>
                    <a:pt x="28" y="128"/>
                    <a:pt x="28" y="128"/>
                    <a:pt x="28" y="128"/>
                  </a:cubicBezTo>
                  <a:cubicBezTo>
                    <a:pt x="30" y="122"/>
                    <a:pt x="32" y="116"/>
                    <a:pt x="35" y="110"/>
                  </a:cubicBezTo>
                  <a:cubicBezTo>
                    <a:pt x="18" y="101"/>
                    <a:pt x="18" y="101"/>
                    <a:pt x="18" y="101"/>
                  </a:cubicBezTo>
                  <a:cubicBezTo>
                    <a:pt x="21" y="94"/>
                    <a:pt x="25" y="87"/>
                    <a:pt x="29" y="81"/>
                  </a:cubicBezTo>
                  <a:cubicBezTo>
                    <a:pt x="46" y="91"/>
                    <a:pt x="46" y="91"/>
                    <a:pt x="46" y="91"/>
                  </a:cubicBezTo>
                  <a:cubicBezTo>
                    <a:pt x="50" y="85"/>
                    <a:pt x="54" y="81"/>
                    <a:pt x="58" y="76"/>
                  </a:cubicBezTo>
                  <a:cubicBezTo>
                    <a:pt x="43" y="61"/>
                    <a:pt x="43" y="61"/>
                    <a:pt x="43" y="61"/>
                  </a:cubicBezTo>
                  <a:cubicBezTo>
                    <a:pt x="44" y="60"/>
                    <a:pt x="45" y="60"/>
                    <a:pt x="46" y="59"/>
                  </a:cubicBezTo>
                  <a:cubicBezTo>
                    <a:pt x="59" y="45"/>
                    <a:pt x="59" y="45"/>
                    <a:pt x="59" y="45"/>
                  </a:cubicBezTo>
                  <a:cubicBezTo>
                    <a:pt x="74" y="60"/>
                    <a:pt x="74" y="60"/>
                    <a:pt x="74" y="60"/>
                  </a:cubicBezTo>
                  <a:cubicBezTo>
                    <a:pt x="78" y="56"/>
                    <a:pt x="82" y="53"/>
                    <a:pt x="86" y="51"/>
                  </a:cubicBezTo>
                  <a:cubicBezTo>
                    <a:pt x="87" y="49"/>
                    <a:pt x="89" y="48"/>
                    <a:pt x="91" y="47"/>
                  </a:cubicBezTo>
                  <a:cubicBezTo>
                    <a:pt x="81" y="28"/>
                    <a:pt x="81" y="28"/>
                    <a:pt x="81" y="28"/>
                  </a:cubicBezTo>
                  <a:cubicBezTo>
                    <a:pt x="101" y="18"/>
                    <a:pt x="101" y="18"/>
                    <a:pt x="101" y="18"/>
                  </a:cubicBezTo>
                  <a:cubicBezTo>
                    <a:pt x="111" y="35"/>
                    <a:pt x="111" y="35"/>
                    <a:pt x="111" y="35"/>
                  </a:cubicBezTo>
                  <a:cubicBezTo>
                    <a:pt x="117" y="33"/>
                    <a:pt x="122" y="30"/>
                    <a:pt x="128" y="28"/>
                  </a:cubicBezTo>
                  <a:cubicBezTo>
                    <a:pt x="124" y="9"/>
                    <a:pt x="124" y="9"/>
                    <a:pt x="124" y="9"/>
                  </a:cubicBezTo>
                  <a:cubicBezTo>
                    <a:pt x="146" y="3"/>
                    <a:pt x="146" y="3"/>
                    <a:pt x="146" y="3"/>
                  </a:cubicBezTo>
                  <a:cubicBezTo>
                    <a:pt x="151" y="22"/>
                    <a:pt x="151" y="22"/>
                    <a:pt x="151" y="22"/>
                  </a:cubicBezTo>
                  <a:cubicBezTo>
                    <a:pt x="157" y="21"/>
                    <a:pt x="163" y="20"/>
                    <a:pt x="170" y="20"/>
                  </a:cubicBezTo>
                  <a:cubicBezTo>
                    <a:pt x="170" y="0"/>
                    <a:pt x="170" y="0"/>
                    <a:pt x="170" y="0"/>
                  </a:cubicBezTo>
                  <a:cubicBezTo>
                    <a:pt x="193" y="1"/>
                    <a:pt x="193" y="1"/>
                    <a:pt x="193" y="1"/>
                  </a:cubicBezTo>
                  <a:cubicBezTo>
                    <a:pt x="193" y="20"/>
                    <a:pt x="193" y="20"/>
                    <a:pt x="193" y="20"/>
                  </a:cubicBezTo>
                  <a:cubicBezTo>
                    <a:pt x="199" y="20"/>
                    <a:pt x="205" y="21"/>
                    <a:pt x="212" y="23"/>
                  </a:cubicBezTo>
                  <a:close/>
                  <a:moveTo>
                    <a:pt x="82" y="280"/>
                  </a:moveTo>
                  <a:cubicBezTo>
                    <a:pt x="278" y="280"/>
                    <a:pt x="278" y="280"/>
                    <a:pt x="278" y="280"/>
                  </a:cubicBezTo>
                  <a:cubicBezTo>
                    <a:pt x="305" y="254"/>
                    <a:pt x="322" y="218"/>
                    <a:pt x="322" y="178"/>
                  </a:cubicBezTo>
                  <a:cubicBezTo>
                    <a:pt x="322" y="100"/>
                    <a:pt x="258" y="36"/>
                    <a:pt x="180" y="36"/>
                  </a:cubicBezTo>
                  <a:cubicBezTo>
                    <a:pt x="102" y="36"/>
                    <a:pt x="38" y="100"/>
                    <a:pt x="38" y="178"/>
                  </a:cubicBezTo>
                  <a:cubicBezTo>
                    <a:pt x="38" y="218"/>
                    <a:pt x="55" y="254"/>
                    <a:pt x="82" y="280"/>
                  </a:cubicBezTo>
                  <a:close/>
                  <a:moveTo>
                    <a:pt x="267" y="290"/>
                  </a:moveTo>
                  <a:cubicBezTo>
                    <a:pt x="92" y="290"/>
                    <a:pt x="92" y="290"/>
                    <a:pt x="92" y="290"/>
                  </a:cubicBezTo>
                  <a:cubicBezTo>
                    <a:pt x="117" y="309"/>
                    <a:pt x="147" y="320"/>
                    <a:pt x="180" y="320"/>
                  </a:cubicBezTo>
                  <a:cubicBezTo>
                    <a:pt x="213" y="320"/>
                    <a:pt x="243" y="309"/>
                    <a:pt x="267" y="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ïṡľïḑê">
              <a:extLst>
                <a:ext uri="{FF2B5EF4-FFF2-40B4-BE49-F238E27FC236}">
                  <a16:creationId xmlns:a16="http://schemas.microsoft.com/office/drawing/2014/main" id="{0ECDB12C-71F2-11E5-0F75-67D2B8440FAE}"/>
                </a:ext>
              </a:extLst>
            </p:cNvPr>
            <p:cNvSpPr/>
            <p:nvPr/>
          </p:nvSpPr>
          <p:spPr bwMode="auto">
            <a:xfrm>
              <a:off x="3635375" y="3617913"/>
              <a:ext cx="3556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5" name="iŝľïḋê">
              <a:extLst>
                <a:ext uri="{FF2B5EF4-FFF2-40B4-BE49-F238E27FC236}">
                  <a16:creationId xmlns:a16="http://schemas.microsoft.com/office/drawing/2014/main" id="{6F75DA28-52C6-F7D1-0EAB-A00FFC0E757A}"/>
                </a:ext>
              </a:extLst>
            </p:cNvPr>
            <p:cNvSpPr/>
            <p:nvPr/>
          </p:nvSpPr>
          <p:spPr bwMode="auto">
            <a:xfrm>
              <a:off x="3576638" y="3654426"/>
              <a:ext cx="474663" cy="101600"/>
            </a:xfrm>
            <a:custGeom>
              <a:avLst/>
              <a:gdLst>
                <a:gd name="T0" fmla="*/ 0 w 144"/>
                <a:gd name="T1" fmla="*/ 0 h 31"/>
                <a:gd name="T2" fmla="*/ 144 w 144"/>
                <a:gd name="T3" fmla="*/ 0 h 31"/>
                <a:gd name="T4" fmla="*/ 144 w 144"/>
                <a:gd name="T5" fmla="*/ 31 h 31"/>
                <a:gd name="T6" fmla="*/ 0 w 144"/>
                <a:gd name="T7" fmla="*/ 31 h 31"/>
                <a:gd name="T8" fmla="*/ 0 w 144"/>
                <a:gd name="T9" fmla="*/ 0 h 31"/>
                <a:gd name="T10" fmla="*/ 41 w 144"/>
                <a:gd name="T11" fmla="*/ 5 h 31"/>
                <a:gd name="T12" fmla="*/ 36 w 144"/>
                <a:gd name="T13" fmla="*/ 5 h 31"/>
                <a:gd name="T14" fmla="*/ 30 w 144"/>
                <a:gd name="T15" fmla="*/ 10 h 31"/>
                <a:gd name="T16" fmla="*/ 30 w 144"/>
                <a:gd name="T17" fmla="*/ 15 h 31"/>
                <a:gd name="T18" fmla="*/ 35 w 144"/>
                <a:gd name="T19" fmla="*/ 15 h 31"/>
                <a:gd name="T20" fmla="*/ 35 w 144"/>
                <a:gd name="T21" fmla="*/ 28 h 31"/>
                <a:gd name="T22" fmla="*/ 41 w 144"/>
                <a:gd name="T23" fmla="*/ 28 h 31"/>
                <a:gd name="T24" fmla="*/ 41 w 144"/>
                <a:gd name="T25" fmla="*/ 5 h 31"/>
                <a:gd name="T26" fmla="*/ 61 w 144"/>
                <a:gd name="T27" fmla="*/ 23 h 31"/>
                <a:gd name="T28" fmla="*/ 64 w 144"/>
                <a:gd name="T29" fmla="*/ 21 h 31"/>
                <a:gd name="T30" fmla="*/ 61 w 144"/>
                <a:gd name="T31" fmla="*/ 18 h 31"/>
                <a:gd name="T32" fmla="*/ 58 w 144"/>
                <a:gd name="T33" fmla="*/ 21 h 31"/>
                <a:gd name="T34" fmla="*/ 61 w 144"/>
                <a:gd name="T35" fmla="*/ 23 h 31"/>
                <a:gd name="T36" fmla="*/ 61 w 144"/>
                <a:gd name="T37" fmla="*/ 14 h 31"/>
                <a:gd name="T38" fmla="*/ 63 w 144"/>
                <a:gd name="T39" fmla="*/ 12 h 31"/>
                <a:gd name="T40" fmla="*/ 61 w 144"/>
                <a:gd name="T41" fmla="*/ 9 h 31"/>
                <a:gd name="T42" fmla="*/ 58 w 144"/>
                <a:gd name="T43" fmla="*/ 12 h 31"/>
                <a:gd name="T44" fmla="*/ 61 w 144"/>
                <a:gd name="T45" fmla="*/ 14 h 31"/>
                <a:gd name="T46" fmla="*/ 55 w 144"/>
                <a:gd name="T47" fmla="*/ 16 h 31"/>
                <a:gd name="T48" fmla="*/ 51 w 144"/>
                <a:gd name="T49" fmla="*/ 21 h 31"/>
                <a:gd name="T50" fmla="*/ 61 w 144"/>
                <a:gd name="T51" fmla="*/ 28 h 31"/>
                <a:gd name="T52" fmla="*/ 70 w 144"/>
                <a:gd name="T53" fmla="*/ 21 h 31"/>
                <a:gd name="T54" fmla="*/ 67 w 144"/>
                <a:gd name="T55" fmla="*/ 16 h 31"/>
                <a:gd name="T56" fmla="*/ 70 w 144"/>
                <a:gd name="T57" fmla="*/ 11 h 31"/>
                <a:gd name="T58" fmla="*/ 61 w 144"/>
                <a:gd name="T59" fmla="*/ 5 h 31"/>
                <a:gd name="T60" fmla="*/ 52 w 144"/>
                <a:gd name="T61" fmla="*/ 11 h 31"/>
                <a:gd name="T62" fmla="*/ 55 w 144"/>
                <a:gd name="T63" fmla="*/ 16 h 31"/>
                <a:gd name="T64" fmla="*/ 84 w 144"/>
                <a:gd name="T65" fmla="*/ 16 h 31"/>
                <a:gd name="T66" fmla="*/ 87 w 144"/>
                <a:gd name="T67" fmla="*/ 13 h 31"/>
                <a:gd name="T68" fmla="*/ 84 w 144"/>
                <a:gd name="T69" fmla="*/ 10 h 31"/>
                <a:gd name="T70" fmla="*/ 81 w 144"/>
                <a:gd name="T71" fmla="*/ 13 h 31"/>
                <a:gd name="T72" fmla="*/ 84 w 144"/>
                <a:gd name="T73" fmla="*/ 16 h 31"/>
                <a:gd name="T74" fmla="*/ 75 w 144"/>
                <a:gd name="T75" fmla="*/ 22 h 31"/>
                <a:gd name="T76" fmla="*/ 84 w 144"/>
                <a:gd name="T77" fmla="*/ 28 h 31"/>
                <a:gd name="T78" fmla="*/ 94 w 144"/>
                <a:gd name="T79" fmla="*/ 17 h 31"/>
                <a:gd name="T80" fmla="*/ 83 w 144"/>
                <a:gd name="T81" fmla="*/ 5 h 31"/>
                <a:gd name="T82" fmla="*/ 74 w 144"/>
                <a:gd name="T83" fmla="*/ 13 h 31"/>
                <a:gd name="T84" fmla="*/ 82 w 144"/>
                <a:gd name="T85" fmla="*/ 20 h 31"/>
                <a:gd name="T86" fmla="*/ 87 w 144"/>
                <a:gd name="T87" fmla="*/ 19 h 31"/>
                <a:gd name="T88" fmla="*/ 84 w 144"/>
                <a:gd name="T89" fmla="*/ 24 h 31"/>
                <a:gd name="T90" fmla="*/ 81 w 144"/>
                <a:gd name="T91" fmla="*/ 22 h 31"/>
                <a:gd name="T92" fmla="*/ 75 w 144"/>
                <a:gd name="T93" fmla="*/ 22 h 31"/>
                <a:gd name="T94" fmla="*/ 108 w 144"/>
                <a:gd name="T95" fmla="*/ 17 h 31"/>
                <a:gd name="T96" fmla="*/ 105 w 144"/>
                <a:gd name="T97" fmla="*/ 21 h 31"/>
                <a:gd name="T98" fmla="*/ 108 w 144"/>
                <a:gd name="T99" fmla="*/ 24 h 31"/>
                <a:gd name="T100" fmla="*/ 111 w 144"/>
                <a:gd name="T101" fmla="*/ 20 h 31"/>
                <a:gd name="T102" fmla="*/ 108 w 144"/>
                <a:gd name="T103" fmla="*/ 17 h 31"/>
                <a:gd name="T104" fmla="*/ 117 w 144"/>
                <a:gd name="T105" fmla="*/ 11 h 31"/>
                <a:gd name="T106" fmla="*/ 108 w 144"/>
                <a:gd name="T107" fmla="*/ 5 h 31"/>
                <a:gd name="T108" fmla="*/ 98 w 144"/>
                <a:gd name="T109" fmla="*/ 17 h 31"/>
                <a:gd name="T110" fmla="*/ 109 w 144"/>
                <a:gd name="T111" fmla="*/ 28 h 31"/>
                <a:gd name="T112" fmla="*/ 118 w 144"/>
                <a:gd name="T113" fmla="*/ 20 h 31"/>
                <a:gd name="T114" fmla="*/ 110 w 144"/>
                <a:gd name="T115" fmla="*/ 13 h 31"/>
                <a:gd name="T116" fmla="*/ 105 w 144"/>
                <a:gd name="T117" fmla="*/ 15 h 31"/>
                <a:gd name="T118" fmla="*/ 108 w 144"/>
                <a:gd name="T119" fmla="*/ 9 h 31"/>
                <a:gd name="T120" fmla="*/ 111 w 144"/>
                <a:gd name="T121" fmla="*/ 11 h 31"/>
                <a:gd name="T122" fmla="*/ 117 w 144"/>
                <a:gd name="T123" fmla="*/ 1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4" h="31">
                  <a:moveTo>
                    <a:pt x="0" y="0"/>
                  </a:moveTo>
                  <a:cubicBezTo>
                    <a:pt x="144" y="0"/>
                    <a:pt x="144" y="0"/>
                    <a:pt x="144" y="0"/>
                  </a:cubicBezTo>
                  <a:cubicBezTo>
                    <a:pt x="144" y="31"/>
                    <a:pt x="144" y="31"/>
                    <a:pt x="144" y="31"/>
                  </a:cubicBezTo>
                  <a:cubicBezTo>
                    <a:pt x="0" y="31"/>
                    <a:pt x="0" y="31"/>
                    <a:pt x="0" y="31"/>
                  </a:cubicBezTo>
                  <a:cubicBezTo>
                    <a:pt x="0" y="0"/>
                    <a:pt x="0" y="0"/>
                    <a:pt x="0" y="0"/>
                  </a:cubicBezTo>
                  <a:close/>
                  <a:moveTo>
                    <a:pt x="41" y="5"/>
                  </a:moveTo>
                  <a:cubicBezTo>
                    <a:pt x="36" y="5"/>
                    <a:pt x="36" y="5"/>
                    <a:pt x="36" y="5"/>
                  </a:cubicBezTo>
                  <a:cubicBezTo>
                    <a:pt x="36" y="8"/>
                    <a:pt x="33" y="10"/>
                    <a:pt x="30" y="10"/>
                  </a:cubicBezTo>
                  <a:cubicBezTo>
                    <a:pt x="30" y="15"/>
                    <a:pt x="30" y="15"/>
                    <a:pt x="30" y="15"/>
                  </a:cubicBezTo>
                  <a:cubicBezTo>
                    <a:pt x="35" y="15"/>
                    <a:pt x="35" y="15"/>
                    <a:pt x="35" y="15"/>
                  </a:cubicBezTo>
                  <a:cubicBezTo>
                    <a:pt x="35" y="28"/>
                    <a:pt x="35" y="28"/>
                    <a:pt x="35" y="28"/>
                  </a:cubicBezTo>
                  <a:cubicBezTo>
                    <a:pt x="41" y="28"/>
                    <a:pt x="41" y="28"/>
                    <a:pt x="41" y="28"/>
                  </a:cubicBezTo>
                  <a:cubicBezTo>
                    <a:pt x="41" y="5"/>
                    <a:pt x="41" y="5"/>
                    <a:pt x="41" y="5"/>
                  </a:cubicBezTo>
                  <a:close/>
                  <a:moveTo>
                    <a:pt x="61" y="23"/>
                  </a:moveTo>
                  <a:cubicBezTo>
                    <a:pt x="63" y="23"/>
                    <a:pt x="64" y="22"/>
                    <a:pt x="64" y="21"/>
                  </a:cubicBezTo>
                  <a:cubicBezTo>
                    <a:pt x="64" y="19"/>
                    <a:pt x="63" y="18"/>
                    <a:pt x="61" y="18"/>
                  </a:cubicBezTo>
                  <a:cubicBezTo>
                    <a:pt x="59" y="18"/>
                    <a:pt x="58" y="19"/>
                    <a:pt x="58" y="21"/>
                  </a:cubicBezTo>
                  <a:cubicBezTo>
                    <a:pt x="58" y="23"/>
                    <a:pt x="59" y="24"/>
                    <a:pt x="61" y="23"/>
                  </a:cubicBezTo>
                  <a:close/>
                  <a:moveTo>
                    <a:pt x="61" y="14"/>
                  </a:moveTo>
                  <a:cubicBezTo>
                    <a:pt x="62" y="14"/>
                    <a:pt x="63" y="13"/>
                    <a:pt x="63" y="12"/>
                  </a:cubicBezTo>
                  <a:cubicBezTo>
                    <a:pt x="63" y="10"/>
                    <a:pt x="62" y="9"/>
                    <a:pt x="61" y="9"/>
                  </a:cubicBezTo>
                  <a:cubicBezTo>
                    <a:pt x="59" y="9"/>
                    <a:pt x="58" y="10"/>
                    <a:pt x="58" y="12"/>
                  </a:cubicBezTo>
                  <a:cubicBezTo>
                    <a:pt x="58" y="13"/>
                    <a:pt x="59" y="14"/>
                    <a:pt x="61" y="14"/>
                  </a:cubicBezTo>
                  <a:close/>
                  <a:moveTo>
                    <a:pt x="55" y="16"/>
                  </a:moveTo>
                  <a:cubicBezTo>
                    <a:pt x="52" y="17"/>
                    <a:pt x="51" y="19"/>
                    <a:pt x="51" y="21"/>
                  </a:cubicBezTo>
                  <a:cubicBezTo>
                    <a:pt x="51" y="26"/>
                    <a:pt x="54" y="28"/>
                    <a:pt x="61" y="28"/>
                  </a:cubicBezTo>
                  <a:cubicBezTo>
                    <a:pt x="67" y="28"/>
                    <a:pt x="70" y="26"/>
                    <a:pt x="70" y="21"/>
                  </a:cubicBezTo>
                  <a:cubicBezTo>
                    <a:pt x="70" y="19"/>
                    <a:pt x="69" y="17"/>
                    <a:pt x="67" y="16"/>
                  </a:cubicBezTo>
                  <a:cubicBezTo>
                    <a:pt x="69" y="15"/>
                    <a:pt x="70" y="14"/>
                    <a:pt x="70" y="11"/>
                  </a:cubicBezTo>
                  <a:cubicBezTo>
                    <a:pt x="69" y="7"/>
                    <a:pt x="66" y="5"/>
                    <a:pt x="61" y="5"/>
                  </a:cubicBezTo>
                  <a:cubicBezTo>
                    <a:pt x="55" y="5"/>
                    <a:pt x="52" y="7"/>
                    <a:pt x="52" y="11"/>
                  </a:cubicBezTo>
                  <a:cubicBezTo>
                    <a:pt x="51" y="13"/>
                    <a:pt x="52" y="15"/>
                    <a:pt x="55" y="16"/>
                  </a:cubicBezTo>
                  <a:close/>
                  <a:moveTo>
                    <a:pt x="84" y="16"/>
                  </a:moveTo>
                  <a:cubicBezTo>
                    <a:pt x="86" y="16"/>
                    <a:pt x="87" y="15"/>
                    <a:pt x="87" y="13"/>
                  </a:cubicBezTo>
                  <a:cubicBezTo>
                    <a:pt x="87" y="11"/>
                    <a:pt x="86" y="10"/>
                    <a:pt x="84" y="10"/>
                  </a:cubicBezTo>
                  <a:cubicBezTo>
                    <a:pt x="82" y="10"/>
                    <a:pt x="81" y="11"/>
                    <a:pt x="81" y="13"/>
                  </a:cubicBezTo>
                  <a:cubicBezTo>
                    <a:pt x="81" y="15"/>
                    <a:pt x="82" y="16"/>
                    <a:pt x="84" y="16"/>
                  </a:cubicBezTo>
                  <a:close/>
                  <a:moveTo>
                    <a:pt x="75" y="22"/>
                  </a:moveTo>
                  <a:cubicBezTo>
                    <a:pt x="76" y="26"/>
                    <a:pt x="79" y="28"/>
                    <a:pt x="84" y="28"/>
                  </a:cubicBezTo>
                  <a:cubicBezTo>
                    <a:pt x="90" y="28"/>
                    <a:pt x="94" y="24"/>
                    <a:pt x="94" y="17"/>
                  </a:cubicBezTo>
                  <a:cubicBezTo>
                    <a:pt x="94" y="9"/>
                    <a:pt x="90" y="5"/>
                    <a:pt x="83" y="5"/>
                  </a:cubicBezTo>
                  <a:cubicBezTo>
                    <a:pt x="77" y="5"/>
                    <a:pt x="74" y="8"/>
                    <a:pt x="74" y="13"/>
                  </a:cubicBezTo>
                  <a:cubicBezTo>
                    <a:pt x="75" y="18"/>
                    <a:pt x="77" y="20"/>
                    <a:pt x="82" y="20"/>
                  </a:cubicBezTo>
                  <a:cubicBezTo>
                    <a:pt x="84" y="20"/>
                    <a:pt x="86" y="20"/>
                    <a:pt x="87" y="19"/>
                  </a:cubicBezTo>
                  <a:cubicBezTo>
                    <a:pt x="87" y="22"/>
                    <a:pt x="86" y="24"/>
                    <a:pt x="84" y="24"/>
                  </a:cubicBezTo>
                  <a:cubicBezTo>
                    <a:pt x="82" y="24"/>
                    <a:pt x="81" y="23"/>
                    <a:pt x="81" y="22"/>
                  </a:cubicBezTo>
                  <a:cubicBezTo>
                    <a:pt x="75" y="22"/>
                    <a:pt x="75" y="22"/>
                    <a:pt x="75" y="22"/>
                  </a:cubicBezTo>
                  <a:close/>
                  <a:moveTo>
                    <a:pt x="108" y="17"/>
                  </a:moveTo>
                  <a:cubicBezTo>
                    <a:pt x="106" y="17"/>
                    <a:pt x="105" y="18"/>
                    <a:pt x="105" y="21"/>
                  </a:cubicBezTo>
                  <a:cubicBezTo>
                    <a:pt x="105" y="22"/>
                    <a:pt x="106" y="23"/>
                    <a:pt x="108" y="24"/>
                  </a:cubicBezTo>
                  <a:cubicBezTo>
                    <a:pt x="110" y="24"/>
                    <a:pt x="111" y="22"/>
                    <a:pt x="111" y="20"/>
                  </a:cubicBezTo>
                  <a:cubicBezTo>
                    <a:pt x="111" y="19"/>
                    <a:pt x="110" y="18"/>
                    <a:pt x="108" y="17"/>
                  </a:cubicBezTo>
                  <a:close/>
                  <a:moveTo>
                    <a:pt x="117" y="11"/>
                  </a:moveTo>
                  <a:cubicBezTo>
                    <a:pt x="116" y="7"/>
                    <a:pt x="113" y="5"/>
                    <a:pt x="108" y="5"/>
                  </a:cubicBezTo>
                  <a:cubicBezTo>
                    <a:pt x="101" y="5"/>
                    <a:pt x="98" y="9"/>
                    <a:pt x="98" y="17"/>
                  </a:cubicBezTo>
                  <a:cubicBezTo>
                    <a:pt x="98" y="24"/>
                    <a:pt x="101" y="28"/>
                    <a:pt x="109" y="28"/>
                  </a:cubicBezTo>
                  <a:cubicBezTo>
                    <a:pt x="114" y="28"/>
                    <a:pt x="117" y="25"/>
                    <a:pt x="118" y="20"/>
                  </a:cubicBezTo>
                  <a:cubicBezTo>
                    <a:pt x="117" y="16"/>
                    <a:pt x="115" y="13"/>
                    <a:pt x="110" y="13"/>
                  </a:cubicBezTo>
                  <a:cubicBezTo>
                    <a:pt x="108" y="13"/>
                    <a:pt x="106" y="14"/>
                    <a:pt x="105" y="15"/>
                  </a:cubicBezTo>
                  <a:cubicBezTo>
                    <a:pt x="105" y="11"/>
                    <a:pt x="106" y="9"/>
                    <a:pt x="108" y="9"/>
                  </a:cubicBezTo>
                  <a:cubicBezTo>
                    <a:pt x="109" y="9"/>
                    <a:pt x="110" y="10"/>
                    <a:pt x="111" y="11"/>
                  </a:cubicBezTo>
                  <a:lnTo>
                    <a:pt x="117"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ľïdé">
              <a:extLst>
                <a:ext uri="{FF2B5EF4-FFF2-40B4-BE49-F238E27FC236}">
                  <a16:creationId xmlns:a16="http://schemas.microsoft.com/office/drawing/2014/main" id="{3D6BABEB-7A1E-9A78-9546-6E08A5D25AC1}"/>
                </a:ext>
              </a:extLst>
            </p:cNvPr>
            <p:cNvSpPr/>
            <p:nvPr/>
          </p:nvSpPr>
          <p:spPr bwMode="auto">
            <a:xfrm>
              <a:off x="3810000" y="3059113"/>
              <a:ext cx="42863" cy="241300"/>
            </a:xfrm>
            <a:custGeom>
              <a:avLst/>
              <a:gdLst>
                <a:gd name="T0" fmla="*/ 0 w 13"/>
                <a:gd name="T1" fmla="*/ 70 h 73"/>
                <a:gd name="T2" fmla="*/ 0 w 13"/>
                <a:gd name="T3" fmla="*/ 51 h 73"/>
                <a:gd name="T4" fmla="*/ 0 w 13"/>
                <a:gd name="T5" fmla="*/ 3 h 73"/>
                <a:gd name="T6" fmla="*/ 2 w 13"/>
                <a:gd name="T7" fmla="*/ 0 h 73"/>
                <a:gd name="T8" fmla="*/ 11 w 13"/>
                <a:gd name="T9" fmla="*/ 0 h 73"/>
                <a:gd name="T10" fmla="*/ 13 w 13"/>
                <a:gd name="T11" fmla="*/ 3 h 73"/>
                <a:gd name="T12" fmla="*/ 13 w 13"/>
                <a:gd name="T13" fmla="*/ 51 h 73"/>
                <a:gd name="T14" fmla="*/ 13 w 13"/>
                <a:gd name="T15" fmla="*/ 70 h 73"/>
                <a:gd name="T16" fmla="*/ 13 w 13"/>
                <a:gd name="T17" fmla="*/ 73 h 73"/>
                <a:gd name="T18" fmla="*/ 11 w 13"/>
                <a:gd name="T19" fmla="*/ 73 h 73"/>
                <a:gd name="T20" fmla="*/ 2 w 13"/>
                <a:gd name="T21" fmla="*/ 73 h 73"/>
                <a:gd name="T22" fmla="*/ 0 w 13"/>
                <a:gd name="T23" fmla="*/ 73 h 73"/>
                <a:gd name="T24" fmla="*/ 0 w 13"/>
                <a:gd name="T25" fmla="*/ 70 h 73"/>
                <a:gd name="T26" fmla="*/ 0 w 13"/>
                <a:gd name="T2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73">
                  <a:moveTo>
                    <a:pt x="0" y="70"/>
                  </a:moveTo>
                  <a:cubicBezTo>
                    <a:pt x="0" y="51"/>
                    <a:pt x="0" y="51"/>
                    <a:pt x="0" y="51"/>
                  </a:cubicBezTo>
                  <a:cubicBezTo>
                    <a:pt x="0" y="3"/>
                    <a:pt x="0" y="3"/>
                    <a:pt x="0" y="3"/>
                  </a:cubicBezTo>
                  <a:cubicBezTo>
                    <a:pt x="0" y="1"/>
                    <a:pt x="1" y="0"/>
                    <a:pt x="2" y="0"/>
                  </a:cubicBezTo>
                  <a:cubicBezTo>
                    <a:pt x="11" y="0"/>
                    <a:pt x="11" y="0"/>
                    <a:pt x="11" y="0"/>
                  </a:cubicBezTo>
                  <a:cubicBezTo>
                    <a:pt x="12" y="0"/>
                    <a:pt x="13" y="1"/>
                    <a:pt x="13" y="3"/>
                  </a:cubicBezTo>
                  <a:cubicBezTo>
                    <a:pt x="13" y="51"/>
                    <a:pt x="13" y="51"/>
                    <a:pt x="13" y="51"/>
                  </a:cubicBezTo>
                  <a:cubicBezTo>
                    <a:pt x="13" y="70"/>
                    <a:pt x="13" y="70"/>
                    <a:pt x="13" y="70"/>
                  </a:cubicBezTo>
                  <a:cubicBezTo>
                    <a:pt x="13" y="73"/>
                    <a:pt x="13" y="73"/>
                    <a:pt x="13" y="73"/>
                  </a:cubicBezTo>
                  <a:cubicBezTo>
                    <a:pt x="11" y="73"/>
                    <a:pt x="11" y="73"/>
                    <a:pt x="11" y="73"/>
                  </a:cubicBezTo>
                  <a:cubicBezTo>
                    <a:pt x="2" y="73"/>
                    <a:pt x="2" y="73"/>
                    <a:pt x="2" y="73"/>
                  </a:cubicBezTo>
                  <a:cubicBezTo>
                    <a:pt x="0" y="73"/>
                    <a:pt x="0" y="73"/>
                    <a:pt x="0" y="73"/>
                  </a:cubicBezTo>
                  <a:cubicBezTo>
                    <a:pt x="0" y="70"/>
                    <a:pt x="0" y="70"/>
                    <a:pt x="0" y="70"/>
                  </a:cubicBezTo>
                  <a:cubicBezTo>
                    <a:pt x="0" y="70"/>
                    <a:pt x="0" y="70"/>
                    <a:pt x="0"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iṧľîḓe">
              <a:extLst>
                <a:ext uri="{FF2B5EF4-FFF2-40B4-BE49-F238E27FC236}">
                  <a16:creationId xmlns:a16="http://schemas.microsoft.com/office/drawing/2014/main" id="{BB9C2149-6CD2-0048-94C9-7CF57AAFECD6}"/>
                </a:ext>
              </a:extLst>
            </p:cNvPr>
            <p:cNvSpPr/>
            <p:nvPr/>
          </p:nvSpPr>
          <p:spPr bwMode="auto">
            <a:xfrm>
              <a:off x="3865563" y="3079751"/>
              <a:ext cx="188913" cy="239713"/>
            </a:xfrm>
            <a:custGeom>
              <a:avLst/>
              <a:gdLst>
                <a:gd name="T0" fmla="*/ 0 w 57"/>
                <a:gd name="T1" fmla="*/ 65 h 73"/>
                <a:gd name="T2" fmla="*/ 0 w 57"/>
                <a:gd name="T3" fmla="*/ 47 h 73"/>
                <a:gd name="T4" fmla="*/ 0 w 57"/>
                <a:gd name="T5" fmla="*/ 2 h 73"/>
                <a:gd name="T6" fmla="*/ 2 w 57"/>
                <a:gd name="T7" fmla="*/ 0 h 73"/>
                <a:gd name="T8" fmla="*/ 10 w 57"/>
                <a:gd name="T9" fmla="*/ 0 h 73"/>
                <a:gd name="T10" fmla="*/ 11 w 57"/>
                <a:gd name="T11" fmla="*/ 2 h 73"/>
                <a:gd name="T12" fmla="*/ 11 w 57"/>
                <a:gd name="T13" fmla="*/ 16 h 73"/>
                <a:gd name="T14" fmla="*/ 17 w 57"/>
                <a:gd name="T15" fmla="*/ 12 h 73"/>
                <a:gd name="T16" fmla="*/ 20 w 57"/>
                <a:gd name="T17" fmla="*/ 13 h 73"/>
                <a:gd name="T18" fmla="*/ 46 w 57"/>
                <a:gd name="T19" fmla="*/ 50 h 73"/>
                <a:gd name="T20" fmla="*/ 56 w 57"/>
                <a:gd name="T21" fmla="*/ 64 h 73"/>
                <a:gd name="T22" fmla="*/ 57 w 57"/>
                <a:gd name="T23" fmla="*/ 66 h 73"/>
                <a:gd name="T24" fmla="*/ 55 w 57"/>
                <a:gd name="T25" fmla="*/ 67 h 73"/>
                <a:gd name="T26" fmla="*/ 49 w 57"/>
                <a:gd name="T27" fmla="*/ 72 h 73"/>
                <a:gd name="T28" fmla="*/ 47 w 57"/>
                <a:gd name="T29" fmla="*/ 73 h 73"/>
                <a:gd name="T30" fmla="*/ 46 w 57"/>
                <a:gd name="T31" fmla="*/ 71 h 73"/>
                <a:gd name="T32" fmla="*/ 46 w 57"/>
                <a:gd name="T33" fmla="*/ 71 h 73"/>
                <a:gd name="T34" fmla="*/ 36 w 57"/>
                <a:gd name="T35" fmla="*/ 56 h 73"/>
                <a:gd name="T36" fmla="*/ 11 w 57"/>
                <a:gd name="T37" fmla="*/ 21 h 73"/>
                <a:gd name="T38" fmla="*/ 11 w 57"/>
                <a:gd name="T39" fmla="*/ 47 h 73"/>
                <a:gd name="T40" fmla="*/ 11 w 57"/>
                <a:gd name="T41" fmla="*/ 65 h 73"/>
                <a:gd name="T42" fmla="*/ 11 w 57"/>
                <a:gd name="T43" fmla="*/ 67 h 73"/>
                <a:gd name="T44" fmla="*/ 10 w 57"/>
                <a:gd name="T45" fmla="*/ 67 h 73"/>
                <a:gd name="T46" fmla="*/ 2 w 57"/>
                <a:gd name="T47" fmla="*/ 67 h 73"/>
                <a:gd name="T48" fmla="*/ 0 w 57"/>
                <a:gd name="T49" fmla="*/ 67 h 73"/>
                <a:gd name="T50" fmla="*/ 0 w 57"/>
                <a:gd name="T51" fmla="*/ 65 h 73"/>
                <a:gd name="T52" fmla="*/ 0 w 57"/>
                <a:gd name="T53"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 h="73">
                  <a:moveTo>
                    <a:pt x="0" y="65"/>
                  </a:moveTo>
                  <a:cubicBezTo>
                    <a:pt x="0" y="47"/>
                    <a:pt x="0" y="47"/>
                    <a:pt x="0" y="47"/>
                  </a:cubicBezTo>
                  <a:cubicBezTo>
                    <a:pt x="0" y="2"/>
                    <a:pt x="0" y="2"/>
                    <a:pt x="0" y="2"/>
                  </a:cubicBezTo>
                  <a:cubicBezTo>
                    <a:pt x="0" y="1"/>
                    <a:pt x="1" y="0"/>
                    <a:pt x="2" y="0"/>
                  </a:cubicBezTo>
                  <a:cubicBezTo>
                    <a:pt x="10" y="0"/>
                    <a:pt x="10" y="0"/>
                    <a:pt x="10" y="0"/>
                  </a:cubicBezTo>
                  <a:cubicBezTo>
                    <a:pt x="11" y="0"/>
                    <a:pt x="11" y="1"/>
                    <a:pt x="11" y="2"/>
                  </a:cubicBezTo>
                  <a:cubicBezTo>
                    <a:pt x="11" y="16"/>
                    <a:pt x="11" y="16"/>
                    <a:pt x="11" y="16"/>
                  </a:cubicBezTo>
                  <a:cubicBezTo>
                    <a:pt x="17" y="12"/>
                    <a:pt x="17" y="12"/>
                    <a:pt x="17" y="12"/>
                  </a:cubicBezTo>
                  <a:cubicBezTo>
                    <a:pt x="18" y="12"/>
                    <a:pt x="19" y="12"/>
                    <a:pt x="20" y="13"/>
                  </a:cubicBezTo>
                  <a:cubicBezTo>
                    <a:pt x="46" y="50"/>
                    <a:pt x="46" y="50"/>
                    <a:pt x="46" y="50"/>
                  </a:cubicBezTo>
                  <a:cubicBezTo>
                    <a:pt x="56" y="64"/>
                    <a:pt x="56" y="64"/>
                    <a:pt x="56" y="64"/>
                  </a:cubicBezTo>
                  <a:cubicBezTo>
                    <a:pt x="57" y="66"/>
                    <a:pt x="57" y="66"/>
                    <a:pt x="57" y="66"/>
                  </a:cubicBezTo>
                  <a:cubicBezTo>
                    <a:pt x="55" y="67"/>
                    <a:pt x="55" y="67"/>
                    <a:pt x="55" y="67"/>
                  </a:cubicBezTo>
                  <a:cubicBezTo>
                    <a:pt x="49" y="72"/>
                    <a:pt x="49" y="72"/>
                    <a:pt x="49" y="72"/>
                  </a:cubicBezTo>
                  <a:cubicBezTo>
                    <a:pt x="47" y="73"/>
                    <a:pt x="47" y="73"/>
                    <a:pt x="47" y="73"/>
                  </a:cubicBezTo>
                  <a:cubicBezTo>
                    <a:pt x="46" y="71"/>
                    <a:pt x="46" y="71"/>
                    <a:pt x="46" y="71"/>
                  </a:cubicBezTo>
                  <a:cubicBezTo>
                    <a:pt x="46" y="71"/>
                    <a:pt x="46" y="71"/>
                    <a:pt x="46" y="71"/>
                  </a:cubicBezTo>
                  <a:cubicBezTo>
                    <a:pt x="36" y="56"/>
                    <a:pt x="36" y="56"/>
                    <a:pt x="36" y="56"/>
                  </a:cubicBezTo>
                  <a:cubicBezTo>
                    <a:pt x="11" y="21"/>
                    <a:pt x="11" y="21"/>
                    <a:pt x="11" y="21"/>
                  </a:cubicBezTo>
                  <a:cubicBezTo>
                    <a:pt x="11" y="47"/>
                    <a:pt x="11" y="47"/>
                    <a:pt x="11" y="47"/>
                  </a:cubicBezTo>
                  <a:cubicBezTo>
                    <a:pt x="11" y="65"/>
                    <a:pt x="11" y="65"/>
                    <a:pt x="11" y="65"/>
                  </a:cubicBezTo>
                  <a:cubicBezTo>
                    <a:pt x="11" y="67"/>
                    <a:pt x="11" y="67"/>
                    <a:pt x="11" y="67"/>
                  </a:cubicBezTo>
                  <a:cubicBezTo>
                    <a:pt x="10" y="67"/>
                    <a:pt x="10" y="67"/>
                    <a:pt x="10" y="67"/>
                  </a:cubicBezTo>
                  <a:cubicBezTo>
                    <a:pt x="2" y="67"/>
                    <a:pt x="2" y="67"/>
                    <a:pt x="2" y="67"/>
                  </a:cubicBezTo>
                  <a:cubicBezTo>
                    <a:pt x="0" y="67"/>
                    <a:pt x="0" y="67"/>
                    <a:pt x="0" y="67"/>
                  </a:cubicBezTo>
                  <a:cubicBezTo>
                    <a:pt x="0" y="65"/>
                    <a:pt x="0" y="65"/>
                    <a:pt x="0" y="65"/>
                  </a:cubicBezTo>
                  <a:cubicBezTo>
                    <a:pt x="0" y="65"/>
                    <a:pt x="0" y="65"/>
                    <a:pt x="0"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îṣľíḍê">
              <a:extLst>
                <a:ext uri="{FF2B5EF4-FFF2-40B4-BE49-F238E27FC236}">
                  <a16:creationId xmlns:a16="http://schemas.microsoft.com/office/drawing/2014/main" id="{7FC221DF-7EDB-0697-52BA-80C86209590A}"/>
                </a:ext>
              </a:extLst>
            </p:cNvPr>
            <p:cNvSpPr/>
            <p:nvPr/>
          </p:nvSpPr>
          <p:spPr bwMode="auto">
            <a:xfrm>
              <a:off x="3625850" y="3162301"/>
              <a:ext cx="171450" cy="39688"/>
            </a:xfrm>
            <a:custGeom>
              <a:avLst/>
              <a:gdLst>
                <a:gd name="T0" fmla="*/ 2 w 52"/>
                <a:gd name="T1" fmla="*/ 12 h 12"/>
                <a:gd name="T2" fmla="*/ 16 w 52"/>
                <a:gd name="T3" fmla="*/ 12 h 12"/>
                <a:gd name="T4" fmla="*/ 50 w 52"/>
                <a:gd name="T5" fmla="*/ 12 h 12"/>
                <a:gd name="T6" fmla="*/ 52 w 52"/>
                <a:gd name="T7" fmla="*/ 10 h 12"/>
                <a:gd name="T8" fmla="*/ 52 w 52"/>
                <a:gd name="T9" fmla="*/ 2 h 12"/>
                <a:gd name="T10" fmla="*/ 50 w 52"/>
                <a:gd name="T11" fmla="*/ 0 h 12"/>
                <a:gd name="T12" fmla="*/ 16 w 52"/>
                <a:gd name="T13" fmla="*/ 0 h 12"/>
                <a:gd name="T14" fmla="*/ 2 w 52"/>
                <a:gd name="T15" fmla="*/ 0 h 12"/>
                <a:gd name="T16" fmla="*/ 0 w 52"/>
                <a:gd name="T17" fmla="*/ 0 h 12"/>
                <a:gd name="T18" fmla="*/ 0 w 52"/>
                <a:gd name="T19" fmla="*/ 2 h 12"/>
                <a:gd name="T20" fmla="*/ 0 w 52"/>
                <a:gd name="T21" fmla="*/ 10 h 12"/>
                <a:gd name="T22" fmla="*/ 0 w 52"/>
                <a:gd name="T23" fmla="*/ 12 h 12"/>
                <a:gd name="T24" fmla="*/ 2 w 52"/>
                <a:gd name="T25" fmla="*/ 12 h 12"/>
                <a:gd name="T26" fmla="*/ 2 w 52"/>
                <a:gd name="T27" fmla="*/ 12 h 12"/>
                <a:gd name="T28" fmla="*/ 45 w 52"/>
                <a:gd name="T29" fmla="*/ 2 h 12"/>
                <a:gd name="T30" fmla="*/ 46 w 52"/>
                <a:gd name="T31" fmla="*/ 2 h 12"/>
                <a:gd name="T32" fmla="*/ 46 w 52"/>
                <a:gd name="T33" fmla="*/ 11 h 12"/>
                <a:gd name="T34" fmla="*/ 45 w 52"/>
                <a:gd name="T35" fmla="*/ 11 h 12"/>
                <a:gd name="T36" fmla="*/ 45 w 52"/>
                <a:gd name="T3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2">
                  <a:moveTo>
                    <a:pt x="2" y="12"/>
                  </a:moveTo>
                  <a:cubicBezTo>
                    <a:pt x="16" y="12"/>
                    <a:pt x="16" y="12"/>
                    <a:pt x="16" y="12"/>
                  </a:cubicBezTo>
                  <a:cubicBezTo>
                    <a:pt x="50" y="12"/>
                    <a:pt x="50" y="12"/>
                    <a:pt x="50" y="12"/>
                  </a:cubicBezTo>
                  <a:cubicBezTo>
                    <a:pt x="51" y="12"/>
                    <a:pt x="52" y="11"/>
                    <a:pt x="52" y="10"/>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0"/>
                    <a:pt x="0" y="10"/>
                    <a:pt x="0" y="10"/>
                  </a:cubicBezTo>
                  <a:cubicBezTo>
                    <a:pt x="0" y="12"/>
                    <a:pt x="0" y="12"/>
                    <a:pt x="0" y="12"/>
                  </a:cubicBezTo>
                  <a:cubicBezTo>
                    <a:pt x="2" y="12"/>
                    <a:pt x="2" y="12"/>
                    <a:pt x="2" y="12"/>
                  </a:cubicBezTo>
                  <a:cubicBezTo>
                    <a:pt x="2" y="12"/>
                    <a:pt x="2" y="12"/>
                    <a:pt x="2" y="12"/>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íşľïďê">
              <a:extLst>
                <a:ext uri="{FF2B5EF4-FFF2-40B4-BE49-F238E27FC236}">
                  <a16:creationId xmlns:a16="http://schemas.microsoft.com/office/drawing/2014/main" id="{0E2BCADB-E1F4-F0FC-32BC-BB519087BB4B}"/>
                </a:ext>
              </a:extLst>
            </p:cNvPr>
            <p:cNvSpPr/>
            <p:nvPr/>
          </p:nvSpPr>
          <p:spPr bwMode="auto">
            <a:xfrm>
              <a:off x="3625850" y="3208338"/>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îṧḻíḍe">
              <a:extLst>
                <a:ext uri="{FF2B5EF4-FFF2-40B4-BE49-F238E27FC236}">
                  <a16:creationId xmlns:a16="http://schemas.microsoft.com/office/drawing/2014/main" id="{9FF4C81E-AF7B-83A5-5C6C-B98FE99AAF03}"/>
                </a:ext>
              </a:extLst>
            </p:cNvPr>
            <p:cNvSpPr/>
            <p:nvPr/>
          </p:nvSpPr>
          <p:spPr bwMode="auto">
            <a:xfrm>
              <a:off x="3625850" y="3257551"/>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ïsļíďé">
              <a:extLst>
                <a:ext uri="{FF2B5EF4-FFF2-40B4-BE49-F238E27FC236}">
                  <a16:creationId xmlns:a16="http://schemas.microsoft.com/office/drawing/2014/main" id="{E04C56F5-B05D-9F4D-F1F3-B6982D4C94A6}"/>
                </a:ext>
              </a:extLst>
            </p:cNvPr>
            <p:cNvSpPr/>
            <p:nvPr/>
          </p:nvSpPr>
          <p:spPr bwMode="auto">
            <a:xfrm>
              <a:off x="3586163" y="3101976"/>
              <a:ext cx="211138" cy="63500"/>
            </a:xfrm>
            <a:custGeom>
              <a:avLst/>
              <a:gdLst>
                <a:gd name="T0" fmla="*/ 57 w 64"/>
                <a:gd name="T1" fmla="*/ 0 h 19"/>
                <a:gd name="T2" fmla="*/ 64 w 64"/>
                <a:gd name="T3" fmla="*/ 7 h 19"/>
                <a:gd name="T4" fmla="*/ 57 w 64"/>
                <a:gd name="T5" fmla="*/ 14 h 19"/>
                <a:gd name="T6" fmla="*/ 57 w 64"/>
                <a:gd name="T7" fmla="*/ 14 h 19"/>
                <a:gd name="T8" fmla="*/ 25 w 64"/>
                <a:gd name="T9" fmla="*/ 14 h 19"/>
                <a:gd name="T10" fmla="*/ 25 w 64"/>
                <a:gd name="T11" fmla="*/ 13 h 19"/>
                <a:gd name="T12" fmla="*/ 52 w 64"/>
                <a:gd name="T13" fmla="*/ 13 h 19"/>
                <a:gd name="T14" fmla="*/ 50 w 64"/>
                <a:gd name="T15" fmla="*/ 12 h 19"/>
                <a:gd name="T16" fmla="*/ 0 w 64"/>
                <a:gd name="T17" fmla="*/ 19 h 19"/>
                <a:gd name="T18" fmla="*/ 4 w 64"/>
                <a:gd name="T19" fmla="*/ 7 h 19"/>
                <a:gd name="T20" fmla="*/ 49 w 64"/>
                <a:gd name="T21" fmla="*/ 5 h 19"/>
                <a:gd name="T22" fmla="*/ 57 w 64"/>
                <a:gd name="T23" fmla="*/ 0 h 19"/>
                <a:gd name="T24" fmla="*/ 57 w 64"/>
                <a:gd name="T25" fmla="*/ 4 h 19"/>
                <a:gd name="T26" fmla="*/ 57 w 64"/>
                <a:gd name="T27" fmla="*/ 9 h 19"/>
                <a:gd name="T28" fmla="*/ 53 w 64"/>
                <a:gd name="T29" fmla="*/ 12 h 19"/>
                <a:gd name="T30" fmla="*/ 59 w 64"/>
                <a:gd name="T31" fmla="*/ 7 h 19"/>
                <a:gd name="T32" fmla="*/ 57 w 64"/>
                <a:gd name="T33"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9">
                  <a:moveTo>
                    <a:pt x="57" y="0"/>
                  </a:moveTo>
                  <a:cubicBezTo>
                    <a:pt x="61" y="0"/>
                    <a:pt x="64" y="3"/>
                    <a:pt x="64" y="7"/>
                  </a:cubicBezTo>
                  <a:cubicBezTo>
                    <a:pt x="64" y="11"/>
                    <a:pt x="61" y="14"/>
                    <a:pt x="57" y="14"/>
                  </a:cubicBezTo>
                  <a:cubicBezTo>
                    <a:pt x="57" y="14"/>
                    <a:pt x="57" y="14"/>
                    <a:pt x="57" y="14"/>
                  </a:cubicBezTo>
                  <a:cubicBezTo>
                    <a:pt x="25" y="14"/>
                    <a:pt x="25" y="14"/>
                    <a:pt x="25" y="14"/>
                  </a:cubicBezTo>
                  <a:cubicBezTo>
                    <a:pt x="25" y="13"/>
                    <a:pt x="25" y="13"/>
                    <a:pt x="25" y="13"/>
                  </a:cubicBezTo>
                  <a:cubicBezTo>
                    <a:pt x="52" y="13"/>
                    <a:pt x="52" y="13"/>
                    <a:pt x="52" y="13"/>
                  </a:cubicBezTo>
                  <a:cubicBezTo>
                    <a:pt x="51" y="12"/>
                    <a:pt x="51" y="12"/>
                    <a:pt x="50" y="12"/>
                  </a:cubicBezTo>
                  <a:cubicBezTo>
                    <a:pt x="21" y="10"/>
                    <a:pt x="6" y="17"/>
                    <a:pt x="0" y="19"/>
                  </a:cubicBezTo>
                  <a:cubicBezTo>
                    <a:pt x="0" y="18"/>
                    <a:pt x="2" y="10"/>
                    <a:pt x="4" y="7"/>
                  </a:cubicBezTo>
                  <a:cubicBezTo>
                    <a:pt x="26" y="2"/>
                    <a:pt x="31" y="4"/>
                    <a:pt x="49" y="5"/>
                  </a:cubicBezTo>
                  <a:cubicBezTo>
                    <a:pt x="50" y="2"/>
                    <a:pt x="53" y="0"/>
                    <a:pt x="57" y="0"/>
                  </a:cubicBezTo>
                  <a:close/>
                  <a:moveTo>
                    <a:pt x="57" y="4"/>
                  </a:moveTo>
                  <a:cubicBezTo>
                    <a:pt x="53" y="4"/>
                    <a:pt x="52" y="9"/>
                    <a:pt x="57" y="9"/>
                  </a:cubicBezTo>
                  <a:cubicBezTo>
                    <a:pt x="56" y="11"/>
                    <a:pt x="55" y="11"/>
                    <a:pt x="53" y="12"/>
                  </a:cubicBezTo>
                  <a:cubicBezTo>
                    <a:pt x="55" y="13"/>
                    <a:pt x="59" y="11"/>
                    <a:pt x="59" y="7"/>
                  </a:cubicBezTo>
                  <a:cubicBezTo>
                    <a:pt x="59" y="6"/>
                    <a:pt x="58" y="4"/>
                    <a:pt x="5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iSľïďê">
              <a:extLst>
                <a:ext uri="{FF2B5EF4-FFF2-40B4-BE49-F238E27FC236}">
                  <a16:creationId xmlns:a16="http://schemas.microsoft.com/office/drawing/2014/main" id="{9A7BBEE2-7C26-18AC-4DCB-E476B92D1702}"/>
                </a:ext>
              </a:extLst>
            </p:cNvPr>
            <p:cNvSpPr/>
            <p:nvPr/>
          </p:nvSpPr>
          <p:spPr bwMode="auto">
            <a:xfrm>
              <a:off x="4103688" y="3303588"/>
              <a:ext cx="52388" cy="268288"/>
            </a:xfrm>
            <a:custGeom>
              <a:avLst/>
              <a:gdLst>
                <a:gd name="T0" fmla="*/ 6 w 16"/>
                <a:gd name="T1" fmla="*/ 0 h 81"/>
                <a:gd name="T2" fmla="*/ 9 w 16"/>
                <a:gd name="T3" fmla="*/ 0 h 81"/>
                <a:gd name="T4" fmla="*/ 13 w 16"/>
                <a:gd name="T5" fmla="*/ 3 h 81"/>
                <a:gd name="T6" fmla="*/ 13 w 16"/>
                <a:gd name="T7" fmla="*/ 16 h 81"/>
                <a:gd name="T8" fmla="*/ 10 w 16"/>
                <a:gd name="T9" fmla="*/ 19 h 81"/>
                <a:gd name="T10" fmla="*/ 10 w 16"/>
                <a:gd name="T11" fmla="*/ 29 h 81"/>
                <a:gd name="T12" fmla="*/ 12 w 16"/>
                <a:gd name="T13" fmla="*/ 29 h 81"/>
                <a:gd name="T14" fmla="*/ 16 w 16"/>
                <a:gd name="T15" fmla="*/ 32 h 81"/>
                <a:gd name="T16" fmla="*/ 16 w 16"/>
                <a:gd name="T17" fmla="*/ 47 h 81"/>
                <a:gd name="T18" fmla="*/ 12 w 16"/>
                <a:gd name="T19" fmla="*/ 50 h 81"/>
                <a:gd name="T20" fmla="*/ 10 w 16"/>
                <a:gd name="T21" fmla="*/ 50 h 81"/>
                <a:gd name="T22" fmla="*/ 10 w 16"/>
                <a:gd name="T23" fmla="*/ 60 h 81"/>
                <a:gd name="T24" fmla="*/ 12 w 16"/>
                <a:gd name="T25" fmla="*/ 60 h 81"/>
                <a:gd name="T26" fmla="*/ 16 w 16"/>
                <a:gd name="T27" fmla="*/ 63 h 81"/>
                <a:gd name="T28" fmla="*/ 16 w 16"/>
                <a:gd name="T29" fmla="*/ 78 h 81"/>
                <a:gd name="T30" fmla="*/ 12 w 16"/>
                <a:gd name="T31" fmla="*/ 81 h 81"/>
                <a:gd name="T32" fmla="*/ 4 w 16"/>
                <a:gd name="T33" fmla="*/ 81 h 81"/>
                <a:gd name="T34" fmla="*/ 0 w 16"/>
                <a:gd name="T35" fmla="*/ 78 h 81"/>
                <a:gd name="T36" fmla="*/ 0 w 16"/>
                <a:gd name="T37" fmla="*/ 63 h 81"/>
                <a:gd name="T38" fmla="*/ 4 w 16"/>
                <a:gd name="T39" fmla="*/ 60 h 81"/>
                <a:gd name="T40" fmla="*/ 6 w 16"/>
                <a:gd name="T41" fmla="*/ 60 h 81"/>
                <a:gd name="T42" fmla="*/ 6 w 16"/>
                <a:gd name="T43" fmla="*/ 50 h 81"/>
                <a:gd name="T44" fmla="*/ 4 w 16"/>
                <a:gd name="T45" fmla="*/ 50 h 81"/>
                <a:gd name="T46" fmla="*/ 0 w 16"/>
                <a:gd name="T47" fmla="*/ 47 h 81"/>
                <a:gd name="T48" fmla="*/ 0 w 16"/>
                <a:gd name="T49" fmla="*/ 32 h 81"/>
                <a:gd name="T50" fmla="*/ 4 w 16"/>
                <a:gd name="T51" fmla="*/ 29 h 81"/>
                <a:gd name="T52" fmla="*/ 7 w 16"/>
                <a:gd name="T53" fmla="*/ 29 h 81"/>
                <a:gd name="T54" fmla="*/ 7 w 16"/>
                <a:gd name="T55" fmla="*/ 19 h 81"/>
                <a:gd name="T56" fmla="*/ 6 w 16"/>
                <a:gd name="T57" fmla="*/ 19 h 81"/>
                <a:gd name="T58" fmla="*/ 2 w 16"/>
                <a:gd name="T59" fmla="*/ 16 h 81"/>
                <a:gd name="T60" fmla="*/ 2 w 16"/>
                <a:gd name="T61" fmla="*/ 3 h 81"/>
                <a:gd name="T62" fmla="*/ 6 w 16"/>
                <a:gd name="T63" fmla="*/ 0 h 81"/>
                <a:gd name="T64" fmla="*/ 6 w 16"/>
                <a:gd name="T65" fmla="*/ 63 h 81"/>
                <a:gd name="T66" fmla="*/ 4 w 16"/>
                <a:gd name="T67" fmla="*/ 65 h 81"/>
                <a:gd name="T68" fmla="*/ 4 w 16"/>
                <a:gd name="T69" fmla="*/ 76 h 81"/>
                <a:gd name="T70" fmla="*/ 6 w 16"/>
                <a:gd name="T71" fmla="*/ 79 h 81"/>
                <a:gd name="T72" fmla="*/ 10 w 16"/>
                <a:gd name="T73" fmla="*/ 79 h 81"/>
                <a:gd name="T74" fmla="*/ 12 w 16"/>
                <a:gd name="T75" fmla="*/ 76 h 81"/>
                <a:gd name="T76" fmla="*/ 12 w 16"/>
                <a:gd name="T77" fmla="*/ 65 h 81"/>
                <a:gd name="T78" fmla="*/ 10 w 16"/>
                <a:gd name="T79" fmla="*/ 63 h 81"/>
                <a:gd name="T80" fmla="*/ 6 w 16"/>
                <a:gd name="T81" fmla="*/ 63 h 81"/>
                <a:gd name="T82" fmla="*/ 6 w 16"/>
                <a:gd name="T83" fmla="*/ 31 h 81"/>
                <a:gd name="T84" fmla="*/ 4 w 16"/>
                <a:gd name="T85" fmla="*/ 34 h 81"/>
                <a:gd name="T86" fmla="*/ 4 w 16"/>
                <a:gd name="T87" fmla="*/ 45 h 81"/>
                <a:gd name="T88" fmla="*/ 6 w 16"/>
                <a:gd name="T89" fmla="*/ 47 h 81"/>
                <a:gd name="T90" fmla="*/ 10 w 16"/>
                <a:gd name="T91" fmla="*/ 47 h 81"/>
                <a:gd name="T92" fmla="*/ 12 w 16"/>
                <a:gd name="T93" fmla="*/ 45 h 81"/>
                <a:gd name="T94" fmla="*/ 12 w 16"/>
                <a:gd name="T95" fmla="*/ 34 h 81"/>
                <a:gd name="T96" fmla="*/ 10 w 16"/>
                <a:gd name="T97" fmla="*/ 31 h 81"/>
                <a:gd name="T98" fmla="*/ 6 w 16"/>
                <a:gd name="T99" fmla="*/ 3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 h="81">
                  <a:moveTo>
                    <a:pt x="6" y="0"/>
                  </a:moveTo>
                  <a:cubicBezTo>
                    <a:pt x="9" y="0"/>
                    <a:pt x="9" y="0"/>
                    <a:pt x="9" y="0"/>
                  </a:cubicBezTo>
                  <a:cubicBezTo>
                    <a:pt x="11" y="0"/>
                    <a:pt x="13" y="1"/>
                    <a:pt x="13" y="3"/>
                  </a:cubicBezTo>
                  <a:cubicBezTo>
                    <a:pt x="13" y="16"/>
                    <a:pt x="13" y="16"/>
                    <a:pt x="13" y="16"/>
                  </a:cubicBezTo>
                  <a:cubicBezTo>
                    <a:pt x="13" y="17"/>
                    <a:pt x="12" y="18"/>
                    <a:pt x="10" y="19"/>
                  </a:cubicBezTo>
                  <a:cubicBezTo>
                    <a:pt x="10" y="29"/>
                    <a:pt x="10" y="29"/>
                    <a:pt x="10" y="29"/>
                  </a:cubicBezTo>
                  <a:cubicBezTo>
                    <a:pt x="12" y="29"/>
                    <a:pt x="12" y="29"/>
                    <a:pt x="12" y="29"/>
                  </a:cubicBezTo>
                  <a:cubicBezTo>
                    <a:pt x="14" y="29"/>
                    <a:pt x="16" y="30"/>
                    <a:pt x="16" y="32"/>
                  </a:cubicBezTo>
                  <a:cubicBezTo>
                    <a:pt x="16" y="47"/>
                    <a:pt x="16" y="47"/>
                    <a:pt x="16" y="47"/>
                  </a:cubicBezTo>
                  <a:cubicBezTo>
                    <a:pt x="16" y="48"/>
                    <a:pt x="14" y="50"/>
                    <a:pt x="12" y="50"/>
                  </a:cubicBezTo>
                  <a:cubicBezTo>
                    <a:pt x="10" y="50"/>
                    <a:pt x="10" y="50"/>
                    <a:pt x="10" y="50"/>
                  </a:cubicBezTo>
                  <a:cubicBezTo>
                    <a:pt x="10" y="60"/>
                    <a:pt x="10" y="60"/>
                    <a:pt x="10" y="60"/>
                  </a:cubicBezTo>
                  <a:cubicBezTo>
                    <a:pt x="12" y="60"/>
                    <a:pt x="12" y="60"/>
                    <a:pt x="12" y="60"/>
                  </a:cubicBezTo>
                  <a:cubicBezTo>
                    <a:pt x="14" y="60"/>
                    <a:pt x="16" y="62"/>
                    <a:pt x="16" y="63"/>
                  </a:cubicBezTo>
                  <a:cubicBezTo>
                    <a:pt x="16" y="78"/>
                    <a:pt x="16" y="78"/>
                    <a:pt x="16" y="78"/>
                  </a:cubicBezTo>
                  <a:cubicBezTo>
                    <a:pt x="16" y="80"/>
                    <a:pt x="14" y="81"/>
                    <a:pt x="12" y="81"/>
                  </a:cubicBezTo>
                  <a:cubicBezTo>
                    <a:pt x="4" y="81"/>
                    <a:pt x="4" y="81"/>
                    <a:pt x="4" y="81"/>
                  </a:cubicBezTo>
                  <a:cubicBezTo>
                    <a:pt x="2" y="81"/>
                    <a:pt x="0" y="80"/>
                    <a:pt x="0" y="78"/>
                  </a:cubicBezTo>
                  <a:cubicBezTo>
                    <a:pt x="0" y="63"/>
                    <a:pt x="0" y="63"/>
                    <a:pt x="0" y="63"/>
                  </a:cubicBezTo>
                  <a:cubicBezTo>
                    <a:pt x="0" y="62"/>
                    <a:pt x="2" y="60"/>
                    <a:pt x="4" y="60"/>
                  </a:cubicBezTo>
                  <a:cubicBezTo>
                    <a:pt x="6" y="60"/>
                    <a:pt x="6" y="60"/>
                    <a:pt x="6" y="60"/>
                  </a:cubicBezTo>
                  <a:cubicBezTo>
                    <a:pt x="6" y="50"/>
                    <a:pt x="6" y="50"/>
                    <a:pt x="6" y="50"/>
                  </a:cubicBezTo>
                  <a:cubicBezTo>
                    <a:pt x="4" y="50"/>
                    <a:pt x="4" y="50"/>
                    <a:pt x="4" y="50"/>
                  </a:cubicBezTo>
                  <a:cubicBezTo>
                    <a:pt x="2" y="50"/>
                    <a:pt x="0" y="48"/>
                    <a:pt x="0" y="47"/>
                  </a:cubicBezTo>
                  <a:cubicBezTo>
                    <a:pt x="0" y="32"/>
                    <a:pt x="0" y="32"/>
                    <a:pt x="0" y="32"/>
                  </a:cubicBezTo>
                  <a:cubicBezTo>
                    <a:pt x="0" y="30"/>
                    <a:pt x="2" y="29"/>
                    <a:pt x="4" y="29"/>
                  </a:cubicBezTo>
                  <a:cubicBezTo>
                    <a:pt x="7" y="29"/>
                    <a:pt x="7" y="29"/>
                    <a:pt x="7" y="29"/>
                  </a:cubicBezTo>
                  <a:cubicBezTo>
                    <a:pt x="7" y="19"/>
                    <a:pt x="7" y="19"/>
                    <a:pt x="7" y="19"/>
                  </a:cubicBezTo>
                  <a:cubicBezTo>
                    <a:pt x="6" y="19"/>
                    <a:pt x="6" y="19"/>
                    <a:pt x="6" y="19"/>
                  </a:cubicBezTo>
                  <a:cubicBezTo>
                    <a:pt x="4" y="19"/>
                    <a:pt x="2" y="17"/>
                    <a:pt x="2" y="16"/>
                  </a:cubicBezTo>
                  <a:cubicBezTo>
                    <a:pt x="2" y="3"/>
                    <a:pt x="2" y="3"/>
                    <a:pt x="2" y="3"/>
                  </a:cubicBezTo>
                  <a:cubicBezTo>
                    <a:pt x="2" y="1"/>
                    <a:pt x="4" y="0"/>
                    <a:pt x="6" y="0"/>
                  </a:cubicBezTo>
                  <a:close/>
                  <a:moveTo>
                    <a:pt x="6" y="63"/>
                  </a:moveTo>
                  <a:cubicBezTo>
                    <a:pt x="5" y="63"/>
                    <a:pt x="4" y="64"/>
                    <a:pt x="4" y="65"/>
                  </a:cubicBezTo>
                  <a:cubicBezTo>
                    <a:pt x="4" y="76"/>
                    <a:pt x="4" y="76"/>
                    <a:pt x="4" y="76"/>
                  </a:cubicBezTo>
                  <a:cubicBezTo>
                    <a:pt x="4" y="77"/>
                    <a:pt x="5" y="79"/>
                    <a:pt x="6" y="79"/>
                  </a:cubicBezTo>
                  <a:cubicBezTo>
                    <a:pt x="10" y="79"/>
                    <a:pt x="10" y="79"/>
                    <a:pt x="10" y="79"/>
                  </a:cubicBezTo>
                  <a:cubicBezTo>
                    <a:pt x="11" y="79"/>
                    <a:pt x="12" y="77"/>
                    <a:pt x="12" y="76"/>
                  </a:cubicBezTo>
                  <a:cubicBezTo>
                    <a:pt x="12" y="65"/>
                    <a:pt x="12" y="65"/>
                    <a:pt x="12" y="65"/>
                  </a:cubicBezTo>
                  <a:cubicBezTo>
                    <a:pt x="12" y="64"/>
                    <a:pt x="11" y="63"/>
                    <a:pt x="10" y="63"/>
                  </a:cubicBezTo>
                  <a:cubicBezTo>
                    <a:pt x="6" y="63"/>
                    <a:pt x="6" y="63"/>
                    <a:pt x="6" y="63"/>
                  </a:cubicBezTo>
                  <a:close/>
                  <a:moveTo>
                    <a:pt x="6" y="31"/>
                  </a:moveTo>
                  <a:cubicBezTo>
                    <a:pt x="5" y="31"/>
                    <a:pt x="4" y="33"/>
                    <a:pt x="4" y="34"/>
                  </a:cubicBezTo>
                  <a:cubicBezTo>
                    <a:pt x="4" y="45"/>
                    <a:pt x="4" y="45"/>
                    <a:pt x="4" y="45"/>
                  </a:cubicBezTo>
                  <a:cubicBezTo>
                    <a:pt x="4" y="46"/>
                    <a:pt x="5" y="47"/>
                    <a:pt x="6" y="47"/>
                  </a:cubicBezTo>
                  <a:cubicBezTo>
                    <a:pt x="10" y="47"/>
                    <a:pt x="10" y="47"/>
                    <a:pt x="10" y="47"/>
                  </a:cubicBezTo>
                  <a:cubicBezTo>
                    <a:pt x="11" y="47"/>
                    <a:pt x="12" y="46"/>
                    <a:pt x="12" y="45"/>
                  </a:cubicBezTo>
                  <a:cubicBezTo>
                    <a:pt x="12" y="34"/>
                    <a:pt x="12" y="34"/>
                    <a:pt x="12" y="34"/>
                  </a:cubicBezTo>
                  <a:cubicBezTo>
                    <a:pt x="12" y="33"/>
                    <a:pt x="11" y="31"/>
                    <a:pt x="10" y="31"/>
                  </a:cubicBezTo>
                  <a:lnTo>
                    <a:pt x="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ïśļidê">
              <a:extLst>
                <a:ext uri="{FF2B5EF4-FFF2-40B4-BE49-F238E27FC236}">
                  <a16:creationId xmlns:a16="http://schemas.microsoft.com/office/drawing/2014/main" id="{F359BB20-E4BF-3EAE-9587-26F11BF3AE5D}"/>
                </a:ext>
              </a:extLst>
            </p:cNvPr>
            <p:cNvSpPr/>
            <p:nvPr/>
          </p:nvSpPr>
          <p:spPr bwMode="auto">
            <a:xfrm>
              <a:off x="3436938" y="3333751"/>
              <a:ext cx="214313" cy="439738"/>
            </a:xfrm>
            <a:custGeom>
              <a:avLst/>
              <a:gdLst>
                <a:gd name="T0" fmla="*/ 62 w 65"/>
                <a:gd name="T1" fmla="*/ 0 h 133"/>
                <a:gd name="T2" fmla="*/ 63 w 65"/>
                <a:gd name="T3" fmla="*/ 0 h 133"/>
                <a:gd name="T4" fmla="*/ 64 w 65"/>
                <a:gd name="T5" fmla="*/ 4 h 133"/>
                <a:gd name="T6" fmla="*/ 26 w 65"/>
                <a:gd name="T7" fmla="*/ 111 h 133"/>
                <a:gd name="T8" fmla="*/ 37 w 65"/>
                <a:gd name="T9" fmla="*/ 116 h 133"/>
                <a:gd name="T10" fmla="*/ 39 w 65"/>
                <a:gd name="T11" fmla="*/ 121 h 133"/>
                <a:gd name="T12" fmla="*/ 35 w 65"/>
                <a:gd name="T13" fmla="*/ 130 h 133"/>
                <a:gd name="T14" fmla="*/ 30 w 65"/>
                <a:gd name="T15" fmla="*/ 132 h 133"/>
                <a:gd name="T16" fmla="*/ 2 w 65"/>
                <a:gd name="T17" fmla="*/ 120 h 133"/>
                <a:gd name="T18" fmla="*/ 1 w 65"/>
                <a:gd name="T19" fmla="*/ 115 h 133"/>
                <a:gd name="T20" fmla="*/ 5 w 65"/>
                <a:gd name="T21" fmla="*/ 105 h 133"/>
                <a:gd name="T22" fmla="*/ 9 w 65"/>
                <a:gd name="T23" fmla="*/ 103 h 133"/>
                <a:gd name="T24" fmla="*/ 21 w 65"/>
                <a:gd name="T25" fmla="*/ 109 h 133"/>
                <a:gd name="T26" fmla="*/ 59 w 65"/>
                <a:gd name="T27" fmla="*/ 2 h 133"/>
                <a:gd name="T28" fmla="*/ 62 w 65"/>
                <a:gd name="T29"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133">
                  <a:moveTo>
                    <a:pt x="62" y="0"/>
                  </a:moveTo>
                  <a:cubicBezTo>
                    <a:pt x="63" y="0"/>
                    <a:pt x="63" y="0"/>
                    <a:pt x="63" y="0"/>
                  </a:cubicBezTo>
                  <a:cubicBezTo>
                    <a:pt x="65" y="1"/>
                    <a:pt x="65" y="3"/>
                    <a:pt x="64" y="4"/>
                  </a:cubicBezTo>
                  <a:cubicBezTo>
                    <a:pt x="26" y="111"/>
                    <a:pt x="26" y="111"/>
                    <a:pt x="26" y="111"/>
                  </a:cubicBezTo>
                  <a:cubicBezTo>
                    <a:pt x="37" y="116"/>
                    <a:pt x="37" y="116"/>
                    <a:pt x="37" y="116"/>
                  </a:cubicBezTo>
                  <a:cubicBezTo>
                    <a:pt x="39" y="117"/>
                    <a:pt x="40" y="119"/>
                    <a:pt x="39" y="121"/>
                  </a:cubicBezTo>
                  <a:cubicBezTo>
                    <a:pt x="35" y="130"/>
                    <a:pt x="35" y="130"/>
                    <a:pt x="35" y="130"/>
                  </a:cubicBezTo>
                  <a:cubicBezTo>
                    <a:pt x="34" y="132"/>
                    <a:pt x="32" y="133"/>
                    <a:pt x="30" y="132"/>
                  </a:cubicBezTo>
                  <a:cubicBezTo>
                    <a:pt x="2" y="120"/>
                    <a:pt x="2" y="120"/>
                    <a:pt x="2" y="120"/>
                  </a:cubicBezTo>
                  <a:cubicBezTo>
                    <a:pt x="1" y="119"/>
                    <a:pt x="0" y="117"/>
                    <a:pt x="1" y="115"/>
                  </a:cubicBezTo>
                  <a:cubicBezTo>
                    <a:pt x="5" y="105"/>
                    <a:pt x="5" y="105"/>
                    <a:pt x="5" y="105"/>
                  </a:cubicBezTo>
                  <a:cubicBezTo>
                    <a:pt x="6" y="104"/>
                    <a:pt x="8" y="103"/>
                    <a:pt x="9" y="103"/>
                  </a:cubicBezTo>
                  <a:cubicBezTo>
                    <a:pt x="21" y="109"/>
                    <a:pt x="21" y="109"/>
                    <a:pt x="21" y="109"/>
                  </a:cubicBezTo>
                  <a:cubicBezTo>
                    <a:pt x="59" y="2"/>
                    <a:pt x="59" y="2"/>
                    <a:pt x="59" y="2"/>
                  </a:cubicBezTo>
                  <a:cubicBezTo>
                    <a:pt x="60" y="1"/>
                    <a:pt x="61"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îŝľîḍe">
              <a:extLst>
                <a:ext uri="{FF2B5EF4-FFF2-40B4-BE49-F238E27FC236}">
                  <a16:creationId xmlns:a16="http://schemas.microsoft.com/office/drawing/2014/main" id="{658CB29D-3730-4207-915C-985CD35BFFF9}"/>
                </a:ext>
              </a:extLst>
            </p:cNvPr>
            <p:cNvSpPr/>
            <p:nvPr/>
          </p:nvSpPr>
          <p:spPr bwMode="auto">
            <a:xfrm>
              <a:off x="3978275" y="3316288"/>
              <a:ext cx="195263" cy="106363"/>
            </a:xfrm>
            <a:custGeom>
              <a:avLst/>
              <a:gdLst>
                <a:gd name="T0" fmla="*/ 1 w 59"/>
                <a:gd name="T1" fmla="*/ 0 h 32"/>
                <a:gd name="T2" fmla="*/ 0 w 59"/>
                <a:gd name="T3" fmla="*/ 32 h 32"/>
                <a:gd name="T4" fmla="*/ 59 w 59"/>
                <a:gd name="T5" fmla="*/ 0 h 32"/>
                <a:gd name="T6" fmla="*/ 1 w 59"/>
                <a:gd name="T7" fmla="*/ 0 h 32"/>
              </a:gdLst>
              <a:ahLst/>
              <a:cxnLst>
                <a:cxn ang="0">
                  <a:pos x="T0" y="T1"/>
                </a:cxn>
                <a:cxn ang="0">
                  <a:pos x="T2" y="T3"/>
                </a:cxn>
                <a:cxn ang="0">
                  <a:pos x="T4" y="T5"/>
                </a:cxn>
                <a:cxn ang="0">
                  <a:pos x="T6" y="T7"/>
                </a:cxn>
              </a:cxnLst>
              <a:rect l="0" t="0" r="r" b="b"/>
              <a:pathLst>
                <a:path w="59" h="32">
                  <a:moveTo>
                    <a:pt x="1" y="0"/>
                  </a:moveTo>
                  <a:cubicBezTo>
                    <a:pt x="0" y="10"/>
                    <a:pt x="0" y="22"/>
                    <a:pt x="0" y="32"/>
                  </a:cubicBezTo>
                  <a:cubicBezTo>
                    <a:pt x="31" y="25"/>
                    <a:pt x="41" y="16"/>
                    <a:pt x="59"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íṡlíḋe">
              <a:extLst>
                <a:ext uri="{FF2B5EF4-FFF2-40B4-BE49-F238E27FC236}">
                  <a16:creationId xmlns:a16="http://schemas.microsoft.com/office/drawing/2014/main" id="{F34CA020-98B9-5C1C-5A46-E24BB830F104}"/>
                </a:ext>
              </a:extLst>
            </p:cNvPr>
            <p:cNvSpPr/>
            <p:nvPr/>
          </p:nvSpPr>
          <p:spPr bwMode="auto">
            <a:xfrm>
              <a:off x="3530600" y="3309938"/>
              <a:ext cx="441325" cy="290513"/>
            </a:xfrm>
            <a:custGeom>
              <a:avLst/>
              <a:gdLst>
                <a:gd name="T0" fmla="*/ 0 w 134"/>
                <a:gd name="T1" fmla="*/ 0 h 88"/>
                <a:gd name="T2" fmla="*/ 132 w 134"/>
                <a:gd name="T3" fmla="*/ 0 h 88"/>
                <a:gd name="T4" fmla="*/ 132 w 134"/>
                <a:gd name="T5" fmla="*/ 36 h 88"/>
                <a:gd name="T6" fmla="*/ 134 w 134"/>
                <a:gd name="T7" fmla="*/ 88 h 88"/>
                <a:gd name="T8" fmla="*/ 37 w 134"/>
                <a:gd name="T9" fmla="*/ 88 h 88"/>
                <a:gd name="T10" fmla="*/ 41 w 134"/>
                <a:gd name="T11" fmla="*/ 39 h 88"/>
                <a:gd name="T12" fmla="*/ 32 w 134"/>
                <a:gd name="T13" fmla="*/ 35 h 88"/>
                <a:gd name="T14" fmla="*/ 39 w 134"/>
                <a:gd name="T15" fmla="*/ 8 h 88"/>
                <a:gd name="T16" fmla="*/ 31 w 134"/>
                <a:gd name="T17" fmla="*/ 5 h 88"/>
                <a:gd name="T18" fmla="*/ 20 w 134"/>
                <a:gd name="T19" fmla="*/ 31 h 88"/>
                <a:gd name="T20" fmla="*/ 1 w 134"/>
                <a:gd name="T21" fmla="*/ 27 h 88"/>
                <a:gd name="T22" fmla="*/ 0 w 134"/>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88">
                  <a:moveTo>
                    <a:pt x="0" y="0"/>
                  </a:moveTo>
                  <a:cubicBezTo>
                    <a:pt x="132" y="0"/>
                    <a:pt x="132" y="0"/>
                    <a:pt x="132" y="0"/>
                  </a:cubicBezTo>
                  <a:cubicBezTo>
                    <a:pt x="133" y="21"/>
                    <a:pt x="131" y="31"/>
                    <a:pt x="132" y="36"/>
                  </a:cubicBezTo>
                  <a:cubicBezTo>
                    <a:pt x="102" y="40"/>
                    <a:pt x="116" y="81"/>
                    <a:pt x="134" y="88"/>
                  </a:cubicBezTo>
                  <a:cubicBezTo>
                    <a:pt x="37" y="88"/>
                    <a:pt x="37" y="88"/>
                    <a:pt x="37" y="88"/>
                  </a:cubicBezTo>
                  <a:cubicBezTo>
                    <a:pt x="55" y="85"/>
                    <a:pt x="64" y="47"/>
                    <a:pt x="41" y="39"/>
                  </a:cubicBezTo>
                  <a:cubicBezTo>
                    <a:pt x="38" y="37"/>
                    <a:pt x="35" y="36"/>
                    <a:pt x="32" y="35"/>
                  </a:cubicBezTo>
                  <a:cubicBezTo>
                    <a:pt x="39" y="8"/>
                    <a:pt x="39" y="8"/>
                    <a:pt x="39" y="8"/>
                  </a:cubicBezTo>
                  <a:cubicBezTo>
                    <a:pt x="37" y="4"/>
                    <a:pt x="34" y="3"/>
                    <a:pt x="31" y="5"/>
                  </a:cubicBezTo>
                  <a:cubicBezTo>
                    <a:pt x="27" y="13"/>
                    <a:pt x="23" y="22"/>
                    <a:pt x="20" y="31"/>
                  </a:cubicBezTo>
                  <a:cubicBezTo>
                    <a:pt x="14" y="30"/>
                    <a:pt x="7" y="29"/>
                    <a:pt x="1" y="27"/>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îṧliďé">
              <a:extLst>
                <a:ext uri="{FF2B5EF4-FFF2-40B4-BE49-F238E27FC236}">
                  <a16:creationId xmlns:a16="http://schemas.microsoft.com/office/drawing/2014/main" id="{F568B97E-2364-17CC-B55A-F6755866BCE4}"/>
                </a:ext>
              </a:extLst>
            </p:cNvPr>
            <p:cNvSpPr/>
            <p:nvPr/>
          </p:nvSpPr>
          <p:spPr bwMode="auto">
            <a:xfrm>
              <a:off x="2946400" y="2573338"/>
              <a:ext cx="1711325" cy="1714500"/>
            </a:xfrm>
            <a:custGeom>
              <a:avLst/>
              <a:gdLst>
                <a:gd name="T0" fmla="*/ 260 w 519"/>
                <a:gd name="T1" fmla="*/ 0 h 519"/>
                <a:gd name="T2" fmla="*/ 260 w 519"/>
                <a:gd name="T3" fmla="*/ 0 h 519"/>
                <a:gd name="T4" fmla="*/ 260 w 519"/>
                <a:gd name="T5" fmla="*/ 0 h 519"/>
                <a:gd name="T6" fmla="*/ 443 w 519"/>
                <a:gd name="T7" fmla="*/ 76 h 519"/>
                <a:gd name="T8" fmla="*/ 519 w 519"/>
                <a:gd name="T9" fmla="*/ 260 h 519"/>
                <a:gd name="T10" fmla="*/ 519 w 519"/>
                <a:gd name="T11" fmla="*/ 260 h 519"/>
                <a:gd name="T12" fmla="*/ 519 w 519"/>
                <a:gd name="T13" fmla="*/ 260 h 519"/>
                <a:gd name="T14" fmla="*/ 519 w 519"/>
                <a:gd name="T15" fmla="*/ 260 h 519"/>
                <a:gd name="T16" fmla="*/ 519 w 519"/>
                <a:gd name="T17" fmla="*/ 260 h 519"/>
                <a:gd name="T18" fmla="*/ 443 w 519"/>
                <a:gd name="T19" fmla="*/ 443 h 519"/>
                <a:gd name="T20" fmla="*/ 260 w 519"/>
                <a:gd name="T21" fmla="*/ 519 h 519"/>
                <a:gd name="T22" fmla="*/ 260 w 519"/>
                <a:gd name="T23" fmla="*/ 519 h 519"/>
                <a:gd name="T24" fmla="*/ 260 w 519"/>
                <a:gd name="T25" fmla="*/ 519 h 519"/>
                <a:gd name="T26" fmla="*/ 260 w 519"/>
                <a:gd name="T27" fmla="*/ 519 h 519"/>
                <a:gd name="T28" fmla="*/ 260 w 519"/>
                <a:gd name="T29" fmla="*/ 519 h 519"/>
                <a:gd name="T30" fmla="*/ 76 w 519"/>
                <a:gd name="T31" fmla="*/ 443 h 519"/>
                <a:gd name="T32" fmla="*/ 0 w 519"/>
                <a:gd name="T33" fmla="*/ 260 h 519"/>
                <a:gd name="T34" fmla="*/ 0 w 519"/>
                <a:gd name="T35" fmla="*/ 260 h 519"/>
                <a:gd name="T36" fmla="*/ 0 w 519"/>
                <a:gd name="T37" fmla="*/ 260 h 519"/>
                <a:gd name="T38" fmla="*/ 0 w 519"/>
                <a:gd name="T39" fmla="*/ 260 h 519"/>
                <a:gd name="T40" fmla="*/ 0 w 519"/>
                <a:gd name="T41" fmla="*/ 260 h 519"/>
                <a:gd name="T42" fmla="*/ 76 w 519"/>
                <a:gd name="T43" fmla="*/ 76 h 519"/>
                <a:gd name="T44" fmla="*/ 260 w 519"/>
                <a:gd name="T45" fmla="*/ 0 h 519"/>
                <a:gd name="T46" fmla="*/ 260 w 519"/>
                <a:gd name="T47" fmla="*/ 0 h 519"/>
                <a:gd name="T48" fmla="*/ 260 w 519"/>
                <a:gd name="T49" fmla="*/ 0 h 519"/>
                <a:gd name="T50" fmla="*/ 260 w 519"/>
                <a:gd name="T51" fmla="*/ 6 h 519"/>
                <a:gd name="T52" fmla="*/ 260 w 519"/>
                <a:gd name="T53" fmla="*/ 6 h 519"/>
                <a:gd name="T54" fmla="*/ 260 w 519"/>
                <a:gd name="T55" fmla="*/ 6 h 519"/>
                <a:gd name="T56" fmla="*/ 260 w 519"/>
                <a:gd name="T57" fmla="*/ 6 h 519"/>
                <a:gd name="T58" fmla="*/ 260 w 519"/>
                <a:gd name="T59" fmla="*/ 6 h 519"/>
                <a:gd name="T60" fmla="*/ 80 w 519"/>
                <a:gd name="T61" fmla="*/ 80 h 519"/>
                <a:gd name="T62" fmla="*/ 6 w 519"/>
                <a:gd name="T63" fmla="*/ 260 h 519"/>
                <a:gd name="T64" fmla="*/ 6 w 519"/>
                <a:gd name="T65" fmla="*/ 260 h 519"/>
                <a:gd name="T66" fmla="*/ 6 w 519"/>
                <a:gd name="T67" fmla="*/ 260 h 519"/>
                <a:gd name="T68" fmla="*/ 6 w 519"/>
                <a:gd name="T69" fmla="*/ 260 h 519"/>
                <a:gd name="T70" fmla="*/ 6 w 519"/>
                <a:gd name="T71" fmla="*/ 260 h 519"/>
                <a:gd name="T72" fmla="*/ 80 w 519"/>
                <a:gd name="T73" fmla="*/ 439 h 519"/>
                <a:gd name="T74" fmla="*/ 260 w 519"/>
                <a:gd name="T75" fmla="*/ 514 h 519"/>
                <a:gd name="T76" fmla="*/ 260 w 519"/>
                <a:gd name="T77" fmla="*/ 514 h 519"/>
                <a:gd name="T78" fmla="*/ 260 w 519"/>
                <a:gd name="T79" fmla="*/ 514 h 519"/>
                <a:gd name="T80" fmla="*/ 260 w 519"/>
                <a:gd name="T81" fmla="*/ 514 h 519"/>
                <a:gd name="T82" fmla="*/ 260 w 519"/>
                <a:gd name="T83" fmla="*/ 514 h 519"/>
                <a:gd name="T84" fmla="*/ 439 w 519"/>
                <a:gd name="T85" fmla="*/ 439 h 519"/>
                <a:gd name="T86" fmla="*/ 513 w 519"/>
                <a:gd name="T87" fmla="*/ 260 h 519"/>
                <a:gd name="T88" fmla="*/ 513 w 519"/>
                <a:gd name="T89" fmla="*/ 260 h 519"/>
                <a:gd name="T90" fmla="*/ 513 w 519"/>
                <a:gd name="T91" fmla="*/ 260 h 519"/>
                <a:gd name="T92" fmla="*/ 513 w 519"/>
                <a:gd name="T93" fmla="*/ 260 h 519"/>
                <a:gd name="T94" fmla="*/ 513 w 519"/>
                <a:gd name="T95" fmla="*/ 260 h 519"/>
                <a:gd name="T96" fmla="*/ 439 w 519"/>
                <a:gd name="T97" fmla="*/ 80 h 519"/>
                <a:gd name="T98" fmla="*/ 260 w 519"/>
                <a:gd name="T99" fmla="*/ 6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9" h="519">
                  <a:moveTo>
                    <a:pt x="260" y="0"/>
                  </a:moveTo>
                  <a:cubicBezTo>
                    <a:pt x="260" y="0"/>
                    <a:pt x="260" y="0"/>
                    <a:pt x="260" y="0"/>
                  </a:cubicBezTo>
                  <a:cubicBezTo>
                    <a:pt x="260" y="0"/>
                    <a:pt x="260" y="0"/>
                    <a:pt x="260" y="0"/>
                  </a:cubicBezTo>
                  <a:cubicBezTo>
                    <a:pt x="331" y="0"/>
                    <a:pt x="396" y="29"/>
                    <a:pt x="443" y="76"/>
                  </a:cubicBezTo>
                  <a:cubicBezTo>
                    <a:pt x="490" y="123"/>
                    <a:pt x="519" y="188"/>
                    <a:pt x="519" y="260"/>
                  </a:cubicBezTo>
                  <a:cubicBezTo>
                    <a:pt x="519" y="260"/>
                    <a:pt x="519" y="260"/>
                    <a:pt x="519" y="260"/>
                  </a:cubicBezTo>
                  <a:cubicBezTo>
                    <a:pt x="519" y="260"/>
                    <a:pt x="519" y="260"/>
                    <a:pt x="519" y="260"/>
                  </a:cubicBezTo>
                  <a:cubicBezTo>
                    <a:pt x="519" y="260"/>
                    <a:pt x="519" y="260"/>
                    <a:pt x="519" y="260"/>
                  </a:cubicBezTo>
                  <a:cubicBezTo>
                    <a:pt x="519" y="260"/>
                    <a:pt x="519" y="260"/>
                    <a:pt x="519" y="260"/>
                  </a:cubicBezTo>
                  <a:cubicBezTo>
                    <a:pt x="519" y="332"/>
                    <a:pt x="490" y="396"/>
                    <a:pt x="443" y="443"/>
                  </a:cubicBezTo>
                  <a:cubicBezTo>
                    <a:pt x="396" y="490"/>
                    <a:pt x="331" y="519"/>
                    <a:pt x="260" y="519"/>
                  </a:cubicBezTo>
                  <a:cubicBezTo>
                    <a:pt x="260" y="519"/>
                    <a:pt x="260" y="519"/>
                    <a:pt x="260" y="519"/>
                  </a:cubicBezTo>
                  <a:cubicBezTo>
                    <a:pt x="260" y="519"/>
                    <a:pt x="260" y="519"/>
                    <a:pt x="260" y="519"/>
                  </a:cubicBezTo>
                  <a:cubicBezTo>
                    <a:pt x="260" y="519"/>
                    <a:pt x="260" y="519"/>
                    <a:pt x="260" y="519"/>
                  </a:cubicBezTo>
                  <a:cubicBezTo>
                    <a:pt x="260" y="519"/>
                    <a:pt x="260" y="519"/>
                    <a:pt x="260" y="519"/>
                  </a:cubicBezTo>
                  <a:cubicBezTo>
                    <a:pt x="188" y="519"/>
                    <a:pt x="123" y="490"/>
                    <a:pt x="76" y="443"/>
                  </a:cubicBezTo>
                  <a:cubicBezTo>
                    <a:pt x="29" y="396"/>
                    <a:pt x="0" y="332"/>
                    <a:pt x="0" y="260"/>
                  </a:cubicBezTo>
                  <a:cubicBezTo>
                    <a:pt x="0" y="260"/>
                    <a:pt x="0" y="260"/>
                    <a:pt x="0" y="260"/>
                  </a:cubicBezTo>
                  <a:cubicBezTo>
                    <a:pt x="0" y="260"/>
                    <a:pt x="0" y="260"/>
                    <a:pt x="0" y="260"/>
                  </a:cubicBezTo>
                  <a:cubicBezTo>
                    <a:pt x="0" y="260"/>
                    <a:pt x="0" y="260"/>
                    <a:pt x="0" y="260"/>
                  </a:cubicBezTo>
                  <a:cubicBezTo>
                    <a:pt x="0" y="260"/>
                    <a:pt x="0" y="260"/>
                    <a:pt x="0" y="260"/>
                  </a:cubicBezTo>
                  <a:cubicBezTo>
                    <a:pt x="0" y="188"/>
                    <a:pt x="29" y="123"/>
                    <a:pt x="76" y="76"/>
                  </a:cubicBezTo>
                  <a:cubicBezTo>
                    <a:pt x="123" y="29"/>
                    <a:pt x="188" y="0"/>
                    <a:pt x="260" y="0"/>
                  </a:cubicBezTo>
                  <a:cubicBezTo>
                    <a:pt x="260" y="0"/>
                    <a:pt x="260" y="0"/>
                    <a:pt x="260" y="0"/>
                  </a:cubicBezTo>
                  <a:cubicBezTo>
                    <a:pt x="260" y="0"/>
                    <a:pt x="260" y="0"/>
                    <a:pt x="260" y="0"/>
                  </a:cubicBezTo>
                  <a:close/>
                  <a:moveTo>
                    <a:pt x="260" y="6"/>
                  </a:moveTo>
                  <a:cubicBezTo>
                    <a:pt x="260" y="6"/>
                    <a:pt x="260" y="6"/>
                    <a:pt x="260" y="6"/>
                  </a:cubicBezTo>
                  <a:cubicBezTo>
                    <a:pt x="260" y="6"/>
                    <a:pt x="260" y="6"/>
                    <a:pt x="260" y="6"/>
                  </a:cubicBezTo>
                  <a:cubicBezTo>
                    <a:pt x="260" y="6"/>
                    <a:pt x="260" y="6"/>
                    <a:pt x="260" y="6"/>
                  </a:cubicBezTo>
                  <a:cubicBezTo>
                    <a:pt x="260" y="6"/>
                    <a:pt x="260" y="6"/>
                    <a:pt x="260" y="6"/>
                  </a:cubicBezTo>
                  <a:cubicBezTo>
                    <a:pt x="190" y="6"/>
                    <a:pt x="126" y="35"/>
                    <a:pt x="80" y="80"/>
                  </a:cubicBezTo>
                  <a:cubicBezTo>
                    <a:pt x="34" y="126"/>
                    <a:pt x="6" y="190"/>
                    <a:pt x="6" y="260"/>
                  </a:cubicBezTo>
                  <a:cubicBezTo>
                    <a:pt x="6" y="260"/>
                    <a:pt x="6" y="260"/>
                    <a:pt x="6" y="260"/>
                  </a:cubicBezTo>
                  <a:cubicBezTo>
                    <a:pt x="6" y="260"/>
                    <a:pt x="6" y="260"/>
                    <a:pt x="6" y="260"/>
                  </a:cubicBezTo>
                  <a:cubicBezTo>
                    <a:pt x="6" y="260"/>
                    <a:pt x="6" y="260"/>
                    <a:pt x="6" y="260"/>
                  </a:cubicBezTo>
                  <a:cubicBezTo>
                    <a:pt x="6" y="260"/>
                    <a:pt x="6" y="260"/>
                    <a:pt x="6" y="260"/>
                  </a:cubicBezTo>
                  <a:cubicBezTo>
                    <a:pt x="6" y="330"/>
                    <a:pt x="34" y="393"/>
                    <a:pt x="80" y="439"/>
                  </a:cubicBezTo>
                  <a:cubicBezTo>
                    <a:pt x="126" y="485"/>
                    <a:pt x="190" y="514"/>
                    <a:pt x="260" y="514"/>
                  </a:cubicBezTo>
                  <a:cubicBezTo>
                    <a:pt x="260" y="514"/>
                    <a:pt x="260" y="514"/>
                    <a:pt x="260" y="514"/>
                  </a:cubicBezTo>
                  <a:cubicBezTo>
                    <a:pt x="260" y="514"/>
                    <a:pt x="260" y="514"/>
                    <a:pt x="260" y="514"/>
                  </a:cubicBezTo>
                  <a:cubicBezTo>
                    <a:pt x="260" y="514"/>
                    <a:pt x="260" y="514"/>
                    <a:pt x="260" y="514"/>
                  </a:cubicBezTo>
                  <a:cubicBezTo>
                    <a:pt x="260" y="514"/>
                    <a:pt x="260" y="514"/>
                    <a:pt x="260" y="514"/>
                  </a:cubicBezTo>
                  <a:cubicBezTo>
                    <a:pt x="330" y="514"/>
                    <a:pt x="393" y="485"/>
                    <a:pt x="439" y="439"/>
                  </a:cubicBezTo>
                  <a:cubicBezTo>
                    <a:pt x="485" y="393"/>
                    <a:pt x="513" y="330"/>
                    <a:pt x="513" y="260"/>
                  </a:cubicBezTo>
                  <a:cubicBezTo>
                    <a:pt x="513" y="260"/>
                    <a:pt x="513" y="260"/>
                    <a:pt x="513" y="260"/>
                  </a:cubicBezTo>
                  <a:cubicBezTo>
                    <a:pt x="513" y="260"/>
                    <a:pt x="513" y="260"/>
                    <a:pt x="513" y="260"/>
                  </a:cubicBezTo>
                  <a:cubicBezTo>
                    <a:pt x="513" y="260"/>
                    <a:pt x="513" y="260"/>
                    <a:pt x="513" y="260"/>
                  </a:cubicBezTo>
                  <a:cubicBezTo>
                    <a:pt x="513" y="260"/>
                    <a:pt x="513" y="260"/>
                    <a:pt x="513" y="260"/>
                  </a:cubicBezTo>
                  <a:cubicBezTo>
                    <a:pt x="513" y="190"/>
                    <a:pt x="485" y="126"/>
                    <a:pt x="439" y="80"/>
                  </a:cubicBezTo>
                  <a:cubicBezTo>
                    <a:pt x="393" y="35"/>
                    <a:pt x="330" y="6"/>
                    <a:pt x="26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ṡḷïḋè">
              <a:extLst>
                <a:ext uri="{FF2B5EF4-FFF2-40B4-BE49-F238E27FC236}">
                  <a16:creationId xmlns:a16="http://schemas.microsoft.com/office/drawing/2014/main" id="{E530AD74-EE6E-12B8-7760-1D20E0666DF4}"/>
                </a:ext>
              </a:extLst>
            </p:cNvPr>
            <p:cNvSpPr/>
            <p:nvPr/>
          </p:nvSpPr>
          <p:spPr bwMode="auto">
            <a:xfrm>
              <a:off x="2873375" y="2500313"/>
              <a:ext cx="1857375" cy="1863725"/>
            </a:xfrm>
            <a:custGeom>
              <a:avLst/>
              <a:gdLst>
                <a:gd name="T0" fmla="*/ 282 w 563"/>
                <a:gd name="T1" fmla="*/ 0 h 564"/>
                <a:gd name="T2" fmla="*/ 282 w 563"/>
                <a:gd name="T3" fmla="*/ 0 h 564"/>
                <a:gd name="T4" fmla="*/ 282 w 563"/>
                <a:gd name="T5" fmla="*/ 0 h 564"/>
                <a:gd name="T6" fmla="*/ 481 w 563"/>
                <a:gd name="T7" fmla="*/ 83 h 564"/>
                <a:gd name="T8" fmla="*/ 563 w 563"/>
                <a:gd name="T9" fmla="*/ 282 h 564"/>
                <a:gd name="T10" fmla="*/ 563 w 563"/>
                <a:gd name="T11" fmla="*/ 282 h 564"/>
                <a:gd name="T12" fmla="*/ 563 w 563"/>
                <a:gd name="T13" fmla="*/ 282 h 564"/>
                <a:gd name="T14" fmla="*/ 563 w 563"/>
                <a:gd name="T15" fmla="*/ 282 h 564"/>
                <a:gd name="T16" fmla="*/ 563 w 563"/>
                <a:gd name="T17" fmla="*/ 282 h 564"/>
                <a:gd name="T18" fmla="*/ 481 w 563"/>
                <a:gd name="T19" fmla="*/ 481 h 564"/>
                <a:gd name="T20" fmla="*/ 282 w 563"/>
                <a:gd name="T21" fmla="*/ 564 h 564"/>
                <a:gd name="T22" fmla="*/ 282 w 563"/>
                <a:gd name="T23" fmla="*/ 564 h 564"/>
                <a:gd name="T24" fmla="*/ 282 w 563"/>
                <a:gd name="T25" fmla="*/ 564 h 564"/>
                <a:gd name="T26" fmla="*/ 282 w 563"/>
                <a:gd name="T27" fmla="*/ 564 h 564"/>
                <a:gd name="T28" fmla="*/ 282 w 563"/>
                <a:gd name="T29" fmla="*/ 564 h 564"/>
                <a:gd name="T30" fmla="*/ 82 w 563"/>
                <a:gd name="T31" fmla="*/ 481 h 564"/>
                <a:gd name="T32" fmla="*/ 0 w 563"/>
                <a:gd name="T33" fmla="*/ 282 h 564"/>
                <a:gd name="T34" fmla="*/ 0 w 563"/>
                <a:gd name="T35" fmla="*/ 282 h 564"/>
                <a:gd name="T36" fmla="*/ 0 w 563"/>
                <a:gd name="T37" fmla="*/ 282 h 564"/>
                <a:gd name="T38" fmla="*/ 0 w 563"/>
                <a:gd name="T39" fmla="*/ 282 h 564"/>
                <a:gd name="T40" fmla="*/ 0 w 563"/>
                <a:gd name="T41" fmla="*/ 282 h 564"/>
                <a:gd name="T42" fmla="*/ 82 w 563"/>
                <a:gd name="T43" fmla="*/ 83 h 564"/>
                <a:gd name="T44" fmla="*/ 282 w 563"/>
                <a:gd name="T45" fmla="*/ 0 h 564"/>
                <a:gd name="T46" fmla="*/ 282 w 563"/>
                <a:gd name="T47" fmla="*/ 0 h 564"/>
                <a:gd name="T48" fmla="*/ 282 w 563"/>
                <a:gd name="T49" fmla="*/ 0 h 564"/>
                <a:gd name="T50" fmla="*/ 282 w 563"/>
                <a:gd name="T51" fmla="*/ 12 h 564"/>
                <a:gd name="T52" fmla="*/ 282 w 563"/>
                <a:gd name="T53" fmla="*/ 12 h 564"/>
                <a:gd name="T54" fmla="*/ 282 w 563"/>
                <a:gd name="T55" fmla="*/ 12 h 564"/>
                <a:gd name="T56" fmla="*/ 282 w 563"/>
                <a:gd name="T57" fmla="*/ 12 h 564"/>
                <a:gd name="T58" fmla="*/ 282 w 563"/>
                <a:gd name="T59" fmla="*/ 12 h 564"/>
                <a:gd name="T60" fmla="*/ 91 w 563"/>
                <a:gd name="T61" fmla="*/ 91 h 564"/>
                <a:gd name="T62" fmla="*/ 11 w 563"/>
                <a:gd name="T63" fmla="*/ 282 h 564"/>
                <a:gd name="T64" fmla="*/ 11 w 563"/>
                <a:gd name="T65" fmla="*/ 282 h 564"/>
                <a:gd name="T66" fmla="*/ 11 w 563"/>
                <a:gd name="T67" fmla="*/ 282 h 564"/>
                <a:gd name="T68" fmla="*/ 11 w 563"/>
                <a:gd name="T69" fmla="*/ 282 h 564"/>
                <a:gd name="T70" fmla="*/ 11 w 563"/>
                <a:gd name="T71" fmla="*/ 282 h 564"/>
                <a:gd name="T72" fmla="*/ 91 w 563"/>
                <a:gd name="T73" fmla="*/ 473 h 564"/>
                <a:gd name="T74" fmla="*/ 282 w 563"/>
                <a:gd name="T75" fmla="*/ 552 h 564"/>
                <a:gd name="T76" fmla="*/ 282 w 563"/>
                <a:gd name="T77" fmla="*/ 552 h 564"/>
                <a:gd name="T78" fmla="*/ 282 w 563"/>
                <a:gd name="T79" fmla="*/ 552 h 564"/>
                <a:gd name="T80" fmla="*/ 282 w 563"/>
                <a:gd name="T81" fmla="*/ 552 h 564"/>
                <a:gd name="T82" fmla="*/ 282 w 563"/>
                <a:gd name="T83" fmla="*/ 552 h 564"/>
                <a:gd name="T84" fmla="*/ 473 w 563"/>
                <a:gd name="T85" fmla="*/ 473 h 564"/>
                <a:gd name="T86" fmla="*/ 552 w 563"/>
                <a:gd name="T87" fmla="*/ 282 h 564"/>
                <a:gd name="T88" fmla="*/ 552 w 563"/>
                <a:gd name="T89" fmla="*/ 282 h 564"/>
                <a:gd name="T90" fmla="*/ 552 w 563"/>
                <a:gd name="T91" fmla="*/ 282 h 564"/>
                <a:gd name="T92" fmla="*/ 552 w 563"/>
                <a:gd name="T93" fmla="*/ 282 h 564"/>
                <a:gd name="T94" fmla="*/ 552 w 563"/>
                <a:gd name="T95" fmla="*/ 282 h 564"/>
                <a:gd name="T96" fmla="*/ 473 w 563"/>
                <a:gd name="T97" fmla="*/ 91 h 564"/>
                <a:gd name="T98" fmla="*/ 282 w 563"/>
                <a:gd name="T99" fmla="*/ 12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3" h="564">
                  <a:moveTo>
                    <a:pt x="282" y="0"/>
                  </a:moveTo>
                  <a:cubicBezTo>
                    <a:pt x="282" y="0"/>
                    <a:pt x="282" y="0"/>
                    <a:pt x="282" y="0"/>
                  </a:cubicBezTo>
                  <a:cubicBezTo>
                    <a:pt x="282" y="0"/>
                    <a:pt x="282" y="0"/>
                    <a:pt x="282" y="0"/>
                  </a:cubicBezTo>
                  <a:cubicBezTo>
                    <a:pt x="359" y="0"/>
                    <a:pt x="430" y="32"/>
                    <a:pt x="481" y="83"/>
                  </a:cubicBezTo>
                  <a:cubicBezTo>
                    <a:pt x="532" y="134"/>
                    <a:pt x="563" y="204"/>
                    <a:pt x="563" y="282"/>
                  </a:cubicBezTo>
                  <a:cubicBezTo>
                    <a:pt x="563" y="282"/>
                    <a:pt x="563" y="282"/>
                    <a:pt x="563" y="282"/>
                  </a:cubicBezTo>
                  <a:cubicBezTo>
                    <a:pt x="563" y="282"/>
                    <a:pt x="563" y="282"/>
                    <a:pt x="563" y="282"/>
                  </a:cubicBezTo>
                  <a:cubicBezTo>
                    <a:pt x="563" y="282"/>
                    <a:pt x="563" y="282"/>
                    <a:pt x="563" y="282"/>
                  </a:cubicBezTo>
                  <a:cubicBezTo>
                    <a:pt x="563" y="282"/>
                    <a:pt x="563" y="282"/>
                    <a:pt x="563" y="282"/>
                  </a:cubicBezTo>
                  <a:cubicBezTo>
                    <a:pt x="563" y="360"/>
                    <a:pt x="532" y="430"/>
                    <a:pt x="481" y="481"/>
                  </a:cubicBezTo>
                  <a:cubicBezTo>
                    <a:pt x="430" y="532"/>
                    <a:pt x="359" y="564"/>
                    <a:pt x="282" y="564"/>
                  </a:cubicBezTo>
                  <a:cubicBezTo>
                    <a:pt x="282" y="564"/>
                    <a:pt x="282" y="564"/>
                    <a:pt x="282" y="564"/>
                  </a:cubicBezTo>
                  <a:cubicBezTo>
                    <a:pt x="282" y="564"/>
                    <a:pt x="282" y="564"/>
                    <a:pt x="282" y="564"/>
                  </a:cubicBezTo>
                  <a:cubicBezTo>
                    <a:pt x="282" y="564"/>
                    <a:pt x="282" y="564"/>
                    <a:pt x="282" y="564"/>
                  </a:cubicBezTo>
                  <a:cubicBezTo>
                    <a:pt x="282" y="564"/>
                    <a:pt x="282" y="564"/>
                    <a:pt x="282" y="564"/>
                  </a:cubicBezTo>
                  <a:cubicBezTo>
                    <a:pt x="204" y="564"/>
                    <a:pt x="133" y="532"/>
                    <a:pt x="82" y="481"/>
                  </a:cubicBezTo>
                  <a:cubicBezTo>
                    <a:pt x="31" y="430"/>
                    <a:pt x="0" y="360"/>
                    <a:pt x="0" y="282"/>
                  </a:cubicBezTo>
                  <a:cubicBezTo>
                    <a:pt x="0" y="282"/>
                    <a:pt x="0" y="282"/>
                    <a:pt x="0" y="282"/>
                  </a:cubicBezTo>
                  <a:cubicBezTo>
                    <a:pt x="0" y="282"/>
                    <a:pt x="0" y="282"/>
                    <a:pt x="0" y="282"/>
                  </a:cubicBezTo>
                  <a:cubicBezTo>
                    <a:pt x="0" y="282"/>
                    <a:pt x="0" y="282"/>
                    <a:pt x="0" y="282"/>
                  </a:cubicBezTo>
                  <a:cubicBezTo>
                    <a:pt x="0" y="282"/>
                    <a:pt x="0" y="282"/>
                    <a:pt x="0" y="282"/>
                  </a:cubicBezTo>
                  <a:cubicBezTo>
                    <a:pt x="0" y="204"/>
                    <a:pt x="31" y="134"/>
                    <a:pt x="82" y="83"/>
                  </a:cubicBezTo>
                  <a:cubicBezTo>
                    <a:pt x="133" y="32"/>
                    <a:pt x="204" y="0"/>
                    <a:pt x="282" y="0"/>
                  </a:cubicBezTo>
                  <a:cubicBezTo>
                    <a:pt x="282" y="0"/>
                    <a:pt x="282" y="0"/>
                    <a:pt x="282" y="0"/>
                  </a:cubicBezTo>
                  <a:cubicBezTo>
                    <a:pt x="282" y="0"/>
                    <a:pt x="282" y="0"/>
                    <a:pt x="282" y="0"/>
                  </a:cubicBezTo>
                  <a:close/>
                  <a:moveTo>
                    <a:pt x="282" y="12"/>
                  </a:moveTo>
                  <a:cubicBezTo>
                    <a:pt x="282" y="12"/>
                    <a:pt x="282" y="12"/>
                    <a:pt x="282" y="12"/>
                  </a:cubicBezTo>
                  <a:cubicBezTo>
                    <a:pt x="282" y="12"/>
                    <a:pt x="282" y="12"/>
                    <a:pt x="282" y="12"/>
                  </a:cubicBezTo>
                  <a:cubicBezTo>
                    <a:pt x="282" y="12"/>
                    <a:pt x="282" y="12"/>
                    <a:pt x="282" y="12"/>
                  </a:cubicBezTo>
                  <a:cubicBezTo>
                    <a:pt x="282" y="12"/>
                    <a:pt x="282" y="12"/>
                    <a:pt x="282" y="12"/>
                  </a:cubicBezTo>
                  <a:cubicBezTo>
                    <a:pt x="207" y="12"/>
                    <a:pt x="139" y="42"/>
                    <a:pt x="91" y="91"/>
                  </a:cubicBezTo>
                  <a:cubicBezTo>
                    <a:pt x="42" y="140"/>
                    <a:pt x="11" y="207"/>
                    <a:pt x="11" y="282"/>
                  </a:cubicBezTo>
                  <a:cubicBezTo>
                    <a:pt x="11" y="282"/>
                    <a:pt x="11" y="282"/>
                    <a:pt x="11" y="282"/>
                  </a:cubicBezTo>
                  <a:cubicBezTo>
                    <a:pt x="11" y="282"/>
                    <a:pt x="11" y="282"/>
                    <a:pt x="11" y="282"/>
                  </a:cubicBezTo>
                  <a:cubicBezTo>
                    <a:pt x="11" y="282"/>
                    <a:pt x="11" y="282"/>
                    <a:pt x="11" y="282"/>
                  </a:cubicBezTo>
                  <a:cubicBezTo>
                    <a:pt x="11" y="282"/>
                    <a:pt x="11" y="282"/>
                    <a:pt x="11" y="282"/>
                  </a:cubicBezTo>
                  <a:cubicBezTo>
                    <a:pt x="11" y="356"/>
                    <a:pt x="42" y="424"/>
                    <a:pt x="91" y="473"/>
                  </a:cubicBezTo>
                  <a:cubicBezTo>
                    <a:pt x="139" y="522"/>
                    <a:pt x="207" y="552"/>
                    <a:pt x="282" y="552"/>
                  </a:cubicBezTo>
                  <a:cubicBezTo>
                    <a:pt x="282" y="552"/>
                    <a:pt x="282" y="552"/>
                    <a:pt x="282" y="552"/>
                  </a:cubicBezTo>
                  <a:cubicBezTo>
                    <a:pt x="282" y="552"/>
                    <a:pt x="282" y="552"/>
                    <a:pt x="282" y="552"/>
                  </a:cubicBezTo>
                  <a:cubicBezTo>
                    <a:pt x="282" y="552"/>
                    <a:pt x="282" y="552"/>
                    <a:pt x="282" y="552"/>
                  </a:cubicBezTo>
                  <a:cubicBezTo>
                    <a:pt x="282" y="552"/>
                    <a:pt x="282" y="552"/>
                    <a:pt x="282" y="552"/>
                  </a:cubicBezTo>
                  <a:cubicBezTo>
                    <a:pt x="356" y="552"/>
                    <a:pt x="424" y="522"/>
                    <a:pt x="473" y="473"/>
                  </a:cubicBezTo>
                  <a:cubicBezTo>
                    <a:pt x="521" y="424"/>
                    <a:pt x="552" y="356"/>
                    <a:pt x="552" y="282"/>
                  </a:cubicBezTo>
                  <a:cubicBezTo>
                    <a:pt x="552" y="282"/>
                    <a:pt x="552" y="282"/>
                    <a:pt x="552" y="282"/>
                  </a:cubicBezTo>
                  <a:cubicBezTo>
                    <a:pt x="552" y="282"/>
                    <a:pt x="552" y="282"/>
                    <a:pt x="552" y="282"/>
                  </a:cubicBezTo>
                  <a:cubicBezTo>
                    <a:pt x="552" y="282"/>
                    <a:pt x="552" y="282"/>
                    <a:pt x="552" y="282"/>
                  </a:cubicBezTo>
                  <a:cubicBezTo>
                    <a:pt x="552" y="282"/>
                    <a:pt x="552" y="282"/>
                    <a:pt x="552" y="282"/>
                  </a:cubicBezTo>
                  <a:cubicBezTo>
                    <a:pt x="552" y="207"/>
                    <a:pt x="521" y="140"/>
                    <a:pt x="473" y="91"/>
                  </a:cubicBezTo>
                  <a:cubicBezTo>
                    <a:pt x="424" y="42"/>
                    <a:pt x="35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íṩḻîdé">
              <a:extLst>
                <a:ext uri="{FF2B5EF4-FFF2-40B4-BE49-F238E27FC236}">
                  <a16:creationId xmlns:a16="http://schemas.microsoft.com/office/drawing/2014/main" id="{EECAF90E-C9DC-D403-C44F-83215C133AA6}"/>
                </a:ext>
              </a:extLst>
            </p:cNvPr>
            <p:cNvSpPr/>
            <p:nvPr/>
          </p:nvSpPr>
          <p:spPr bwMode="auto">
            <a:xfrm>
              <a:off x="3014663" y="3465513"/>
              <a:ext cx="1566863" cy="754063"/>
            </a:xfrm>
            <a:custGeom>
              <a:avLst/>
              <a:gdLst>
                <a:gd name="T0" fmla="*/ 448 w 475"/>
                <a:gd name="T1" fmla="*/ 10 h 228"/>
                <a:gd name="T2" fmla="*/ 472 w 475"/>
                <a:gd name="T3" fmla="*/ 18 h 228"/>
                <a:gd name="T4" fmla="*/ 446 w 475"/>
                <a:gd name="T5" fmla="*/ 28 h 228"/>
                <a:gd name="T6" fmla="*/ 461 w 475"/>
                <a:gd name="T7" fmla="*/ 18 h 228"/>
                <a:gd name="T8" fmla="*/ 438 w 475"/>
                <a:gd name="T9" fmla="*/ 56 h 228"/>
                <a:gd name="T10" fmla="*/ 466 w 475"/>
                <a:gd name="T11" fmla="*/ 52 h 228"/>
                <a:gd name="T12" fmla="*/ 455 w 475"/>
                <a:gd name="T13" fmla="*/ 86 h 228"/>
                <a:gd name="T14" fmla="*/ 434 w 475"/>
                <a:gd name="T15" fmla="*/ 62 h 228"/>
                <a:gd name="T16" fmla="*/ 423 w 475"/>
                <a:gd name="T17" fmla="*/ 86 h 228"/>
                <a:gd name="T18" fmla="*/ 444 w 475"/>
                <a:gd name="T19" fmla="*/ 94 h 228"/>
                <a:gd name="T20" fmla="*/ 446 w 475"/>
                <a:gd name="T21" fmla="*/ 101 h 228"/>
                <a:gd name="T22" fmla="*/ 402 w 475"/>
                <a:gd name="T23" fmla="*/ 121 h 228"/>
                <a:gd name="T24" fmla="*/ 420 w 475"/>
                <a:gd name="T25" fmla="*/ 141 h 228"/>
                <a:gd name="T26" fmla="*/ 415 w 475"/>
                <a:gd name="T27" fmla="*/ 125 h 228"/>
                <a:gd name="T28" fmla="*/ 376 w 475"/>
                <a:gd name="T29" fmla="*/ 147 h 228"/>
                <a:gd name="T30" fmla="*/ 398 w 475"/>
                <a:gd name="T31" fmla="*/ 142 h 228"/>
                <a:gd name="T32" fmla="*/ 403 w 475"/>
                <a:gd name="T33" fmla="*/ 161 h 228"/>
                <a:gd name="T34" fmla="*/ 399 w 475"/>
                <a:gd name="T35" fmla="*/ 163 h 228"/>
                <a:gd name="T36" fmla="*/ 362 w 475"/>
                <a:gd name="T37" fmla="*/ 161 h 228"/>
                <a:gd name="T38" fmla="*/ 384 w 475"/>
                <a:gd name="T39" fmla="*/ 178 h 228"/>
                <a:gd name="T40" fmla="*/ 353 w 475"/>
                <a:gd name="T41" fmla="*/ 166 h 228"/>
                <a:gd name="T42" fmla="*/ 354 w 475"/>
                <a:gd name="T43" fmla="*/ 197 h 228"/>
                <a:gd name="T44" fmla="*/ 306 w 475"/>
                <a:gd name="T45" fmla="*/ 188 h 228"/>
                <a:gd name="T46" fmla="*/ 321 w 475"/>
                <a:gd name="T47" fmla="*/ 212 h 228"/>
                <a:gd name="T48" fmla="*/ 333 w 475"/>
                <a:gd name="T49" fmla="*/ 176 h 228"/>
                <a:gd name="T50" fmla="*/ 302 w 475"/>
                <a:gd name="T51" fmla="*/ 190 h 228"/>
                <a:gd name="T52" fmla="*/ 308 w 475"/>
                <a:gd name="T53" fmla="*/ 216 h 228"/>
                <a:gd name="T54" fmla="*/ 288 w 475"/>
                <a:gd name="T55" fmla="*/ 193 h 228"/>
                <a:gd name="T56" fmla="*/ 250 w 475"/>
                <a:gd name="T57" fmla="*/ 226 h 228"/>
                <a:gd name="T58" fmla="*/ 255 w 475"/>
                <a:gd name="T59" fmla="*/ 217 h 228"/>
                <a:gd name="T60" fmla="*/ 244 w 475"/>
                <a:gd name="T61" fmla="*/ 197 h 228"/>
                <a:gd name="T62" fmla="*/ 203 w 475"/>
                <a:gd name="T63" fmla="*/ 195 h 228"/>
                <a:gd name="T64" fmla="*/ 209 w 475"/>
                <a:gd name="T65" fmla="*/ 225 h 228"/>
                <a:gd name="T66" fmla="*/ 232 w 475"/>
                <a:gd name="T67" fmla="*/ 200 h 228"/>
                <a:gd name="T68" fmla="*/ 194 w 475"/>
                <a:gd name="T69" fmla="*/ 220 h 228"/>
                <a:gd name="T70" fmla="*/ 191 w 475"/>
                <a:gd name="T71" fmla="*/ 219 h 228"/>
                <a:gd name="T72" fmla="*/ 165 w 475"/>
                <a:gd name="T73" fmla="*/ 188 h 228"/>
                <a:gd name="T74" fmla="*/ 160 w 475"/>
                <a:gd name="T75" fmla="*/ 184 h 228"/>
                <a:gd name="T76" fmla="*/ 125 w 475"/>
                <a:gd name="T77" fmla="*/ 200 h 228"/>
                <a:gd name="T78" fmla="*/ 141 w 475"/>
                <a:gd name="T79" fmla="*/ 190 h 228"/>
                <a:gd name="T80" fmla="*/ 106 w 475"/>
                <a:gd name="T81" fmla="*/ 184 h 228"/>
                <a:gd name="T82" fmla="*/ 114 w 475"/>
                <a:gd name="T83" fmla="*/ 157 h 228"/>
                <a:gd name="T84" fmla="*/ 100 w 475"/>
                <a:gd name="T85" fmla="*/ 169 h 228"/>
                <a:gd name="T86" fmla="*/ 79 w 475"/>
                <a:gd name="T87" fmla="*/ 165 h 228"/>
                <a:gd name="T88" fmla="*/ 88 w 475"/>
                <a:gd name="T89" fmla="*/ 135 h 228"/>
                <a:gd name="T90" fmla="*/ 45 w 475"/>
                <a:gd name="T91" fmla="*/ 130 h 228"/>
                <a:gd name="T92" fmla="*/ 74 w 475"/>
                <a:gd name="T93" fmla="*/ 117 h 228"/>
                <a:gd name="T94" fmla="*/ 58 w 475"/>
                <a:gd name="T95" fmla="*/ 93 h 228"/>
                <a:gd name="T96" fmla="*/ 26 w 475"/>
                <a:gd name="T97" fmla="*/ 94 h 228"/>
                <a:gd name="T98" fmla="*/ 48 w 475"/>
                <a:gd name="T99" fmla="*/ 79 h 228"/>
                <a:gd name="T100" fmla="*/ 28 w 475"/>
                <a:gd name="T101" fmla="*/ 75 h 228"/>
                <a:gd name="T102" fmla="*/ 46 w 475"/>
                <a:gd name="T103" fmla="*/ 66 h 228"/>
                <a:gd name="T104" fmla="*/ 17 w 475"/>
                <a:gd name="T105" fmla="*/ 65 h 228"/>
                <a:gd name="T106" fmla="*/ 5 w 475"/>
                <a:gd name="T107" fmla="*/ 38 h 228"/>
                <a:gd name="T108" fmla="*/ 35 w 475"/>
                <a:gd name="T109" fmla="*/ 31 h 228"/>
                <a:gd name="T110" fmla="*/ 4 w 475"/>
                <a:gd name="T111" fmla="*/ 23 h 228"/>
                <a:gd name="T112" fmla="*/ 1 w 475"/>
                <a:gd name="T113" fmla="*/ 2 h 228"/>
                <a:gd name="T114" fmla="*/ 30 w 475"/>
                <a:gd name="T115" fmla="*/ 11 h 228"/>
                <a:gd name="T116" fmla="*/ 32 w 475"/>
                <a:gd name="T117"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5" h="228">
                  <a:moveTo>
                    <a:pt x="44" y="55"/>
                  </a:moveTo>
                  <a:cubicBezTo>
                    <a:pt x="45" y="56"/>
                    <a:pt x="45" y="56"/>
                    <a:pt x="45" y="57"/>
                  </a:cubicBezTo>
                  <a:cubicBezTo>
                    <a:pt x="45" y="57"/>
                    <a:pt x="45" y="58"/>
                    <a:pt x="44" y="58"/>
                  </a:cubicBezTo>
                  <a:cubicBezTo>
                    <a:pt x="44" y="58"/>
                    <a:pt x="43" y="58"/>
                    <a:pt x="42" y="58"/>
                  </a:cubicBezTo>
                  <a:cubicBezTo>
                    <a:pt x="29" y="57"/>
                    <a:pt x="29" y="57"/>
                    <a:pt x="29" y="57"/>
                  </a:cubicBezTo>
                  <a:cubicBezTo>
                    <a:pt x="28" y="57"/>
                    <a:pt x="28" y="57"/>
                    <a:pt x="28" y="57"/>
                  </a:cubicBezTo>
                  <a:cubicBezTo>
                    <a:pt x="28" y="56"/>
                    <a:pt x="28" y="56"/>
                    <a:pt x="28" y="56"/>
                  </a:cubicBezTo>
                  <a:cubicBezTo>
                    <a:pt x="28" y="56"/>
                    <a:pt x="28" y="56"/>
                    <a:pt x="29" y="56"/>
                  </a:cubicBezTo>
                  <a:cubicBezTo>
                    <a:pt x="29" y="55"/>
                    <a:pt x="33" y="55"/>
                    <a:pt x="41" y="54"/>
                  </a:cubicBezTo>
                  <a:cubicBezTo>
                    <a:pt x="42" y="54"/>
                    <a:pt x="43" y="54"/>
                    <a:pt x="44" y="55"/>
                  </a:cubicBezTo>
                  <a:close/>
                  <a:moveTo>
                    <a:pt x="448" y="10"/>
                  </a:moveTo>
                  <a:cubicBezTo>
                    <a:pt x="448" y="9"/>
                    <a:pt x="447" y="9"/>
                    <a:pt x="447" y="10"/>
                  </a:cubicBezTo>
                  <a:cubicBezTo>
                    <a:pt x="446" y="10"/>
                    <a:pt x="446" y="11"/>
                    <a:pt x="446" y="12"/>
                  </a:cubicBezTo>
                  <a:cubicBezTo>
                    <a:pt x="446" y="13"/>
                    <a:pt x="446" y="13"/>
                    <a:pt x="446" y="13"/>
                  </a:cubicBezTo>
                  <a:cubicBezTo>
                    <a:pt x="445" y="13"/>
                    <a:pt x="445" y="13"/>
                    <a:pt x="445" y="13"/>
                  </a:cubicBezTo>
                  <a:cubicBezTo>
                    <a:pt x="446" y="3"/>
                    <a:pt x="446" y="3"/>
                    <a:pt x="446" y="3"/>
                  </a:cubicBezTo>
                  <a:cubicBezTo>
                    <a:pt x="447" y="3"/>
                    <a:pt x="447" y="3"/>
                    <a:pt x="447" y="3"/>
                  </a:cubicBezTo>
                  <a:cubicBezTo>
                    <a:pt x="447" y="4"/>
                    <a:pt x="447" y="4"/>
                    <a:pt x="447" y="4"/>
                  </a:cubicBezTo>
                  <a:cubicBezTo>
                    <a:pt x="447" y="4"/>
                    <a:pt x="447" y="5"/>
                    <a:pt x="447" y="6"/>
                  </a:cubicBezTo>
                  <a:cubicBezTo>
                    <a:pt x="448" y="7"/>
                    <a:pt x="448" y="7"/>
                    <a:pt x="449" y="8"/>
                  </a:cubicBezTo>
                  <a:cubicBezTo>
                    <a:pt x="462" y="17"/>
                    <a:pt x="462" y="17"/>
                    <a:pt x="462" y="17"/>
                  </a:cubicBezTo>
                  <a:cubicBezTo>
                    <a:pt x="472" y="18"/>
                    <a:pt x="472" y="18"/>
                    <a:pt x="472" y="18"/>
                  </a:cubicBezTo>
                  <a:cubicBezTo>
                    <a:pt x="473" y="18"/>
                    <a:pt x="473" y="18"/>
                    <a:pt x="473" y="18"/>
                  </a:cubicBezTo>
                  <a:cubicBezTo>
                    <a:pt x="473" y="17"/>
                    <a:pt x="474" y="17"/>
                    <a:pt x="474" y="16"/>
                  </a:cubicBezTo>
                  <a:cubicBezTo>
                    <a:pt x="474" y="14"/>
                    <a:pt x="474" y="14"/>
                    <a:pt x="474" y="14"/>
                  </a:cubicBezTo>
                  <a:cubicBezTo>
                    <a:pt x="475" y="14"/>
                    <a:pt x="475" y="14"/>
                    <a:pt x="475" y="14"/>
                  </a:cubicBezTo>
                  <a:cubicBezTo>
                    <a:pt x="474" y="27"/>
                    <a:pt x="474" y="27"/>
                    <a:pt x="474" y="27"/>
                  </a:cubicBezTo>
                  <a:cubicBezTo>
                    <a:pt x="473" y="27"/>
                    <a:pt x="473" y="27"/>
                    <a:pt x="473" y="27"/>
                  </a:cubicBezTo>
                  <a:cubicBezTo>
                    <a:pt x="473" y="25"/>
                    <a:pt x="473" y="25"/>
                    <a:pt x="473" y="25"/>
                  </a:cubicBezTo>
                  <a:cubicBezTo>
                    <a:pt x="473" y="24"/>
                    <a:pt x="473" y="23"/>
                    <a:pt x="473" y="23"/>
                  </a:cubicBezTo>
                  <a:cubicBezTo>
                    <a:pt x="472" y="22"/>
                    <a:pt x="472" y="22"/>
                    <a:pt x="472" y="22"/>
                  </a:cubicBezTo>
                  <a:cubicBezTo>
                    <a:pt x="463" y="21"/>
                    <a:pt x="463" y="21"/>
                    <a:pt x="463" y="21"/>
                  </a:cubicBezTo>
                  <a:cubicBezTo>
                    <a:pt x="446" y="28"/>
                    <a:pt x="446" y="28"/>
                    <a:pt x="446" y="28"/>
                  </a:cubicBezTo>
                  <a:cubicBezTo>
                    <a:pt x="446" y="28"/>
                    <a:pt x="445" y="29"/>
                    <a:pt x="445" y="29"/>
                  </a:cubicBezTo>
                  <a:cubicBezTo>
                    <a:pt x="444" y="30"/>
                    <a:pt x="444" y="30"/>
                    <a:pt x="444" y="31"/>
                  </a:cubicBezTo>
                  <a:cubicBezTo>
                    <a:pt x="444" y="32"/>
                    <a:pt x="444" y="32"/>
                    <a:pt x="444" y="32"/>
                  </a:cubicBezTo>
                  <a:cubicBezTo>
                    <a:pt x="443" y="32"/>
                    <a:pt x="443" y="32"/>
                    <a:pt x="443" y="32"/>
                  </a:cubicBezTo>
                  <a:cubicBezTo>
                    <a:pt x="444" y="21"/>
                    <a:pt x="444" y="21"/>
                    <a:pt x="444" y="21"/>
                  </a:cubicBezTo>
                  <a:cubicBezTo>
                    <a:pt x="445" y="21"/>
                    <a:pt x="445" y="21"/>
                    <a:pt x="445" y="21"/>
                  </a:cubicBezTo>
                  <a:cubicBezTo>
                    <a:pt x="445" y="22"/>
                    <a:pt x="445" y="22"/>
                    <a:pt x="445" y="22"/>
                  </a:cubicBezTo>
                  <a:cubicBezTo>
                    <a:pt x="445" y="23"/>
                    <a:pt x="445" y="24"/>
                    <a:pt x="445" y="24"/>
                  </a:cubicBezTo>
                  <a:cubicBezTo>
                    <a:pt x="446" y="24"/>
                    <a:pt x="446" y="24"/>
                    <a:pt x="447" y="24"/>
                  </a:cubicBezTo>
                  <a:cubicBezTo>
                    <a:pt x="460" y="18"/>
                    <a:pt x="460" y="18"/>
                    <a:pt x="460" y="18"/>
                  </a:cubicBezTo>
                  <a:cubicBezTo>
                    <a:pt x="461" y="18"/>
                    <a:pt x="461" y="18"/>
                    <a:pt x="461" y="18"/>
                  </a:cubicBezTo>
                  <a:cubicBezTo>
                    <a:pt x="448" y="10"/>
                    <a:pt x="448" y="10"/>
                    <a:pt x="448" y="10"/>
                  </a:cubicBezTo>
                  <a:close/>
                  <a:moveTo>
                    <a:pt x="470" y="48"/>
                  </a:moveTo>
                  <a:cubicBezTo>
                    <a:pt x="466" y="61"/>
                    <a:pt x="466" y="61"/>
                    <a:pt x="466" y="61"/>
                  </a:cubicBezTo>
                  <a:cubicBezTo>
                    <a:pt x="465" y="61"/>
                    <a:pt x="465" y="61"/>
                    <a:pt x="465" y="61"/>
                  </a:cubicBezTo>
                  <a:cubicBezTo>
                    <a:pt x="466" y="59"/>
                    <a:pt x="466" y="59"/>
                    <a:pt x="466" y="59"/>
                  </a:cubicBezTo>
                  <a:cubicBezTo>
                    <a:pt x="466" y="58"/>
                    <a:pt x="466" y="57"/>
                    <a:pt x="466" y="57"/>
                  </a:cubicBezTo>
                  <a:cubicBezTo>
                    <a:pt x="466" y="56"/>
                    <a:pt x="465" y="56"/>
                    <a:pt x="465" y="56"/>
                  </a:cubicBezTo>
                  <a:cubicBezTo>
                    <a:pt x="441" y="49"/>
                    <a:pt x="441" y="49"/>
                    <a:pt x="441" y="49"/>
                  </a:cubicBezTo>
                  <a:cubicBezTo>
                    <a:pt x="440" y="49"/>
                    <a:pt x="440" y="49"/>
                    <a:pt x="439" y="49"/>
                  </a:cubicBezTo>
                  <a:cubicBezTo>
                    <a:pt x="439" y="49"/>
                    <a:pt x="439" y="50"/>
                    <a:pt x="439" y="51"/>
                  </a:cubicBezTo>
                  <a:cubicBezTo>
                    <a:pt x="438" y="53"/>
                    <a:pt x="438" y="55"/>
                    <a:pt x="438" y="56"/>
                  </a:cubicBezTo>
                  <a:cubicBezTo>
                    <a:pt x="439" y="57"/>
                    <a:pt x="440" y="58"/>
                    <a:pt x="442" y="60"/>
                  </a:cubicBezTo>
                  <a:cubicBezTo>
                    <a:pt x="441" y="62"/>
                    <a:pt x="441" y="62"/>
                    <a:pt x="441" y="62"/>
                  </a:cubicBezTo>
                  <a:cubicBezTo>
                    <a:pt x="435" y="58"/>
                    <a:pt x="435" y="58"/>
                    <a:pt x="435" y="58"/>
                  </a:cubicBezTo>
                  <a:cubicBezTo>
                    <a:pt x="442" y="35"/>
                    <a:pt x="442" y="35"/>
                    <a:pt x="442" y="35"/>
                  </a:cubicBezTo>
                  <a:cubicBezTo>
                    <a:pt x="449" y="35"/>
                    <a:pt x="449" y="35"/>
                    <a:pt x="449" y="35"/>
                  </a:cubicBezTo>
                  <a:cubicBezTo>
                    <a:pt x="449" y="36"/>
                    <a:pt x="449" y="36"/>
                    <a:pt x="449" y="36"/>
                  </a:cubicBezTo>
                  <a:cubicBezTo>
                    <a:pt x="446" y="37"/>
                    <a:pt x="444" y="37"/>
                    <a:pt x="444" y="38"/>
                  </a:cubicBezTo>
                  <a:cubicBezTo>
                    <a:pt x="443" y="38"/>
                    <a:pt x="442" y="40"/>
                    <a:pt x="441" y="42"/>
                  </a:cubicBezTo>
                  <a:cubicBezTo>
                    <a:pt x="441" y="44"/>
                    <a:pt x="441" y="44"/>
                    <a:pt x="441" y="45"/>
                  </a:cubicBezTo>
                  <a:cubicBezTo>
                    <a:pt x="441" y="45"/>
                    <a:pt x="441" y="45"/>
                    <a:pt x="442" y="45"/>
                  </a:cubicBezTo>
                  <a:cubicBezTo>
                    <a:pt x="466" y="52"/>
                    <a:pt x="466" y="52"/>
                    <a:pt x="466" y="52"/>
                  </a:cubicBezTo>
                  <a:cubicBezTo>
                    <a:pt x="466" y="52"/>
                    <a:pt x="467" y="52"/>
                    <a:pt x="467" y="52"/>
                  </a:cubicBezTo>
                  <a:cubicBezTo>
                    <a:pt x="467" y="51"/>
                    <a:pt x="468" y="51"/>
                    <a:pt x="468" y="50"/>
                  </a:cubicBezTo>
                  <a:cubicBezTo>
                    <a:pt x="469" y="48"/>
                    <a:pt x="469" y="48"/>
                    <a:pt x="469" y="48"/>
                  </a:cubicBezTo>
                  <a:cubicBezTo>
                    <a:pt x="470" y="48"/>
                    <a:pt x="470" y="48"/>
                    <a:pt x="470" y="48"/>
                  </a:cubicBezTo>
                  <a:close/>
                  <a:moveTo>
                    <a:pt x="427" y="81"/>
                  </a:moveTo>
                  <a:cubicBezTo>
                    <a:pt x="429" y="76"/>
                    <a:pt x="429" y="76"/>
                    <a:pt x="429" y="76"/>
                  </a:cubicBezTo>
                  <a:cubicBezTo>
                    <a:pt x="429" y="75"/>
                    <a:pt x="430" y="74"/>
                    <a:pt x="430" y="74"/>
                  </a:cubicBezTo>
                  <a:cubicBezTo>
                    <a:pt x="430" y="74"/>
                    <a:pt x="431" y="74"/>
                    <a:pt x="431" y="74"/>
                  </a:cubicBezTo>
                  <a:cubicBezTo>
                    <a:pt x="455" y="83"/>
                    <a:pt x="455" y="83"/>
                    <a:pt x="455" y="83"/>
                  </a:cubicBezTo>
                  <a:cubicBezTo>
                    <a:pt x="455" y="83"/>
                    <a:pt x="456" y="83"/>
                    <a:pt x="456" y="84"/>
                  </a:cubicBezTo>
                  <a:cubicBezTo>
                    <a:pt x="456" y="84"/>
                    <a:pt x="456" y="85"/>
                    <a:pt x="455" y="86"/>
                  </a:cubicBezTo>
                  <a:cubicBezTo>
                    <a:pt x="453" y="91"/>
                    <a:pt x="453" y="91"/>
                    <a:pt x="453" y="91"/>
                  </a:cubicBezTo>
                  <a:cubicBezTo>
                    <a:pt x="454" y="91"/>
                    <a:pt x="454" y="91"/>
                    <a:pt x="454" y="91"/>
                  </a:cubicBezTo>
                  <a:cubicBezTo>
                    <a:pt x="462" y="73"/>
                    <a:pt x="462" y="73"/>
                    <a:pt x="462" y="73"/>
                  </a:cubicBezTo>
                  <a:cubicBezTo>
                    <a:pt x="461" y="72"/>
                    <a:pt x="461" y="72"/>
                    <a:pt x="461" y="72"/>
                  </a:cubicBezTo>
                  <a:cubicBezTo>
                    <a:pt x="458" y="78"/>
                    <a:pt x="458" y="78"/>
                    <a:pt x="458" y="78"/>
                  </a:cubicBezTo>
                  <a:cubicBezTo>
                    <a:pt x="458" y="78"/>
                    <a:pt x="458" y="79"/>
                    <a:pt x="458" y="79"/>
                  </a:cubicBezTo>
                  <a:cubicBezTo>
                    <a:pt x="457" y="79"/>
                    <a:pt x="457" y="79"/>
                    <a:pt x="456" y="79"/>
                  </a:cubicBezTo>
                  <a:cubicBezTo>
                    <a:pt x="433" y="70"/>
                    <a:pt x="433" y="70"/>
                    <a:pt x="433" y="70"/>
                  </a:cubicBezTo>
                  <a:cubicBezTo>
                    <a:pt x="432" y="70"/>
                    <a:pt x="432" y="70"/>
                    <a:pt x="432" y="69"/>
                  </a:cubicBezTo>
                  <a:cubicBezTo>
                    <a:pt x="432" y="69"/>
                    <a:pt x="432" y="68"/>
                    <a:pt x="432" y="68"/>
                  </a:cubicBezTo>
                  <a:cubicBezTo>
                    <a:pt x="434" y="62"/>
                    <a:pt x="434" y="62"/>
                    <a:pt x="434" y="62"/>
                  </a:cubicBezTo>
                  <a:cubicBezTo>
                    <a:pt x="433" y="62"/>
                    <a:pt x="433" y="62"/>
                    <a:pt x="433" y="62"/>
                  </a:cubicBezTo>
                  <a:cubicBezTo>
                    <a:pt x="426" y="81"/>
                    <a:pt x="426" y="81"/>
                    <a:pt x="426" y="81"/>
                  </a:cubicBezTo>
                  <a:cubicBezTo>
                    <a:pt x="427" y="81"/>
                    <a:pt x="427" y="81"/>
                    <a:pt x="427" y="81"/>
                  </a:cubicBezTo>
                  <a:close/>
                  <a:moveTo>
                    <a:pt x="432" y="102"/>
                  </a:moveTo>
                  <a:cubicBezTo>
                    <a:pt x="428" y="105"/>
                    <a:pt x="426" y="107"/>
                    <a:pt x="424" y="108"/>
                  </a:cubicBezTo>
                  <a:cubicBezTo>
                    <a:pt x="422" y="109"/>
                    <a:pt x="420" y="109"/>
                    <a:pt x="418" y="108"/>
                  </a:cubicBezTo>
                  <a:cubicBezTo>
                    <a:pt x="417" y="107"/>
                    <a:pt x="416" y="106"/>
                    <a:pt x="416" y="103"/>
                  </a:cubicBezTo>
                  <a:cubicBezTo>
                    <a:pt x="415" y="100"/>
                    <a:pt x="416" y="97"/>
                    <a:pt x="418" y="94"/>
                  </a:cubicBezTo>
                  <a:cubicBezTo>
                    <a:pt x="419" y="93"/>
                    <a:pt x="420" y="91"/>
                    <a:pt x="421" y="90"/>
                  </a:cubicBezTo>
                  <a:cubicBezTo>
                    <a:pt x="422" y="89"/>
                    <a:pt x="422" y="88"/>
                    <a:pt x="423" y="88"/>
                  </a:cubicBezTo>
                  <a:cubicBezTo>
                    <a:pt x="423" y="87"/>
                    <a:pt x="423" y="87"/>
                    <a:pt x="423" y="86"/>
                  </a:cubicBezTo>
                  <a:cubicBezTo>
                    <a:pt x="423" y="86"/>
                    <a:pt x="423" y="85"/>
                    <a:pt x="423" y="85"/>
                  </a:cubicBezTo>
                  <a:cubicBezTo>
                    <a:pt x="430" y="87"/>
                    <a:pt x="430" y="87"/>
                    <a:pt x="430" y="87"/>
                  </a:cubicBezTo>
                  <a:cubicBezTo>
                    <a:pt x="429" y="89"/>
                    <a:pt x="429" y="89"/>
                    <a:pt x="429" y="89"/>
                  </a:cubicBezTo>
                  <a:cubicBezTo>
                    <a:pt x="427" y="89"/>
                    <a:pt x="424" y="89"/>
                    <a:pt x="423" y="90"/>
                  </a:cubicBezTo>
                  <a:cubicBezTo>
                    <a:pt x="421" y="91"/>
                    <a:pt x="420" y="93"/>
                    <a:pt x="419" y="95"/>
                  </a:cubicBezTo>
                  <a:cubicBezTo>
                    <a:pt x="417" y="98"/>
                    <a:pt x="417" y="100"/>
                    <a:pt x="417" y="102"/>
                  </a:cubicBezTo>
                  <a:cubicBezTo>
                    <a:pt x="418" y="103"/>
                    <a:pt x="418" y="104"/>
                    <a:pt x="420" y="105"/>
                  </a:cubicBezTo>
                  <a:cubicBezTo>
                    <a:pt x="421" y="106"/>
                    <a:pt x="422" y="106"/>
                    <a:pt x="423" y="105"/>
                  </a:cubicBezTo>
                  <a:cubicBezTo>
                    <a:pt x="424" y="105"/>
                    <a:pt x="427" y="103"/>
                    <a:pt x="431" y="99"/>
                  </a:cubicBezTo>
                  <a:cubicBezTo>
                    <a:pt x="434" y="96"/>
                    <a:pt x="436" y="94"/>
                    <a:pt x="438" y="93"/>
                  </a:cubicBezTo>
                  <a:cubicBezTo>
                    <a:pt x="440" y="93"/>
                    <a:pt x="442" y="93"/>
                    <a:pt x="444" y="94"/>
                  </a:cubicBezTo>
                  <a:cubicBezTo>
                    <a:pt x="446" y="95"/>
                    <a:pt x="447" y="96"/>
                    <a:pt x="447" y="99"/>
                  </a:cubicBezTo>
                  <a:cubicBezTo>
                    <a:pt x="448" y="102"/>
                    <a:pt x="447" y="105"/>
                    <a:pt x="445" y="108"/>
                  </a:cubicBezTo>
                  <a:cubicBezTo>
                    <a:pt x="444" y="110"/>
                    <a:pt x="443" y="111"/>
                    <a:pt x="442" y="112"/>
                  </a:cubicBezTo>
                  <a:cubicBezTo>
                    <a:pt x="441" y="113"/>
                    <a:pt x="441" y="114"/>
                    <a:pt x="440" y="115"/>
                  </a:cubicBezTo>
                  <a:cubicBezTo>
                    <a:pt x="440" y="115"/>
                    <a:pt x="440" y="116"/>
                    <a:pt x="440" y="116"/>
                  </a:cubicBezTo>
                  <a:cubicBezTo>
                    <a:pt x="440" y="117"/>
                    <a:pt x="440" y="118"/>
                    <a:pt x="440" y="118"/>
                  </a:cubicBezTo>
                  <a:cubicBezTo>
                    <a:pt x="431" y="116"/>
                    <a:pt x="431" y="116"/>
                    <a:pt x="431" y="116"/>
                  </a:cubicBezTo>
                  <a:cubicBezTo>
                    <a:pt x="432" y="114"/>
                    <a:pt x="432" y="114"/>
                    <a:pt x="432" y="114"/>
                  </a:cubicBezTo>
                  <a:cubicBezTo>
                    <a:pt x="435" y="115"/>
                    <a:pt x="437" y="114"/>
                    <a:pt x="439" y="113"/>
                  </a:cubicBezTo>
                  <a:cubicBezTo>
                    <a:pt x="441" y="112"/>
                    <a:pt x="443" y="110"/>
                    <a:pt x="444" y="108"/>
                  </a:cubicBezTo>
                  <a:cubicBezTo>
                    <a:pt x="446" y="105"/>
                    <a:pt x="446" y="103"/>
                    <a:pt x="446" y="101"/>
                  </a:cubicBezTo>
                  <a:cubicBezTo>
                    <a:pt x="445" y="99"/>
                    <a:pt x="444" y="98"/>
                    <a:pt x="442" y="97"/>
                  </a:cubicBezTo>
                  <a:cubicBezTo>
                    <a:pt x="441" y="96"/>
                    <a:pt x="440" y="96"/>
                    <a:pt x="438" y="97"/>
                  </a:cubicBezTo>
                  <a:cubicBezTo>
                    <a:pt x="436" y="98"/>
                    <a:pt x="434" y="100"/>
                    <a:pt x="432" y="102"/>
                  </a:cubicBezTo>
                  <a:close/>
                  <a:moveTo>
                    <a:pt x="411" y="129"/>
                  </a:moveTo>
                  <a:cubicBezTo>
                    <a:pt x="415" y="124"/>
                    <a:pt x="415" y="124"/>
                    <a:pt x="415" y="124"/>
                  </a:cubicBezTo>
                  <a:cubicBezTo>
                    <a:pt x="416" y="123"/>
                    <a:pt x="417" y="121"/>
                    <a:pt x="417" y="119"/>
                  </a:cubicBezTo>
                  <a:cubicBezTo>
                    <a:pt x="418" y="117"/>
                    <a:pt x="417" y="115"/>
                    <a:pt x="415" y="114"/>
                  </a:cubicBezTo>
                  <a:cubicBezTo>
                    <a:pt x="413" y="112"/>
                    <a:pt x="412" y="112"/>
                    <a:pt x="410" y="112"/>
                  </a:cubicBezTo>
                  <a:cubicBezTo>
                    <a:pt x="408" y="113"/>
                    <a:pt x="406" y="114"/>
                    <a:pt x="404" y="117"/>
                  </a:cubicBezTo>
                  <a:cubicBezTo>
                    <a:pt x="403" y="119"/>
                    <a:pt x="403" y="119"/>
                    <a:pt x="403" y="119"/>
                  </a:cubicBezTo>
                  <a:cubicBezTo>
                    <a:pt x="402" y="120"/>
                    <a:pt x="402" y="120"/>
                    <a:pt x="402" y="121"/>
                  </a:cubicBezTo>
                  <a:cubicBezTo>
                    <a:pt x="402" y="121"/>
                    <a:pt x="402" y="122"/>
                    <a:pt x="402" y="122"/>
                  </a:cubicBezTo>
                  <a:cubicBezTo>
                    <a:pt x="411" y="129"/>
                    <a:pt x="411" y="129"/>
                    <a:pt x="411" y="129"/>
                  </a:cubicBezTo>
                  <a:close/>
                  <a:moveTo>
                    <a:pt x="417" y="110"/>
                  </a:moveTo>
                  <a:cubicBezTo>
                    <a:pt x="416" y="108"/>
                    <a:pt x="414" y="108"/>
                    <a:pt x="411" y="109"/>
                  </a:cubicBezTo>
                  <a:cubicBezTo>
                    <a:pt x="409" y="110"/>
                    <a:pt x="407" y="112"/>
                    <a:pt x="404" y="115"/>
                  </a:cubicBezTo>
                  <a:cubicBezTo>
                    <a:pt x="396" y="126"/>
                    <a:pt x="396" y="126"/>
                    <a:pt x="396" y="126"/>
                  </a:cubicBezTo>
                  <a:cubicBezTo>
                    <a:pt x="396" y="127"/>
                    <a:pt x="396" y="127"/>
                    <a:pt x="396" y="127"/>
                  </a:cubicBezTo>
                  <a:cubicBezTo>
                    <a:pt x="397" y="126"/>
                    <a:pt x="397" y="126"/>
                    <a:pt x="397" y="126"/>
                  </a:cubicBezTo>
                  <a:cubicBezTo>
                    <a:pt x="398" y="125"/>
                    <a:pt x="398" y="125"/>
                    <a:pt x="399" y="125"/>
                  </a:cubicBezTo>
                  <a:cubicBezTo>
                    <a:pt x="399" y="125"/>
                    <a:pt x="399" y="125"/>
                    <a:pt x="400" y="125"/>
                  </a:cubicBezTo>
                  <a:cubicBezTo>
                    <a:pt x="420" y="141"/>
                    <a:pt x="420" y="141"/>
                    <a:pt x="420" y="141"/>
                  </a:cubicBezTo>
                  <a:cubicBezTo>
                    <a:pt x="420" y="141"/>
                    <a:pt x="420" y="141"/>
                    <a:pt x="420" y="142"/>
                  </a:cubicBezTo>
                  <a:cubicBezTo>
                    <a:pt x="420" y="142"/>
                    <a:pt x="420" y="143"/>
                    <a:pt x="419" y="143"/>
                  </a:cubicBezTo>
                  <a:cubicBezTo>
                    <a:pt x="419" y="144"/>
                    <a:pt x="419" y="144"/>
                    <a:pt x="419" y="144"/>
                  </a:cubicBezTo>
                  <a:cubicBezTo>
                    <a:pt x="419" y="145"/>
                    <a:pt x="419" y="145"/>
                    <a:pt x="419" y="145"/>
                  </a:cubicBezTo>
                  <a:cubicBezTo>
                    <a:pt x="427" y="136"/>
                    <a:pt x="427" y="136"/>
                    <a:pt x="427" y="136"/>
                  </a:cubicBezTo>
                  <a:cubicBezTo>
                    <a:pt x="426" y="135"/>
                    <a:pt x="426" y="135"/>
                    <a:pt x="426" y="135"/>
                  </a:cubicBezTo>
                  <a:cubicBezTo>
                    <a:pt x="425" y="136"/>
                    <a:pt x="425" y="136"/>
                    <a:pt x="425" y="136"/>
                  </a:cubicBezTo>
                  <a:cubicBezTo>
                    <a:pt x="424" y="137"/>
                    <a:pt x="424" y="137"/>
                    <a:pt x="423" y="137"/>
                  </a:cubicBezTo>
                  <a:cubicBezTo>
                    <a:pt x="423" y="138"/>
                    <a:pt x="423" y="138"/>
                    <a:pt x="422" y="137"/>
                  </a:cubicBezTo>
                  <a:cubicBezTo>
                    <a:pt x="412" y="130"/>
                    <a:pt x="412" y="130"/>
                    <a:pt x="412" y="130"/>
                  </a:cubicBezTo>
                  <a:cubicBezTo>
                    <a:pt x="415" y="125"/>
                    <a:pt x="415" y="125"/>
                    <a:pt x="415" y="125"/>
                  </a:cubicBezTo>
                  <a:cubicBezTo>
                    <a:pt x="433" y="128"/>
                    <a:pt x="433" y="128"/>
                    <a:pt x="433" y="128"/>
                  </a:cubicBezTo>
                  <a:cubicBezTo>
                    <a:pt x="437" y="122"/>
                    <a:pt x="437" y="122"/>
                    <a:pt x="437" y="122"/>
                  </a:cubicBezTo>
                  <a:cubicBezTo>
                    <a:pt x="436" y="122"/>
                    <a:pt x="436" y="122"/>
                    <a:pt x="436" y="122"/>
                  </a:cubicBezTo>
                  <a:cubicBezTo>
                    <a:pt x="435" y="123"/>
                    <a:pt x="435" y="123"/>
                    <a:pt x="435" y="123"/>
                  </a:cubicBezTo>
                  <a:cubicBezTo>
                    <a:pt x="435" y="123"/>
                    <a:pt x="435" y="123"/>
                    <a:pt x="434" y="124"/>
                  </a:cubicBezTo>
                  <a:cubicBezTo>
                    <a:pt x="434" y="124"/>
                    <a:pt x="433" y="124"/>
                    <a:pt x="433" y="124"/>
                  </a:cubicBezTo>
                  <a:cubicBezTo>
                    <a:pt x="418" y="122"/>
                    <a:pt x="418" y="122"/>
                    <a:pt x="418" y="122"/>
                  </a:cubicBezTo>
                  <a:cubicBezTo>
                    <a:pt x="419" y="120"/>
                    <a:pt x="420" y="118"/>
                    <a:pt x="420" y="115"/>
                  </a:cubicBezTo>
                  <a:cubicBezTo>
                    <a:pt x="420" y="113"/>
                    <a:pt x="419" y="111"/>
                    <a:pt x="417" y="110"/>
                  </a:cubicBezTo>
                  <a:close/>
                  <a:moveTo>
                    <a:pt x="376" y="148"/>
                  </a:moveTo>
                  <a:cubicBezTo>
                    <a:pt x="376" y="147"/>
                    <a:pt x="376" y="147"/>
                    <a:pt x="376" y="147"/>
                  </a:cubicBezTo>
                  <a:cubicBezTo>
                    <a:pt x="393" y="129"/>
                    <a:pt x="393" y="129"/>
                    <a:pt x="393" y="129"/>
                  </a:cubicBezTo>
                  <a:cubicBezTo>
                    <a:pt x="399" y="131"/>
                    <a:pt x="399" y="131"/>
                    <a:pt x="399" y="131"/>
                  </a:cubicBezTo>
                  <a:cubicBezTo>
                    <a:pt x="398" y="132"/>
                    <a:pt x="398" y="132"/>
                    <a:pt x="398" y="132"/>
                  </a:cubicBezTo>
                  <a:cubicBezTo>
                    <a:pt x="396" y="132"/>
                    <a:pt x="394" y="132"/>
                    <a:pt x="393" y="133"/>
                  </a:cubicBezTo>
                  <a:cubicBezTo>
                    <a:pt x="391" y="133"/>
                    <a:pt x="389" y="134"/>
                    <a:pt x="388" y="135"/>
                  </a:cubicBezTo>
                  <a:cubicBezTo>
                    <a:pt x="383" y="141"/>
                    <a:pt x="383" y="141"/>
                    <a:pt x="383" y="141"/>
                  </a:cubicBezTo>
                  <a:cubicBezTo>
                    <a:pt x="383" y="141"/>
                    <a:pt x="383" y="142"/>
                    <a:pt x="383" y="142"/>
                  </a:cubicBezTo>
                  <a:cubicBezTo>
                    <a:pt x="382" y="143"/>
                    <a:pt x="382" y="143"/>
                    <a:pt x="383" y="143"/>
                  </a:cubicBezTo>
                  <a:cubicBezTo>
                    <a:pt x="391" y="151"/>
                    <a:pt x="391" y="151"/>
                    <a:pt x="391" y="151"/>
                  </a:cubicBezTo>
                  <a:cubicBezTo>
                    <a:pt x="396" y="145"/>
                    <a:pt x="396" y="145"/>
                    <a:pt x="396" y="145"/>
                  </a:cubicBezTo>
                  <a:cubicBezTo>
                    <a:pt x="397" y="144"/>
                    <a:pt x="398" y="143"/>
                    <a:pt x="398" y="142"/>
                  </a:cubicBezTo>
                  <a:cubicBezTo>
                    <a:pt x="398" y="141"/>
                    <a:pt x="397" y="140"/>
                    <a:pt x="397" y="139"/>
                  </a:cubicBezTo>
                  <a:cubicBezTo>
                    <a:pt x="396" y="139"/>
                    <a:pt x="396" y="139"/>
                    <a:pt x="396" y="139"/>
                  </a:cubicBezTo>
                  <a:cubicBezTo>
                    <a:pt x="397" y="138"/>
                    <a:pt x="397" y="138"/>
                    <a:pt x="397" y="138"/>
                  </a:cubicBezTo>
                  <a:cubicBezTo>
                    <a:pt x="404" y="145"/>
                    <a:pt x="404" y="145"/>
                    <a:pt x="404" y="145"/>
                  </a:cubicBezTo>
                  <a:cubicBezTo>
                    <a:pt x="403" y="146"/>
                    <a:pt x="403" y="146"/>
                    <a:pt x="403" y="146"/>
                  </a:cubicBezTo>
                  <a:cubicBezTo>
                    <a:pt x="403" y="145"/>
                    <a:pt x="403" y="145"/>
                    <a:pt x="403" y="145"/>
                  </a:cubicBezTo>
                  <a:cubicBezTo>
                    <a:pt x="402" y="144"/>
                    <a:pt x="401" y="144"/>
                    <a:pt x="400" y="144"/>
                  </a:cubicBezTo>
                  <a:cubicBezTo>
                    <a:pt x="399" y="144"/>
                    <a:pt x="398" y="145"/>
                    <a:pt x="397" y="146"/>
                  </a:cubicBezTo>
                  <a:cubicBezTo>
                    <a:pt x="392" y="151"/>
                    <a:pt x="392" y="151"/>
                    <a:pt x="392" y="151"/>
                  </a:cubicBezTo>
                  <a:cubicBezTo>
                    <a:pt x="401" y="160"/>
                    <a:pt x="401" y="160"/>
                    <a:pt x="401" y="160"/>
                  </a:cubicBezTo>
                  <a:cubicBezTo>
                    <a:pt x="402" y="161"/>
                    <a:pt x="402" y="161"/>
                    <a:pt x="403" y="161"/>
                  </a:cubicBezTo>
                  <a:cubicBezTo>
                    <a:pt x="403" y="161"/>
                    <a:pt x="403" y="160"/>
                    <a:pt x="404" y="160"/>
                  </a:cubicBezTo>
                  <a:cubicBezTo>
                    <a:pt x="408" y="155"/>
                    <a:pt x="408" y="155"/>
                    <a:pt x="408" y="155"/>
                  </a:cubicBezTo>
                  <a:cubicBezTo>
                    <a:pt x="410" y="153"/>
                    <a:pt x="411" y="151"/>
                    <a:pt x="412" y="149"/>
                  </a:cubicBezTo>
                  <a:cubicBezTo>
                    <a:pt x="412" y="147"/>
                    <a:pt x="412" y="145"/>
                    <a:pt x="411" y="143"/>
                  </a:cubicBezTo>
                  <a:cubicBezTo>
                    <a:pt x="412" y="142"/>
                    <a:pt x="412" y="142"/>
                    <a:pt x="412" y="142"/>
                  </a:cubicBezTo>
                  <a:cubicBezTo>
                    <a:pt x="415" y="149"/>
                    <a:pt x="415" y="149"/>
                    <a:pt x="415" y="149"/>
                  </a:cubicBezTo>
                  <a:cubicBezTo>
                    <a:pt x="398" y="168"/>
                    <a:pt x="398" y="168"/>
                    <a:pt x="398" y="168"/>
                  </a:cubicBezTo>
                  <a:cubicBezTo>
                    <a:pt x="397" y="167"/>
                    <a:pt x="397" y="167"/>
                    <a:pt x="397" y="167"/>
                  </a:cubicBezTo>
                  <a:cubicBezTo>
                    <a:pt x="398" y="166"/>
                    <a:pt x="398" y="166"/>
                    <a:pt x="398" y="166"/>
                  </a:cubicBezTo>
                  <a:cubicBezTo>
                    <a:pt x="399" y="165"/>
                    <a:pt x="399" y="165"/>
                    <a:pt x="399" y="165"/>
                  </a:cubicBezTo>
                  <a:cubicBezTo>
                    <a:pt x="399" y="164"/>
                    <a:pt x="399" y="164"/>
                    <a:pt x="399" y="163"/>
                  </a:cubicBezTo>
                  <a:cubicBezTo>
                    <a:pt x="380" y="146"/>
                    <a:pt x="380" y="146"/>
                    <a:pt x="380" y="146"/>
                  </a:cubicBezTo>
                  <a:cubicBezTo>
                    <a:pt x="380" y="146"/>
                    <a:pt x="379" y="146"/>
                    <a:pt x="379" y="146"/>
                  </a:cubicBezTo>
                  <a:cubicBezTo>
                    <a:pt x="379" y="146"/>
                    <a:pt x="378" y="146"/>
                    <a:pt x="377" y="147"/>
                  </a:cubicBezTo>
                  <a:cubicBezTo>
                    <a:pt x="376" y="148"/>
                    <a:pt x="376" y="148"/>
                    <a:pt x="376" y="148"/>
                  </a:cubicBezTo>
                  <a:close/>
                  <a:moveTo>
                    <a:pt x="370" y="152"/>
                  </a:moveTo>
                  <a:cubicBezTo>
                    <a:pt x="371" y="151"/>
                    <a:pt x="371" y="151"/>
                    <a:pt x="371" y="151"/>
                  </a:cubicBezTo>
                  <a:cubicBezTo>
                    <a:pt x="372" y="151"/>
                    <a:pt x="372" y="151"/>
                    <a:pt x="373" y="151"/>
                  </a:cubicBezTo>
                  <a:cubicBezTo>
                    <a:pt x="373" y="151"/>
                    <a:pt x="374" y="151"/>
                    <a:pt x="374" y="152"/>
                  </a:cubicBezTo>
                  <a:cubicBezTo>
                    <a:pt x="380" y="172"/>
                    <a:pt x="380" y="172"/>
                    <a:pt x="380" y="172"/>
                  </a:cubicBezTo>
                  <a:cubicBezTo>
                    <a:pt x="380" y="173"/>
                    <a:pt x="380" y="173"/>
                    <a:pt x="380" y="173"/>
                  </a:cubicBezTo>
                  <a:cubicBezTo>
                    <a:pt x="362" y="161"/>
                    <a:pt x="362" y="161"/>
                    <a:pt x="362" y="161"/>
                  </a:cubicBezTo>
                  <a:cubicBezTo>
                    <a:pt x="361" y="161"/>
                    <a:pt x="361" y="161"/>
                    <a:pt x="361" y="160"/>
                  </a:cubicBezTo>
                  <a:cubicBezTo>
                    <a:pt x="361" y="160"/>
                    <a:pt x="361" y="159"/>
                    <a:pt x="362" y="159"/>
                  </a:cubicBezTo>
                  <a:cubicBezTo>
                    <a:pt x="363" y="158"/>
                    <a:pt x="363" y="158"/>
                    <a:pt x="363" y="158"/>
                  </a:cubicBezTo>
                  <a:cubicBezTo>
                    <a:pt x="362" y="157"/>
                    <a:pt x="362" y="157"/>
                    <a:pt x="362" y="157"/>
                  </a:cubicBezTo>
                  <a:cubicBezTo>
                    <a:pt x="354" y="164"/>
                    <a:pt x="354" y="164"/>
                    <a:pt x="354" y="164"/>
                  </a:cubicBezTo>
                  <a:cubicBezTo>
                    <a:pt x="354" y="165"/>
                    <a:pt x="354" y="165"/>
                    <a:pt x="354" y="165"/>
                  </a:cubicBezTo>
                  <a:cubicBezTo>
                    <a:pt x="355" y="164"/>
                    <a:pt x="355" y="164"/>
                    <a:pt x="355" y="164"/>
                  </a:cubicBezTo>
                  <a:cubicBezTo>
                    <a:pt x="356" y="163"/>
                    <a:pt x="357" y="163"/>
                    <a:pt x="357" y="163"/>
                  </a:cubicBezTo>
                  <a:cubicBezTo>
                    <a:pt x="358" y="163"/>
                    <a:pt x="358" y="164"/>
                    <a:pt x="359" y="164"/>
                  </a:cubicBezTo>
                  <a:cubicBezTo>
                    <a:pt x="383" y="179"/>
                    <a:pt x="383" y="179"/>
                    <a:pt x="383" y="179"/>
                  </a:cubicBezTo>
                  <a:cubicBezTo>
                    <a:pt x="384" y="178"/>
                    <a:pt x="384" y="178"/>
                    <a:pt x="384" y="178"/>
                  </a:cubicBezTo>
                  <a:cubicBezTo>
                    <a:pt x="375" y="151"/>
                    <a:pt x="375" y="151"/>
                    <a:pt x="375" y="151"/>
                  </a:cubicBezTo>
                  <a:cubicBezTo>
                    <a:pt x="375" y="150"/>
                    <a:pt x="375" y="149"/>
                    <a:pt x="375" y="148"/>
                  </a:cubicBezTo>
                  <a:cubicBezTo>
                    <a:pt x="376" y="148"/>
                    <a:pt x="376" y="147"/>
                    <a:pt x="376" y="147"/>
                  </a:cubicBezTo>
                  <a:cubicBezTo>
                    <a:pt x="377" y="146"/>
                    <a:pt x="377" y="146"/>
                    <a:pt x="377" y="146"/>
                  </a:cubicBezTo>
                  <a:cubicBezTo>
                    <a:pt x="377" y="145"/>
                    <a:pt x="377" y="145"/>
                    <a:pt x="377" y="145"/>
                  </a:cubicBezTo>
                  <a:cubicBezTo>
                    <a:pt x="369" y="151"/>
                    <a:pt x="369" y="151"/>
                    <a:pt x="369" y="151"/>
                  </a:cubicBezTo>
                  <a:cubicBezTo>
                    <a:pt x="370" y="152"/>
                    <a:pt x="370" y="152"/>
                    <a:pt x="370" y="152"/>
                  </a:cubicBezTo>
                  <a:close/>
                  <a:moveTo>
                    <a:pt x="335" y="176"/>
                  </a:moveTo>
                  <a:cubicBezTo>
                    <a:pt x="335" y="175"/>
                    <a:pt x="335" y="175"/>
                    <a:pt x="335" y="175"/>
                  </a:cubicBezTo>
                  <a:cubicBezTo>
                    <a:pt x="352" y="165"/>
                    <a:pt x="352" y="165"/>
                    <a:pt x="352" y="165"/>
                  </a:cubicBezTo>
                  <a:cubicBezTo>
                    <a:pt x="353" y="166"/>
                    <a:pt x="353" y="166"/>
                    <a:pt x="353" y="166"/>
                  </a:cubicBezTo>
                  <a:cubicBezTo>
                    <a:pt x="348" y="168"/>
                    <a:pt x="348" y="168"/>
                    <a:pt x="348" y="168"/>
                  </a:cubicBezTo>
                  <a:cubicBezTo>
                    <a:pt x="347" y="169"/>
                    <a:pt x="347" y="169"/>
                    <a:pt x="346" y="170"/>
                  </a:cubicBezTo>
                  <a:cubicBezTo>
                    <a:pt x="346" y="170"/>
                    <a:pt x="346" y="170"/>
                    <a:pt x="346" y="171"/>
                  </a:cubicBezTo>
                  <a:cubicBezTo>
                    <a:pt x="359" y="193"/>
                    <a:pt x="359" y="193"/>
                    <a:pt x="359" y="193"/>
                  </a:cubicBezTo>
                  <a:cubicBezTo>
                    <a:pt x="359" y="193"/>
                    <a:pt x="360" y="193"/>
                    <a:pt x="360" y="193"/>
                  </a:cubicBezTo>
                  <a:cubicBezTo>
                    <a:pt x="361" y="193"/>
                    <a:pt x="361" y="193"/>
                    <a:pt x="362" y="193"/>
                  </a:cubicBezTo>
                  <a:cubicBezTo>
                    <a:pt x="367" y="190"/>
                    <a:pt x="367" y="190"/>
                    <a:pt x="367" y="190"/>
                  </a:cubicBezTo>
                  <a:cubicBezTo>
                    <a:pt x="367" y="191"/>
                    <a:pt x="367" y="191"/>
                    <a:pt x="367" y="191"/>
                  </a:cubicBezTo>
                  <a:cubicBezTo>
                    <a:pt x="350" y="201"/>
                    <a:pt x="350" y="201"/>
                    <a:pt x="350" y="201"/>
                  </a:cubicBezTo>
                  <a:cubicBezTo>
                    <a:pt x="349" y="200"/>
                    <a:pt x="349" y="200"/>
                    <a:pt x="349" y="200"/>
                  </a:cubicBezTo>
                  <a:cubicBezTo>
                    <a:pt x="354" y="197"/>
                    <a:pt x="354" y="197"/>
                    <a:pt x="354" y="197"/>
                  </a:cubicBezTo>
                  <a:cubicBezTo>
                    <a:pt x="355" y="197"/>
                    <a:pt x="355" y="196"/>
                    <a:pt x="356" y="196"/>
                  </a:cubicBezTo>
                  <a:cubicBezTo>
                    <a:pt x="356" y="195"/>
                    <a:pt x="356" y="195"/>
                    <a:pt x="356" y="195"/>
                  </a:cubicBezTo>
                  <a:cubicBezTo>
                    <a:pt x="343" y="173"/>
                    <a:pt x="343" y="173"/>
                    <a:pt x="343" y="173"/>
                  </a:cubicBezTo>
                  <a:cubicBezTo>
                    <a:pt x="343" y="172"/>
                    <a:pt x="342" y="172"/>
                    <a:pt x="342" y="172"/>
                  </a:cubicBezTo>
                  <a:cubicBezTo>
                    <a:pt x="342" y="172"/>
                    <a:pt x="341" y="172"/>
                    <a:pt x="340" y="173"/>
                  </a:cubicBezTo>
                  <a:cubicBezTo>
                    <a:pt x="335" y="176"/>
                    <a:pt x="335" y="176"/>
                    <a:pt x="335" y="176"/>
                  </a:cubicBezTo>
                  <a:close/>
                  <a:moveTo>
                    <a:pt x="336" y="199"/>
                  </a:moveTo>
                  <a:cubicBezTo>
                    <a:pt x="312" y="184"/>
                    <a:pt x="312" y="184"/>
                    <a:pt x="312" y="184"/>
                  </a:cubicBezTo>
                  <a:cubicBezTo>
                    <a:pt x="304" y="187"/>
                    <a:pt x="304" y="187"/>
                    <a:pt x="304" y="187"/>
                  </a:cubicBezTo>
                  <a:cubicBezTo>
                    <a:pt x="305" y="188"/>
                    <a:pt x="305" y="188"/>
                    <a:pt x="305" y="188"/>
                  </a:cubicBezTo>
                  <a:cubicBezTo>
                    <a:pt x="306" y="188"/>
                    <a:pt x="306" y="188"/>
                    <a:pt x="306" y="188"/>
                  </a:cubicBezTo>
                  <a:cubicBezTo>
                    <a:pt x="307" y="187"/>
                    <a:pt x="308" y="187"/>
                    <a:pt x="308" y="187"/>
                  </a:cubicBezTo>
                  <a:cubicBezTo>
                    <a:pt x="309" y="187"/>
                    <a:pt x="309" y="188"/>
                    <a:pt x="309" y="188"/>
                  </a:cubicBezTo>
                  <a:cubicBezTo>
                    <a:pt x="319" y="211"/>
                    <a:pt x="319" y="211"/>
                    <a:pt x="319" y="211"/>
                  </a:cubicBezTo>
                  <a:cubicBezTo>
                    <a:pt x="319" y="212"/>
                    <a:pt x="319" y="212"/>
                    <a:pt x="319" y="213"/>
                  </a:cubicBezTo>
                  <a:cubicBezTo>
                    <a:pt x="319" y="213"/>
                    <a:pt x="318" y="213"/>
                    <a:pt x="317" y="214"/>
                  </a:cubicBezTo>
                  <a:cubicBezTo>
                    <a:pt x="315" y="214"/>
                    <a:pt x="315" y="214"/>
                    <a:pt x="315" y="214"/>
                  </a:cubicBezTo>
                  <a:cubicBezTo>
                    <a:pt x="316" y="215"/>
                    <a:pt x="316" y="215"/>
                    <a:pt x="316" y="215"/>
                  </a:cubicBezTo>
                  <a:cubicBezTo>
                    <a:pt x="325" y="212"/>
                    <a:pt x="325" y="212"/>
                    <a:pt x="325" y="212"/>
                  </a:cubicBezTo>
                  <a:cubicBezTo>
                    <a:pt x="325" y="211"/>
                    <a:pt x="325" y="211"/>
                    <a:pt x="325" y="211"/>
                  </a:cubicBezTo>
                  <a:cubicBezTo>
                    <a:pt x="323" y="211"/>
                    <a:pt x="323" y="211"/>
                    <a:pt x="323" y="211"/>
                  </a:cubicBezTo>
                  <a:cubicBezTo>
                    <a:pt x="322" y="212"/>
                    <a:pt x="322" y="212"/>
                    <a:pt x="321" y="212"/>
                  </a:cubicBezTo>
                  <a:cubicBezTo>
                    <a:pt x="321" y="212"/>
                    <a:pt x="320" y="211"/>
                    <a:pt x="320" y="211"/>
                  </a:cubicBezTo>
                  <a:cubicBezTo>
                    <a:pt x="311" y="189"/>
                    <a:pt x="311" y="189"/>
                    <a:pt x="311" y="189"/>
                  </a:cubicBezTo>
                  <a:cubicBezTo>
                    <a:pt x="312" y="189"/>
                    <a:pt x="312" y="189"/>
                    <a:pt x="312" y="189"/>
                  </a:cubicBezTo>
                  <a:cubicBezTo>
                    <a:pt x="340" y="206"/>
                    <a:pt x="340" y="206"/>
                    <a:pt x="340" y="206"/>
                  </a:cubicBezTo>
                  <a:cubicBezTo>
                    <a:pt x="339" y="206"/>
                    <a:pt x="339" y="206"/>
                    <a:pt x="339" y="206"/>
                  </a:cubicBezTo>
                  <a:cubicBezTo>
                    <a:pt x="341" y="205"/>
                    <a:pt x="341" y="205"/>
                    <a:pt x="341" y="205"/>
                  </a:cubicBezTo>
                  <a:cubicBezTo>
                    <a:pt x="330" y="180"/>
                    <a:pt x="330" y="180"/>
                    <a:pt x="330" y="180"/>
                  </a:cubicBezTo>
                  <a:cubicBezTo>
                    <a:pt x="330" y="179"/>
                    <a:pt x="330" y="179"/>
                    <a:pt x="331" y="178"/>
                  </a:cubicBezTo>
                  <a:cubicBezTo>
                    <a:pt x="331" y="178"/>
                    <a:pt x="331" y="178"/>
                    <a:pt x="332" y="177"/>
                  </a:cubicBezTo>
                  <a:cubicBezTo>
                    <a:pt x="334" y="177"/>
                    <a:pt x="334" y="177"/>
                    <a:pt x="334" y="177"/>
                  </a:cubicBezTo>
                  <a:cubicBezTo>
                    <a:pt x="333" y="176"/>
                    <a:pt x="333" y="176"/>
                    <a:pt x="333" y="176"/>
                  </a:cubicBezTo>
                  <a:cubicBezTo>
                    <a:pt x="324" y="179"/>
                    <a:pt x="324" y="179"/>
                    <a:pt x="324" y="179"/>
                  </a:cubicBezTo>
                  <a:cubicBezTo>
                    <a:pt x="325" y="180"/>
                    <a:pt x="325" y="180"/>
                    <a:pt x="325" y="180"/>
                  </a:cubicBezTo>
                  <a:cubicBezTo>
                    <a:pt x="326" y="180"/>
                    <a:pt x="326" y="180"/>
                    <a:pt x="326" y="180"/>
                  </a:cubicBezTo>
                  <a:cubicBezTo>
                    <a:pt x="327" y="179"/>
                    <a:pt x="328" y="179"/>
                    <a:pt x="328" y="179"/>
                  </a:cubicBezTo>
                  <a:cubicBezTo>
                    <a:pt x="329" y="179"/>
                    <a:pt x="329" y="180"/>
                    <a:pt x="329" y="180"/>
                  </a:cubicBezTo>
                  <a:cubicBezTo>
                    <a:pt x="337" y="199"/>
                    <a:pt x="337" y="199"/>
                    <a:pt x="337" y="199"/>
                  </a:cubicBezTo>
                  <a:cubicBezTo>
                    <a:pt x="336" y="199"/>
                    <a:pt x="336" y="199"/>
                    <a:pt x="336" y="199"/>
                  </a:cubicBezTo>
                  <a:close/>
                  <a:moveTo>
                    <a:pt x="301" y="219"/>
                  </a:moveTo>
                  <a:cubicBezTo>
                    <a:pt x="303" y="218"/>
                    <a:pt x="305" y="217"/>
                    <a:pt x="307" y="215"/>
                  </a:cubicBezTo>
                  <a:cubicBezTo>
                    <a:pt x="308" y="213"/>
                    <a:pt x="308" y="212"/>
                    <a:pt x="308" y="210"/>
                  </a:cubicBezTo>
                  <a:cubicBezTo>
                    <a:pt x="302" y="190"/>
                    <a:pt x="302" y="190"/>
                    <a:pt x="302" y="190"/>
                  </a:cubicBezTo>
                  <a:cubicBezTo>
                    <a:pt x="302" y="190"/>
                    <a:pt x="302" y="190"/>
                    <a:pt x="301" y="190"/>
                  </a:cubicBezTo>
                  <a:cubicBezTo>
                    <a:pt x="301" y="189"/>
                    <a:pt x="300" y="189"/>
                    <a:pt x="300" y="190"/>
                  </a:cubicBezTo>
                  <a:cubicBezTo>
                    <a:pt x="298" y="190"/>
                    <a:pt x="298" y="190"/>
                    <a:pt x="298" y="190"/>
                  </a:cubicBezTo>
                  <a:cubicBezTo>
                    <a:pt x="298" y="189"/>
                    <a:pt x="298" y="189"/>
                    <a:pt x="298" y="189"/>
                  </a:cubicBezTo>
                  <a:cubicBezTo>
                    <a:pt x="307" y="187"/>
                    <a:pt x="307" y="187"/>
                    <a:pt x="307" y="187"/>
                  </a:cubicBezTo>
                  <a:cubicBezTo>
                    <a:pt x="307" y="188"/>
                    <a:pt x="307" y="188"/>
                    <a:pt x="307" y="188"/>
                  </a:cubicBezTo>
                  <a:cubicBezTo>
                    <a:pt x="306" y="188"/>
                    <a:pt x="306" y="188"/>
                    <a:pt x="306" y="188"/>
                  </a:cubicBezTo>
                  <a:cubicBezTo>
                    <a:pt x="305" y="188"/>
                    <a:pt x="304" y="189"/>
                    <a:pt x="304" y="189"/>
                  </a:cubicBezTo>
                  <a:cubicBezTo>
                    <a:pt x="304" y="189"/>
                    <a:pt x="304" y="190"/>
                    <a:pt x="304" y="190"/>
                  </a:cubicBezTo>
                  <a:cubicBezTo>
                    <a:pt x="309" y="210"/>
                    <a:pt x="309" y="210"/>
                    <a:pt x="309" y="210"/>
                  </a:cubicBezTo>
                  <a:cubicBezTo>
                    <a:pt x="310" y="212"/>
                    <a:pt x="309" y="214"/>
                    <a:pt x="308" y="216"/>
                  </a:cubicBezTo>
                  <a:cubicBezTo>
                    <a:pt x="306" y="218"/>
                    <a:pt x="304" y="219"/>
                    <a:pt x="301" y="220"/>
                  </a:cubicBezTo>
                  <a:cubicBezTo>
                    <a:pt x="298" y="221"/>
                    <a:pt x="295" y="221"/>
                    <a:pt x="293" y="221"/>
                  </a:cubicBezTo>
                  <a:cubicBezTo>
                    <a:pt x="290" y="220"/>
                    <a:pt x="289" y="219"/>
                    <a:pt x="288" y="216"/>
                  </a:cubicBezTo>
                  <a:cubicBezTo>
                    <a:pt x="282" y="196"/>
                    <a:pt x="282" y="196"/>
                    <a:pt x="282" y="196"/>
                  </a:cubicBezTo>
                  <a:cubicBezTo>
                    <a:pt x="282" y="196"/>
                    <a:pt x="282" y="195"/>
                    <a:pt x="281" y="195"/>
                  </a:cubicBezTo>
                  <a:cubicBezTo>
                    <a:pt x="281" y="195"/>
                    <a:pt x="280" y="195"/>
                    <a:pt x="280" y="195"/>
                  </a:cubicBezTo>
                  <a:cubicBezTo>
                    <a:pt x="278" y="196"/>
                    <a:pt x="278" y="196"/>
                    <a:pt x="278" y="196"/>
                  </a:cubicBezTo>
                  <a:cubicBezTo>
                    <a:pt x="278" y="195"/>
                    <a:pt x="278" y="195"/>
                    <a:pt x="278" y="195"/>
                  </a:cubicBezTo>
                  <a:cubicBezTo>
                    <a:pt x="289" y="192"/>
                    <a:pt x="289" y="192"/>
                    <a:pt x="289" y="192"/>
                  </a:cubicBezTo>
                  <a:cubicBezTo>
                    <a:pt x="289" y="193"/>
                    <a:pt x="289" y="193"/>
                    <a:pt x="289" y="193"/>
                  </a:cubicBezTo>
                  <a:cubicBezTo>
                    <a:pt x="288" y="193"/>
                    <a:pt x="288" y="193"/>
                    <a:pt x="288" y="193"/>
                  </a:cubicBezTo>
                  <a:cubicBezTo>
                    <a:pt x="287" y="193"/>
                    <a:pt x="287" y="194"/>
                    <a:pt x="286" y="194"/>
                  </a:cubicBezTo>
                  <a:cubicBezTo>
                    <a:pt x="286" y="194"/>
                    <a:pt x="286" y="195"/>
                    <a:pt x="286" y="195"/>
                  </a:cubicBezTo>
                  <a:cubicBezTo>
                    <a:pt x="292" y="215"/>
                    <a:pt x="292" y="215"/>
                    <a:pt x="292" y="215"/>
                  </a:cubicBezTo>
                  <a:cubicBezTo>
                    <a:pt x="292" y="217"/>
                    <a:pt x="293" y="219"/>
                    <a:pt x="295" y="219"/>
                  </a:cubicBezTo>
                  <a:cubicBezTo>
                    <a:pt x="297" y="219"/>
                    <a:pt x="299" y="219"/>
                    <a:pt x="301" y="219"/>
                  </a:cubicBezTo>
                  <a:close/>
                  <a:moveTo>
                    <a:pt x="244" y="198"/>
                  </a:moveTo>
                  <a:cubicBezTo>
                    <a:pt x="241" y="198"/>
                    <a:pt x="239" y="200"/>
                    <a:pt x="237" y="202"/>
                  </a:cubicBezTo>
                  <a:cubicBezTo>
                    <a:pt x="235" y="205"/>
                    <a:pt x="234" y="208"/>
                    <a:pt x="234" y="213"/>
                  </a:cubicBezTo>
                  <a:cubicBezTo>
                    <a:pt x="234" y="217"/>
                    <a:pt x="235" y="220"/>
                    <a:pt x="237" y="223"/>
                  </a:cubicBezTo>
                  <a:cubicBezTo>
                    <a:pt x="239" y="225"/>
                    <a:pt x="241" y="227"/>
                    <a:pt x="245" y="227"/>
                  </a:cubicBezTo>
                  <a:cubicBezTo>
                    <a:pt x="247" y="227"/>
                    <a:pt x="248" y="226"/>
                    <a:pt x="250" y="226"/>
                  </a:cubicBezTo>
                  <a:cubicBezTo>
                    <a:pt x="251" y="225"/>
                    <a:pt x="251" y="224"/>
                    <a:pt x="251" y="223"/>
                  </a:cubicBezTo>
                  <a:cubicBezTo>
                    <a:pt x="251" y="217"/>
                    <a:pt x="251" y="217"/>
                    <a:pt x="251" y="217"/>
                  </a:cubicBezTo>
                  <a:cubicBezTo>
                    <a:pt x="251" y="217"/>
                    <a:pt x="251" y="216"/>
                    <a:pt x="250" y="216"/>
                  </a:cubicBezTo>
                  <a:cubicBezTo>
                    <a:pt x="250" y="215"/>
                    <a:pt x="249" y="215"/>
                    <a:pt x="248" y="215"/>
                  </a:cubicBezTo>
                  <a:cubicBezTo>
                    <a:pt x="247" y="215"/>
                    <a:pt x="247" y="215"/>
                    <a:pt x="247" y="215"/>
                  </a:cubicBezTo>
                  <a:cubicBezTo>
                    <a:pt x="246" y="214"/>
                    <a:pt x="246" y="214"/>
                    <a:pt x="246" y="214"/>
                  </a:cubicBezTo>
                  <a:cubicBezTo>
                    <a:pt x="259" y="214"/>
                    <a:pt x="259" y="214"/>
                    <a:pt x="259" y="214"/>
                  </a:cubicBezTo>
                  <a:cubicBezTo>
                    <a:pt x="259" y="215"/>
                    <a:pt x="259" y="215"/>
                    <a:pt x="259" y="215"/>
                  </a:cubicBezTo>
                  <a:cubicBezTo>
                    <a:pt x="258" y="215"/>
                    <a:pt x="258" y="215"/>
                    <a:pt x="258" y="215"/>
                  </a:cubicBezTo>
                  <a:cubicBezTo>
                    <a:pt x="257" y="215"/>
                    <a:pt x="256" y="215"/>
                    <a:pt x="256" y="216"/>
                  </a:cubicBezTo>
                  <a:cubicBezTo>
                    <a:pt x="255" y="216"/>
                    <a:pt x="255" y="216"/>
                    <a:pt x="255" y="217"/>
                  </a:cubicBezTo>
                  <a:cubicBezTo>
                    <a:pt x="255" y="226"/>
                    <a:pt x="255" y="226"/>
                    <a:pt x="255" y="226"/>
                  </a:cubicBezTo>
                  <a:cubicBezTo>
                    <a:pt x="255" y="226"/>
                    <a:pt x="255" y="226"/>
                    <a:pt x="255" y="226"/>
                  </a:cubicBezTo>
                  <a:cubicBezTo>
                    <a:pt x="254" y="226"/>
                    <a:pt x="254" y="226"/>
                    <a:pt x="254" y="226"/>
                  </a:cubicBezTo>
                  <a:cubicBezTo>
                    <a:pt x="253" y="226"/>
                    <a:pt x="253" y="226"/>
                    <a:pt x="253" y="226"/>
                  </a:cubicBezTo>
                  <a:cubicBezTo>
                    <a:pt x="252" y="226"/>
                    <a:pt x="252" y="226"/>
                    <a:pt x="252" y="226"/>
                  </a:cubicBezTo>
                  <a:cubicBezTo>
                    <a:pt x="251" y="227"/>
                    <a:pt x="250" y="227"/>
                    <a:pt x="249" y="227"/>
                  </a:cubicBezTo>
                  <a:cubicBezTo>
                    <a:pt x="247" y="228"/>
                    <a:pt x="246" y="228"/>
                    <a:pt x="245" y="228"/>
                  </a:cubicBezTo>
                  <a:cubicBezTo>
                    <a:pt x="240" y="228"/>
                    <a:pt x="236" y="227"/>
                    <a:pt x="234" y="224"/>
                  </a:cubicBezTo>
                  <a:cubicBezTo>
                    <a:pt x="231" y="221"/>
                    <a:pt x="230" y="217"/>
                    <a:pt x="230" y="213"/>
                  </a:cubicBezTo>
                  <a:cubicBezTo>
                    <a:pt x="230" y="209"/>
                    <a:pt x="231" y="205"/>
                    <a:pt x="234" y="202"/>
                  </a:cubicBezTo>
                  <a:cubicBezTo>
                    <a:pt x="236" y="199"/>
                    <a:pt x="240" y="197"/>
                    <a:pt x="244" y="197"/>
                  </a:cubicBezTo>
                  <a:cubicBezTo>
                    <a:pt x="245" y="197"/>
                    <a:pt x="246" y="197"/>
                    <a:pt x="247" y="197"/>
                  </a:cubicBezTo>
                  <a:cubicBezTo>
                    <a:pt x="249" y="198"/>
                    <a:pt x="250" y="198"/>
                    <a:pt x="250" y="198"/>
                  </a:cubicBezTo>
                  <a:cubicBezTo>
                    <a:pt x="250" y="198"/>
                    <a:pt x="251" y="198"/>
                    <a:pt x="251" y="198"/>
                  </a:cubicBezTo>
                  <a:cubicBezTo>
                    <a:pt x="252" y="197"/>
                    <a:pt x="252" y="197"/>
                    <a:pt x="253" y="197"/>
                  </a:cubicBezTo>
                  <a:cubicBezTo>
                    <a:pt x="255" y="205"/>
                    <a:pt x="255" y="205"/>
                    <a:pt x="255" y="205"/>
                  </a:cubicBezTo>
                  <a:cubicBezTo>
                    <a:pt x="253" y="205"/>
                    <a:pt x="253" y="205"/>
                    <a:pt x="253" y="205"/>
                  </a:cubicBezTo>
                  <a:cubicBezTo>
                    <a:pt x="252" y="203"/>
                    <a:pt x="251" y="201"/>
                    <a:pt x="250" y="200"/>
                  </a:cubicBezTo>
                  <a:cubicBezTo>
                    <a:pt x="248" y="199"/>
                    <a:pt x="246" y="198"/>
                    <a:pt x="244" y="198"/>
                  </a:cubicBezTo>
                  <a:close/>
                  <a:moveTo>
                    <a:pt x="224" y="221"/>
                  </a:moveTo>
                  <a:cubicBezTo>
                    <a:pt x="211" y="196"/>
                    <a:pt x="211" y="196"/>
                    <a:pt x="211" y="196"/>
                  </a:cubicBezTo>
                  <a:cubicBezTo>
                    <a:pt x="203" y="195"/>
                    <a:pt x="203" y="195"/>
                    <a:pt x="203" y="195"/>
                  </a:cubicBezTo>
                  <a:cubicBezTo>
                    <a:pt x="203" y="196"/>
                    <a:pt x="203" y="196"/>
                    <a:pt x="203" y="196"/>
                  </a:cubicBezTo>
                  <a:cubicBezTo>
                    <a:pt x="204" y="196"/>
                    <a:pt x="204" y="196"/>
                    <a:pt x="204" y="196"/>
                  </a:cubicBezTo>
                  <a:cubicBezTo>
                    <a:pt x="205" y="196"/>
                    <a:pt x="206" y="196"/>
                    <a:pt x="206" y="197"/>
                  </a:cubicBezTo>
                  <a:cubicBezTo>
                    <a:pt x="207" y="197"/>
                    <a:pt x="207" y="197"/>
                    <a:pt x="207" y="198"/>
                  </a:cubicBezTo>
                  <a:cubicBezTo>
                    <a:pt x="203" y="223"/>
                    <a:pt x="203" y="223"/>
                    <a:pt x="203" y="223"/>
                  </a:cubicBezTo>
                  <a:cubicBezTo>
                    <a:pt x="203" y="223"/>
                    <a:pt x="203" y="224"/>
                    <a:pt x="203" y="224"/>
                  </a:cubicBezTo>
                  <a:cubicBezTo>
                    <a:pt x="202" y="224"/>
                    <a:pt x="202" y="224"/>
                    <a:pt x="201" y="224"/>
                  </a:cubicBezTo>
                  <a:cubicBezTo>
                    <a:pt x="199" y="224"/>
                    <a:pt x="199" y="224"/>
                    <a:pt x="199" y="224"/>
                  </a:cubicBezTo>
                  <a:cubicBezTo>
                    <a:pt x="199" y="225"/>
                    <a:pt x="199" y="225"/>
                    <a:pt x="199" y="225"/>
                  </a:cubicBezTo>
                  <a:cubicBezTo>
                    <a:pt x="209" y="226"/>
                    <a:pt x="209" y="226"/>
                    <a:pt x="209" y="226"/>
                  </a:cubicBezTo>
                  <a:cubicBezTo>
                    <a:pt x="209" y="225"/>
                    <a:pt x="209" y="225"/>
                    <a:pt x="209" y="225"/>
                  </a:cubicBezTo>
                  <a:cubicBezTo>
                    <a:pt x="207" y="225"/>
                    <a:pt x="207" y="225"/>
                    <a:pt x="207" y="225"/>
                  </a:cubicBezTo>
                  <a:cubicBezTo>
                    <a:pt x="206" y="225"/>
                    <a:pt x="206" y="224"/>
                    <a:pt x="205" y="224"/>
                  </a:cubicBezTo>
                  <a:cubicBezTo>
                    <a:pt x="205" y="224"/>
                    <a:pt x="205" y="223"/>
                    <a:pt x="205" y="223"/>
                  </a:cubicBezTo>
                  <a:cubicBezTo>
                    <a:pt x="208" y="199"/>
                    <a:pt x="208" y="199"/>
                    <a:pt x="208" y="199"/>
                  </a:cubicBezTo>
                  <a:cubicBezTo>
                    <a:pt x="208" y="199"/>
                    <a:pt x="208" y="199"/>
                    <a:pt x="208" y="199"/>
                  </a:cubicBezTo>
                  <a:cubicBezTo>
                    <a:pt x="224" y="228"/>
                    <a:pt x="224" y="228"/>
                    <a:pt x="224" y="228"/>
                  </a:cubicBezTo>
                  <a:cubicBezTo>
                    <a:pt x="224" y="228"/>
                    <a:pt x="224" y="228"/>
                    <a:pt x="224" y="228"/>
                  </a:cubicBezTo>
                  <a:cubicBezTo>
                    <a:pt x="225" y="228"/>
                    <a:pt x="225" y="228"/>
                    <a:pt x="225" y="228"/>
                  </a:cubicBezTo>
                  <a:cubicBezTo>
                    <a:pt x="229" y="201"/>
                    <a:pt x="229" y="201"/>
                    <a:pt x="229" y="201"/>
                  </a:cubicBezTo>
                  <a:cubicBezTo>
                    <a:pt x="229" y="200"/>
                    <a:pt x="229" y="200"/>
                    <a:pt x="230" y="200"/>
                  </a:cubicBezTo>
                  <a:cubicBezTo>
                    <a:pt x="230" y="200"/>
                    <a:pt x="231" y="200"/>
                    <a:pt x="232" y="200"/>
                  </a:cubicBezTo>
                  <a:cubicBezTo>
                    <a:pt x="234" y="200"/>
                    <a:pt x="234" y="200"/>
                    <a:pt x="234" y="200"/>
                  </a:cubicBezTo>
                  <a:cubicBezTo>
                    <a:pt x="234" y="199"/>
                    <a:pt x="234" y="199"/>
                    <a:pt x="234" y="199"/>
                  </a:cubicBezTo>
                  <a:cubicBezTo>
                    <a:pt x="224" y="198"/>
                    <a:pt x="224" y="198"/>
                    <a:pt x="224" y="198"/>
                  </a:cubicBezTo>
                  <a:cubicBezTo>
                    <a:pt x="224" y="199"/>
                    <a:pt x="224" y="199"/>
                    <a:pt x="224" y="199"/>
                  </a:cubicBezTo>
                  <a:cubicBezTo>
                    <a:pt x="226" y="199"/>
                    <a:pt x="226" y="199"/>
                    <a:pt x="226" y="199"/>
                  </a:cubicBezTo>
                  <a:cubicBezTo>
                    <a:pt x="226" y="199"/>
                    <a:pt x="227" y="199"/>
                    <a:pt x="227" y="200"/>
                  </a:cubicBezTo>
                  <a:cubicBezTo>
                    <a:pt x="228" y="200"/>
                    <a:pt x="228" y="200"/>
                    <a:pt x="228" y="201"/>
                  </a:cubicBezTo>
                  <a:cubicBezTo>
                    <a:pt x="225" y="221"/>
                    <a:pt x="225" y="221"/>
                    <a:pt x="225" y="221"/>
                  </a:cubicBezTo>
                  <a:cubicBezTo>
                    <a:pt x="224" y="221"/>
                    <a:pt x="224" y="221"/>
                    <a:pt x="224" y="221"/>
                  </a:cubicBezTo>
                  <a:close/>
                  <a:moveTo>
                    <a:pt x="201" y="210"/>
                  </a:moveTo>
                  <a:cubicBezTo>
                    <a:pt x="200" y="215"/>
                    <a:pt x="197" y="218"/>
                    <a:pt x="194" y="220"/>
                  </a:cubicBezTo>
                  <a:cubicBezTo>
                    <a:pt x="191" y="222"/>
                    <a:pt x="187" y="223"/>
                    <a:pt x="183" y="222"/>
                  </a:cubicBezTo>
                  <a:cubicBezTo>
                    <a:pt x="180" y="221"/>
                    <a:pt x="177" y="219"/>
                    <a:pt x="175" y="215"/>
                  </a:cubicBezTo>
                  <a:cubicBezTo>
                    <a:pt x="173" y="212"/>
                    <a:pt x="172" y="208"/>
                    <a:pt x="173" y="203"/>
                  </a:cubicBezTo>
                  <a:cubicBezTo>
                    <a:pt x="174" y="199"/>
                    <a:pt x="176" y="196"/>
                    <a:pt x="179" y="194"/>
                  </a:cubicBezTo>
                  <a:cubicBezTo>
                    <a:pt x="183" y="191"/>
                    <a:pt x="186" y="191"/>
                    <a:pt x="190" y="192"/>
                  </a:cubicBezTo>
                  <a:cubicBezTo>
                    <a:pt x="195" y="193"/>
                    <a:pt x="198" y="195"/>
                    <a:pt x="199" y="198"/>
                  </a:cubicBezTo>
                  <a:cubicBezTo>
                    <a:pt x="201" y="202"/>
                    <a:pt x="202" y="206"/>
                    <a:pt x="201" y="210"/>
                  </a:cubicBezTo>
                  <a:close/>
                  <a:moveTo>
                    <a:pt x="178" y="205"/>
                  </a:moveTo>
                  <a:cubicBezTo>
                    <a:pt x="177" y="210"/>
                    <a:pt x="177" y="213"/>
                    <a:pt x="178" y="216"/>
                  </a:cubicBezTo>
                  <a:cubicBezTo>
                    <a:pt x="179" y="219"/>
                    <a:pt x="181" y="220"/>
                    <a:pt x="184" y="221"/>
                  </a:cubicBezTo>
                  <a:cubicBezTo>
                    <a:pt x="186" y="221"/>
                    <a:pt x="189" y="221"/>
                    <a:pt x="191" y="219"/>
                  </a:cubicBezTo>
                  <a:cubicBezTo>
                    <a:pt x="193" y="217"/>
                    <a:pt x="195" y="214"/>
                    <a:pt x="196" y="209"/>
                  </a:cubicBezTo>
                  <a:cubicBezTo>
                    <a:pt x="197" y="205"/>
                    <a:pt x="197" y="201"/>
                    <a:pt x="196" y="198"/>
                  </a:cubicBezTo>
                  <a:cubicBezTo>
                    <a:pt x="195" y="195"/>
                    <a:pt x="193" y="194"/>
                    <a:pt x="190" y="193"/>
                  </a:cubicBezTo>
                  <a:cubicBezTo>
                    <a:pt x="187" y="192"/>
                    <a:pt x="185" y="193"/>
                    <a:pt x="183" y="195"/>
                  </a:cubicBezTo>
                  <a:cubicBezTo>
                    <a:pt x="180" y="197"/>
                    <a:pt x="179" y="200"/>
                    <a:pt x="178" y="205"/>
                  </a:cubicBezTo>
                  <a:close/>
                  <a:moveTo>
                    <a:pt x="159" y="214"/>
                  </a:moveTo>
                  <a:cubicBezTo>
                    <a:pt x="160" y="213"/>
                    <a:pt x="160" y="213"/>
                    <a:pt x="160" y="213"/>
                  </a:cubicBezTo>
                  <a:cubicBezTo>
                    <a:pt x="157" y="213"/>
                    <a:pt x="157" y="213"/>
                    <a:pt x="157" y="213"/>
                  </a:cubicBezTo>
                  <a:cubicBezTo>
                    <a:pt x="157" y="212"/>
                    <a:pt x="156" y="212"/>
                    <a:pt x="156" y="212"/>
                  </a:cubicBezTo>
                  <a:cubicBezTo>
                    <a:pt x="156" y="211"/>
                    <a:pt x="156" y="211"/>
                    <a:pt x="156" y="210"/>
                  </a:cubicBezTo>
                  <a:cubicBezTo>
                    <a:pt x="165" y="188"/>
                    <a:pt x="165" y="188"/>
                    <a:pt x="165" y="188"/>
                  </a:cubicBezTo>
                  <a:cubicBezTo>
                    <a:pt x="165" y="187"/>
                    <a:pt x="166" y="186"/>
                    <a:pt x="166" y="186"/>
                  </a:cubicBezTo>
                  <a:cubicBezTo>
                    <a:pt x="166" y="186"/>
                    <a:pt x="167" y="186"/>
                    <a:pt x="169" y="187"/>
                  </a:cubicBezTo>
                  <a:cubicBezTo>
                    <a:pt x="171" y="188"/>
                    <a:pt x="172" y="189"/>
                    <a:pt x="173" y="190"/>
                  </a:cubicBezTo>
                  <a:cubicBezTo>
                    <a:pt x="173" y="191"/>
                    <a:pt x="173" y="192"/>
                    <a:pt x="174" y="195"/>
                  </a:cubicBezTo>
                  <a:cubicBezTo>
                    <a:pt x="175" y="196"/>
                    <a:pt x="175" y="196"/>
                    <a:pt x="175" y="196"/>
                  </a:cubicBezTo>
                  <a:cubicBezTo>
                    <a:pt x="176" y="189"/>
                    <a:pt x="176" y="189"/>
                    <a:pt x="176" y="189"/>
                  </a:cubicBezTo>
                  <a:cubicBezTo>
                    <a:pt x="153" y="180"/>
                    <a:pt x="153" y="180"/>
                    <a:pt x="153" y="180"/>
                  </a:cubicBezTo>
                  <a:cubicBezTo>
                    <a:pt x="149" y="185"/>
                    <a:pt x="149" y="185"/>
                    <a:pt x="149" y="185"/>
                  </a:cubicBezTo>
                  <a:cubicBezTo>
                    <a:pt x="150" y="186"/>
                    <a:pt x="150" y="186"/>
                    <a:pt x="150" y="186"/>
                  </a:cubicBezTo>
                  <a:cubicBezTo>
                    <a:pt x="152" y="184"/>
                    <a:pt x="154" y="183"/>
                    <a:pt x="155" y="183"/>
                  </a:cubicBezTo>
                  <a:cubicBezTo>
                    <a:pt x="156" y="182"/>
                    <a:pt x="158" y="183"/>
                    <a:pt x="160" y="184"/>
                  </a:cubicBezTo>
                  <a:cubicBezTo>
                    <a:pt x="161" y="184"/>
                    <a:pt x="162" y="184"/>
                    <a:pt x="162" y="184"/>
                  </a:cubicBezTo>
                  <a:cubicBezTo>
                    <a:pt x="162" y="185"/>
                    <a:pt x="162" y="185"/>
                    <a:pt x="161" y="186"/>
                  </a:cubicBezTo>
                  <a:cubicBezTo>
                    <a:pt x="152" y="209"/>
                    <a:pt x="152" y="209"/>
                    <a:pt x="152" y="209"/>
                  </a:cubicBezTo>
                  <a:cubicBezTo>
                    <a:pt x="152" y="209"/>
                    <a:pt x="152" y="210"/>
                    <a:pt x="151" y="210"/>
                  </a:cubicBezTo>
                  <a:cubicBezTo>
                    <a:pt x="151" y="210"/>
                    <a:pt x="150" y="210"/>
                    <a:pt x="149" y="209"/>
                  </a:cubicBezTo>
                  <a:cubicBezTo>
                    <a:pt x="147" y="209"/>
                    <a:pt x="147" y="209"/>
                    <a:pt x="147" y="209"/>
                  </a:cubicBezTo>
                  <a:cubicBezTo>
                    <a:pt x="147" y="210"/>
                    <a:pt x="147" y="210"/>
                    <a:pt x="147" y="210"/>
                  </a:cubicBezTo>
                  <a:cubicBezTo>
                    <a:pt x="159" y="214"/>
                    <a:pt x="159" y="214"/>
                    <a:pt x="159" y="214"/>
                  </a:cubicBezTo>
                  <a:close/>
                  <a:moveTo>
                    <a:pt x="145" y="193"/>
                  </a:moveTo>
                  <a:cubicBezTo>
                    <a:pt x="143" y="197"/>
                    <a:pt x="140" y="200"/>
                    <a:pt x="136" y="201"/>
                  </a:cubicBezTo>
                  <a:cubicBezTo>
                    <a:pt x="132" y="202"/>
                    <a:pt x="129" y="202"/>
                    <a:pt x="125" y="200"/>
                  </a:cubicBezTo>
                  <a:cubicBezTo>
                    <a:pt x="122" y="198"/>
                    <a:pt x="120" y="195"/>
                    <a:pt x="119" y="191"/>
                  </a:cubicBezTo>
                  <a:cubicBezTo>
                    <a:pt x="117" y="187"/>
                    <a:pt x="118" y="183"/>
                    <a:pt x="120" y="179"/>
                  </a:cubicBezTo>
                  <a:cubicBezTo>
                    <a:pt x="122" y="175"/>
                    <a:pt x="125" y="173"/>
                    <a:pt x="129" y="171"/>
                  </a:cubicBezTo>
                  <a:cubicBezTo>
                    <a:pt x="132" y="170"/>
                    <a:pt x="136" y="170"/>
                    <a:pt x="140" y="172"/>
                  </a:cubicBezTo>
                  <a:cubicBezTo>
                    <a:pt x="144" y="174"/>
                    <a:pt x="146" y="177"/>
                    <a:pt x="147" y="181"/>
                  </a:cubicBezTo>
                  <a:cubicBezTo>
                    <a:pt x="148" y="185"/>
                    <a:pt x="147" y="189"/>
                    <a:pt x="145" y="193"/>
                  </a:cubicBezTo>
                  <a:close/>
                  <a:moveTo>
                    <a:pt x="124" y="182"/>
                  </a:moveTo>
                  <a:cubicBezTo>
                    <a:pt x="122" y="186"/>
                    <a:pt x="121" y="190"/>
                    <a:pt x="122" y="193"/>
                  </a:cubicBezTo>
                  <a:cubicBezTo>
                    <a:pt x="122" y="195"/>
                    <a:pt x="123" y="197"/>
                    <a:pt x="126" y="199"/>
                  </a:cubicBezTo>
                  <a:cubicBezTo>
                    <a:pt x="128" y="200"/>
                    <a:pt x="131" y="200"/>
                    <a:pt x="133" y="199"/>
                  </a:cubicBezTo>
                  <a:cubicBezTo>
                    <a:pt x="136" y="198"/>
                    <a:pt x="138" y="195"/>
                    <a:pt x="141" y="190"/>
                  </a:cubicBezTo>
                  <a:cubicBezTo>
                    <a:pt x="143" y="187"/>
                    <a:pt x="144" y="183"/>
                    <a:pt x="144" y="180"/>
                  </a:cubicBezTo>
                  <a:cubicBezTo>
                    <a:pt x="144" y="177"/>
                    <a:pt x="142" y="175"/>
                    <a:pt x="139" y="173"/>
                  </a:cubicBezTo>
                  <a:cubicBezTo>
                    <a:pt x="137" y="172"/>
                    <a:pt x="134" y="172"/>
                    <a:pt x="132" y="173"/>
                  </a:cubicBezTo>
                  <a:cubicBezTo>
                    <a:pt x="129" y="175"/>
                    <a:pt x="127" y="177"/>
                    <a:pt x="124" y="182"/>
                  </a:cubicBezTo>
                  <a:close/>
                  <a:moveTo>
                    <a:pt x="114" y="160"/>
                  </a:moveTo>
                  <a:cubicBezTo>
                    <a:pt x="114" y="160"/>
                    <a:pt x="114" y="160"/>
                    <a:pt x="114" y="160"/>
                  </a:cubicBezTo>
                  <a:cubicBezTo>
                    <a:pt x="101" y="169"/>
                    <a:pt x="101" y="169"/>
                    <a:pt x="101" y="169"/>
                  </a:cubicBezTo>
                  <a:cubicBezTo>
                    <a:pt x="109" y="175"/>
                    <a:pt x="109" y="175"/>
                    <a:pt x="109" y="175"/>
                  </a:cubicBezTo>
                  <a:cubicBezTo>
                    <a:pt x="114" y="160"/>
                    <a:pt x="114" y="160"/>
                    <a:pt x="114" y="160"/>
                  </a:cubicBezTo>
                  <a:close/>
                  <a:moveTo>
                    <a:pt x="109" y="176"/>
                  </a:moveTo>
                  <a:cubicBezTo>
                    <a:pt x="106" y="184"/>
                    <a:pt x="106" y="184"/>
                    <a:pt x="106" y="184"/>
                  </a:cubicBezTo>
                  <a:cubicBezTo>
                    <a:pt x="106" y="185"/>
                    <a:pt x="106" y="185"/>
                    <a:pt x="105" y="185"/>
                  </a:cubicBezTo>
                  <a:cubicBezTo>
                    <a:pt x="105" y="186"/>
                    <a:pt x="104" y="185"/>
                    <a:pt x="103" y="185"/>
                  </a:cubicBezTo>
                  <a:cubicBezTo>
                    <a:pt x="103" y="184"/>
                    <a:pt x="103" y="184"/>
                    <a:pt x="103" y="184"/>
                  </a:cubicBezTo>
                  <a:cubicBezTo>
                    <a:pt x="102" y="185"/>
                    <a:pt x="102" y="185"/>
                    <a:pt x="102" y="185"/>
                  </a:cubicBezTo>
                  <a:cubicBezTo>
                    <a:pt x="111" y="191"/>
                    <a:pt x="111" y="191"/>
                    <a:pt x="111" y="191"/>
                  </a:cubicBezTo>
                  <a:cubicBezTo>
                    <a:pt x="111" y="191"/>
                    <a:pt x="111" y="191"/>
                    <a:pt x="111" y="191"/>
                  </a:cubicBezTo>
                  <a:cubicBezTo>
                    <a:pt x="111" y="190"/>
                    <a:pt x="111" y="190"/>
                    <a:pt x="111" y="190"/>
                  </a:cubicBezTo>
                  <a:cubicBezTo>
                    <a:pt x="110" y="190"/>
                    <a:pt x="110" y="189"/>
                    <a:pt x="110" y="189"/>
                  </a:cubicBezTo>
                  <a:cubicBezTo>
                    <a:pt x="109" y="188"/>
                    <a:pt x="109" y="187"/>
                    <a:pt x="109" y="187"/>
                  </a:cubicBezTo>
                  <a:cubicBezTo>
                    <a:pt x="118" y="159"/>
                    <a:pt x="118" y="159"/>
                    <a:pt x="118" y="159"/>
                  </a:cubicBezTo>
                  <a:cubicBezTo>
                    <a:pt x="114" y="157"/>
                    <a:pt x="114" y="157"/>
                    <a:pt x="114" y="157"/>
                  </a:cubicBezTo>
                  <a:cubicBezTo>
                    <a:pt x="91" y="173"/>
                    <a:pt x="91" y="173"/>
                    <a:pt x="91" y="173"/>
                  </a:cubicBezTo>
                  <a:cubicBezTo>
                    <a:pt x="90" y="174"/>
                    <a:pt x="90" y="174"/>
                    <a:pt x="89" y="174"/>
                  </a:cubicBezTo>
                  <a:cubicBezTo>
                    <a:pt x="88" y="174"/>
                    <a:pt x="88" y="173"/>
                    <a:pt x="87" y="173"/>
                  </a:cubicBezTo>
                  <a:cubicBezTo>
                    <a:pt x="87" y="173"/>
                    <a:pt x="87" y="173"/>
                    <a:pt x="87" y="173"/>
                  </a:cubicBezTo>
                  <a:cubicBezTo>
                    <a:pt x="86" y="173"/>
                    <a:pt x="86" y="173"/>
                    <a:pt x="86" y="173"/>
                  </a:cubicBezTo>
                  <a:cubicBezTo>
                    <a:pt x="94" y="179"/>
                    <a:pt x="94" y="179"/>
                    <a:pt x="94" y="179"/>
                  </a:cubicBezTo>
                  <a:cubicBezTo>
                    <a:pt x="94" y="178"/>
                    <a:pt x="94" y="178"/>
                    <a:pt x="94" y="178"/>
                  </a:cubicBezTo>
                  <a:cubicBezTo>
                    <a:pt x="94" y="178"/>
                    <a:pt x="94" y="178"/>
                    <a:pt x="94" y="178"/>
                  </a:cubicBezTo>
                  <a:cubicBezTo>
                    <a:pt x="93" y="177"/>
                    <a:pt x="92" y="176"/>
                    <a:pt x="92" y="176"/>
                  </a:cubicBezTo>
                  <a:cubicBezTo>
                    <a:pt x="92" y="175"/>
                    <a:pt x="93" y="174"/>
                    <a:pt x="94" y="173"/>
                  </a:cubicBezTo>
                  <a:cubicBezTo>
                    <a:pt x="100" y="169"/>
                    <a:pt x="100" y="169"/>
                    <a:pt x="100" y="169"/>
                  </a:cubicBezTo>
                  <a:cubicBezTo>
                    <a:pt x="109" y="176"/>
                    <a:pt x="109" y="176"/>
                    <a:pt x="109" y="176"/>
                  </a:cubicBezTo>
                  <a:close/>
                  <a:moveTo>
                    <a:pt x="88" y="135"/>
                  </a:moveTo>
                  <a:cubicBezTo>
                    <a:pt x="89" y="134"/>
                    <a:pt x="89" y="134"/>
                    <a:pt x="89" y="134"/>
                  </a:cubicBezTo>
                  <a:cubicBezTo>
                    <a:pt x="103" y="148"/>
                    <a:pt x="103" y="148"/>
                    <a:pt x="103" y="148"/>
                  </a:cubicBezTo>
                  <a:cubicBezTo>
                    <a:pt x="103" y="149"/>
                    <a:pt x="103" y="149"/>
                    <a:pt x="103" y="149"/>
                  </a:cubicBezTo>
                  <a:cubicBezTo>
                    <a:pt x="98" y="145"/>
                    <a:pt x="98" y="145"/>
                    <a:pt x="98" y="145"/>
                  </a:cubicBezTo>
                  <a:cubicBezTo>
                    <a:pt x="98" y="144"/>
                    <a:pt x="97" y="144"/>
                    <a:pt x="97" y="144"/>
                  </a:cubicBezTo>
                  <a:cubicBezTo>
                    <a:pt x="97" y="144"/>
                    <a:pt x="96" y="144"/>
                    <a:pt x="96" y="144"/>
                  </a:cubicBezTo>
                  <a:cubicBezTo>
                    <a:pt x="78" y="162"/>
                    <a:pt x="78" y="162"/>
                    <a:pt x="78" y="162"/>
                  </a:cubicBezTo>
                  <a:cubicBezTo>
                    <a:pt x="78" y="163"/>
                    <a:pt x="78" y="163"/>
                    <a:pt x="78" y="164"/>
                  </a:cubicBezTo>
                  <a:cubicBezTo>
                    <a:pt x="78" y="164"/>
                    <a:pt x="78" y="164"/>
                    <a:pt x="79" y="165"/>
                  </a:cubicBezTo>
                  <a:cubicBezTo>
                    <a:pt x="83" y="169"/>
                    <a:pt x="83" y="169"/>
                    <a:pt x="83" y="169"/>
                  </a:cubicBezTo>
                  <a:cubicBezTo>
                    <a:pt x="82" y="170"/>
                    <a:pt x="82" y="170"/>
                    <a:pt x="82" y="170"/>
                  </a:cubicBezTo>
                  <a:cubicBezTo>
                    <a:pt x="68" y="156"/>
                    <a:pt x="68" y="156"/>
                    <a:pt x="68" y="156"/>
                  </a:cubicBezTo>
                  <a:cubicBezTo>
                    <a:pt x="69" y="155"/>
                    <a:pt x="69" y="155"/>
                    <a:pt x="69" y="155"/>
                  </a:cubicBezTo>
                  <a:cubicBezTo>
                    <a:pt x="73" y="159"/>
                    <a:pt x="73" y="159"/>
                    <a:pt x="73" y="159"/>
                  </a:cubicBezTo>
                  <a:cubicBezTo>
                    <a:pt x="73" y="160"/>
                    <a:pt x="74" y="160"/>
                    <a:pt x="74" y="160"/>
                  </a:cubicBezTo>
                  <a:cubicBezTo>
                    <a:pt x="75" y="160"/>
                    <a:pt x="75" y="160"/>
                    <a:pt x="75" y="160"/>
                  </a:cubicBezTo>
                  <a:cubicBezTo>
                    <a:pt x="93" y="141"/>
                    <a:pt x="93" y="141"/>
                    <a:pt x="93" y="141"/>
                  </a:cubicBezTo>
                  <a:cubicBezTo>
                    <a:pt x="93" y="141"/>
                    <a:pt x="93" y="141"/>
                    <a:pt x="93" y="140"/>
                  </a:cubicBezTo>
                  <a:cubicBezTo>
                    <a:pt x="93" y="140"/>
                    <a:pt x="93" y="139"/>
                    <a:pt x="92" y="139"/>
                  </a:cubicBezTo>
                  <a:cubicBezTo>
                    <a:pt x="88" y="135"/>
                    <a:pt x="88" y="135"/>
                    <a:pt x="88" y="135"/>
                  </a:cubicBezTo>
                  <a:close/>
                  <a:moveTo>
                    <a:pt x="77" y="125"/>
                  </a:moveTo>
                  <a:cubicBezTo>
                    <a:pt x="57" y="140"/>
                    <a:pt x="57" y="140"/>
                    <a:pt x="57" y="140"/>
                  </a:cubicBezTo>
                  <a:cubicBezTo>
                    <a:pt x="55" y="142"/>
                    <a:pt x="53" y="142"/>
                    <a:pt x="51" y="142"/>
                  </a:cubicBezTo>
                  <a:cubicBezTo>
                    <a:pt x="50" y="142"/>
                    <a:pt x="48" y="140"/>
                    <a:pt x="47" y="139"/>
                  </a:cubicBezTo>
                  <a:cubicBezTo>
                    <a:pt x="46" y="138"/>
                    <a:pt x="46" y="137"/>
                    <a:pt x="46" y="137"/>
                  </a:cubicBezTo>
                  <a:cubicBezTo>
                    <a:pt x="46" y="136"/>
                    <a:pt x="45" y="135"/>
                    <a:pt x="45" y="135"/>
                  </a:cubicBezTo>
                  <a:cubicBezTo>
                    <a:pt x="46" y="135"/>
                    <a:pt x="46" y="135"/>
                    <a:pt x="46" y="135"/>
                  </a:cubicBezTo>
                  <a:cubicBezTo>
                    <a:pt x="47" y="135"/>
                    <a:pt x="47" y="135"/>
                    <a:pt x="47" y="135"/>
                  </a:cubicBezTo>
                  <a:cubicBezTo>
                    <a:pt x="47" y="134"/>
                    <a:pt x="48" y="134"/>
                    <a:pt x="48" y="133"/>
                  </a:cubicBezTo>
                  <a:cubicBezTo>
                    <a:pt x="48" y="133"/>
                    <a:pt x="47" y="132"/>
                    <a:pt x="47" y="131"/>
                  </a:cubicBezTo>
                  <a:cubicBezTo>
                    <a:pt x="47" y="131"/>
                    <a:pt x="46" y="130"/>
                    <a:pt x="45" y="130"/>
                  </a:cubicBezTo>
                  <a:cubicBezTo>
                    <a:pt x="45" y="130"/>
                    <a:pt x="44" y="130"/>
                    <a:pt x="44" y="130"/>
                  </a:cubicBezTo>
                  <a:cubicBezTo>
                    <a:pt x="43" y="131"/>
                    <a:pt x="43" y="132"/>
                    <a:pt x="43" y="133"/>
                  </a:cubicBezTo>
                  <a:cubicBezTo>
                    <a:pt x="43" y="135"/>
                    <a:pt x="44" y="137"/>
                    <a:pt x="45" y="139"/>
                  </a:cubicBezTo>
                  <a:cubicBezTo>
                    <a:pt x="48" y="141"/>
                    <a:pt x="50" y="143"/>
                    <a:pt x="53" y="144"/>
                  </a:cubicBezTo>
                  <a:cubicBezTo>
                    <a:pt x="55" y="145"/>
                    <a:pt x="57" y="145"/>
                    <a:pt x="60" y="143"/>
                  </a:cubicBezTo>
                  <a:cubicBezTo>
                    <a:pt x="80" y="128"/>
                    <a:pt x="80" y="128"/>
                    <a:pt x="80" y="128"/>
                  </a:cubicBezTo>
                  <a:cubicBezTo>
                    <a:pt x="80" y="128"/>
                    <a:pt x="80" y="128"/>
                    <a:pt x="81" y="128"/>
                  </a:cubicBezTo>
                  <a:cubicBezTo>
                    <a:pt x="81" y="128"/>
                    <a:pt x="82" y="129"/>
                    <a:pt x="82" y="129"/>
                  </a:cubicBezTo>
                  <a:cubicBezTo>
                    <a:pt x="86" y="134"/>
                    <a:pt x="86" y="134"/>
                    <a:pt x="86" y="134"/>
                  </a:cubicBezTo>
                  <a:cubicBezTo>
                    <a:pt x="87" y="134"/>
                    <a:pt x="87" y="134"/>
                    <a:pt x="87" y="134"/>
                  </a:cubicBezTo>
                  <a:cubicBezTo>
                    <a:pt x="74" y="117"/>
                    <a:pt x="74" y="117"/>
                    <a:pt x="74" y="117"/>
                  </a:cubicBezTo>
                  <a:cubicBezTo>
                    <a:pt x="73" y="118"/>
                    <a:pt x="73" y="118"/>
                    <a:pt x="73" y="118"/>
                  </a:cubicBezTo>
                  <a:cubicBezTo>
                    <a:pt x="77" y="123"/>
                    <a:pt x="77" y="123"/>
                    <a:pt x="77" y="123"/>
                  </a:cubicBezTo>
                  <a:cubicBezTo>
                    <a:pt x="77" y="123"/>
                    <a:pt x="78" y="124"/>
                    <a:pt x="78" y="124"/>
                  </a:cubicBezTo>
                  <a:cubicBezTo>
                    <a:pt x="78" y="125"/>
                    <a:pt x="78" y="125"/>
                    <a:pt x="77" y="125"/>
                  </a:cubicBezTo>
                  <a:close/>
                  <a:moveTo>
                    <a:pt x="40" y="108"/>
                  </a:moveTo>
                  <a:cubicBezTo>
                    <a:pt x="40" y="109"/>
                    <a:pt x="40" y="109"/>
                    <a:pt x="40" y="109"/>
                  </a:cubicBezTo>
                  <a:cubicBezTo>
                    <a:pt x="58" y="98"/>
                    <a:pt x="58" y="98"/>
                    <a:pt x="58" y="98"/>
                  </a:cubicBezTo>
                  <a:cubicBezTo>
                    <a:pt x="58" y="98"/>
                    <a:pt x="59" y="98"/>
                    <a:pt x="59" y="97"/>
                  </a:cubicBezTo>
                  <a:cubicBezTo>
                    <a:pt x="59" y="97"/>
                    <a:pt x="59" y="96"/>
                    <a:pt x="58" y="96"/>
                  </a:cubicBezTo>
                  <a:cubicBezTo>
                    <a:pt x="57" y="94"/>
                    <a:pt x="57" y="94"/>
                    <a:pt x="57" y="94"/>
                  </a:cubicBezTo>
                  <a:cubicBezTo>
                    <a:pt x="58" y="93"/>
                    <a:pt x="58" y="93"/>
                    <a:pt x="58" y="93"/>
                  </a:cubicBezTo>
                  <a:cubicBezTo>
                    <a:pt x="63" y="102"/>
                    <a:pt x="63" y="102"/>
                    <a:pt x="63" y="102"/>
                  </a:cubicBezTo>
                  <a:cubicBezTo>
                    <a:pt x="62" y="103"/>
                    <a:pt x="62" y="103"/>
                    <a:pt x="62" y="103"/>
                  </a:cubicBezTo>
                  <a:cubicBezTo>
                    <a:pt x="61" y="101"/>
                    <a:pt x="61" y="101"/>
                    <a:pt x="61" y="101"/>
                  </a:cubicBezTo>
                  <a:cubicBezTo>
                    <a:pt x="61" y="100"/>
                    <a:pt x="60" y="100"/>
                    <a:pt x="60" y="100"/>
                  </a:cubicBezTo>
                  <a:cubicBezTo>
                    <a:pt x="60" y="99"/>
                    <a:pt x="59" y="99"/>
                    <a:pt x="59" y="100"/>
                  </a:cubicBezTo>
                  <a:cubicBezTo>
                    <a:pt x="35" y="114"/>
                    <a:pt x="35" y="114"/>
                    <a:pt x="35" y="114"/>
                  </a:cubicBezTo>
                  <a:cubicBezTo>
                    <a:pt x="34" y="112"/>
                    <a:pt x="34" y="112"/>
                    <a:pt x="34" y="112"/>
                  </a:cubicBezTo>
                  <a:cubicBezTo>
                    <a:pt x="34" y="112"/>
                    <a:pt x="34" y="112"/>
                    <a:pt x="34" y="112"/>
                  </a:cubicBezTo>
                  <a:cubicBezTo>
                    <a:pt x="47" y="82"/>
                    <a:pt x="47" y="82"/>
                    <a:pt x="47" y="82"/>
                  </a:cubicBezTo>
                  <a:cubicBezTo>
                    <a:pt x="47" y="82"/>
                    <a:pt x="47" y="82"/>
                    <a:pt x="47" y="82"/>
                  </a:cubicBezTo>
                  <a:cubicBezTo>
                    <a:pt x="26" y="94"/>
                    <a:pt x="26" y="94"/>
                    <a:pt x="26" y="94"/>
                  </a:cubicBezTo>
                  <a:cubicBezTo>
                    <a:pt x="26" y="94"/>
                    <a:pt x="26" y="95"/>
                    <a:pt x="26" y="95"/>
                  </a:cubicBezTo>
                  <a:cubicBezTo>
                    <a:pt x="26" y="96"/>
                    <a:pt x="26" y="96"/>
                    <a:pt x="26" y="97"/>
                  </a:cubicBezTo>
                  <a:cubicBezTo>
                    <a:pt x="27" y="98"/>
                    <a:pt x="27" y="98"/>
                    <a:pt x="27" y="98"/>
                  </a:cubicBezTo>
                  <a:cubicBezTo>
                    <a:pt x="26" y="99"/>
                    <a:pt x="26" y="99"/>
                    <a:pt x="26" y="99"/>
                  </a:cubicBezTo>
                  <a:cubicBezTo>
                    <a:pt x="21" y="90"/>
                    <a:pt x="21" y="90"/>
                    <a:pt x="21" y="90"/>
                  </a:cubicBezTo>
                  <a:cubicBezTo>
                    <a:pt x="22" y="90"/>
                    <a:pt x="22" y="90"/>
                    <a:pt x="22" y="90"/>
                  </a:cubicBezTo>
                  <a:cubicBezTo>
                    <a:pt x="23" y="91"/>
                    <a:pt x="23" y="91"/>
                    <a:pt x="23" y="91"/>
                  </a:cubicBezTo>
                  <a:cubicBezTo>
                    <a:pt x="24" y="92"/>
                    <a:pt x="24" y="93"/>
                    <a:pt x="24" y="93"/>
                  </a:cubicBezTo>
                  <a:cubicBezTo>
                    <a:pt x="25" y="93"/>
                    <a:pt x="25" y="93"/>
                    <a:pt x="26" y="93"/>
                  </a:cubicBezTo>
                  <a:cubicBezTo>
                    <a:pt x="48" y="80"/>
                    <a:pt x="48" y="80"/>
                    <a:pt x="48" y="80"/>
                  </a:cubicBezTo>
                  <a:cubicBezTo>
                    <a:pt x="48" y="80"/>
                    <a:pt x="48" y="79"/>
                    <a:pt x="48" y="79"/>
                  </a:cubicBezTo>
                  <a:cubicBezTo>
                    <a:pt x="48" y="79"/>
                    <a:pt x="48" y="78"/>
                    <a:pt x="47" y="77"/>
                  </a:cubicBezTo>
                  <a:cubicBezTo>
                    <a:pt x="47" y="76"/>
                    <a:pt x="47" y="76"/>
                    <a:pt x="47" y="76"/>
                  </a:cubicBezTo>
                  <a:cubicBezTo>
                    <a:pt x="48" y="75"/>
                    <a:pt x="48" y="75"/>
                    <a:pt x="48" y="75"/>
                  </a:cubicBezTo>
                  <a:cubicBezTo>
                    <a:pt x="51" y="82"/>
                    <a:pt x="51" y="82"/>
                    <a:pt x="51" y="82"/>
                  </a:cubicBezTo>
                  <a:cubicBezTo>
                    <a:pt x="40" y="108"/>
                    <a:pt x="40" y="108"/>
                    <a:pt x="40" y="108"/>
                  </a:cubicBezTo>
                  <a:close/>
                  <a:moveTo>
                    <a:pt x="41" y="65"/>
                  </a:moveTo>
                  <a:cubicBezTo>
                    <a:pt x="41" y="65"/>
                    <a:pt x="41" y="65"/>
                    <a:pt x="41" y="65"/>
                  </a:cubicBezTo>
                  <a:cubicBezTo>
                    <a:pt x="26" y="65"/>
                    <a:pt x="26" y="65"/>
                    <a:pt x="26" y="65"/>
                  </a:cubicBezTo>
                  <a:cubicBezTo>
                    <a:pt x="29" y="75"/>
                    <a:pt x="29" y="75"/>
                    <a:pt x="29" y="75"/>
                  </a:cubicBezTo>
                  <a:cubicBezTo>
                    <a:pt x="41" y="65"/>
                    <a:pt x="41" y="65"/>
                    <a:pt x="41" y="65"/>
                  </a:cubicBezTo>
                  <a:close/>
                  <a:moveTo>
                    <a:pt x="28" y="75"/>
                  </a:moveTo>
                  <a:cubicBezTo>
                    <a:pt x="22" y="81"/>
                    <a:pt x="22" y="81"/>
                    <a:pt x="22" y="81"/>
                  </a:cubicBezTo>
                  <a:cubicBezTo>
                    <a:pt x="21" y="81"/>
                    <a:pt x="21" y="81"/>
                    <a:pt x="20" y="81"/>
                  </a:cubicBezTo>
                  <a:cubicBezTo>
                    <a:pt x="20" y="81"/>
                    <a:pt x="19" y="81"/>
                    <a:pt x="19" y="80"/>
                  </a:cubicBezTo>
                  <a:cubicBezTo>
                    <a:pt x="19" y="79"/>
                    <a:pt x="19" y="79"/>
                    <a:pt x="19" y="79"/>
                  </a:cubicBezTo>
                  <a:cubicBezTo>
                    <a:pt x="18" y="79"/>
                    <a:pt x="18" y="79"/>
                    <a:pt x="18" y="79"/>
                  </a:cubicBezTo>
                  <a:cubicBezTo>
                    <a:pt x="22" y="89"/>
                    <a:pt x="22" y="89"/>
                    <a:pt x="22" y="89"/>
                  </a:cubicBezTo>
                  <a:cubicBezTo>
                    <a:pt x="23" y="89"/>
                    <a:pt x="23" y="89"/>
                    <a:pt x="23" y="89"/>
                  </a:cubicBezTo>
                  <a:cubicBezTo>
                    <a:pt x="22" y="88"/>
                    <a:pt x="22" y="88"/>
                    <a:pt x="22" y="88"/>
                  </a:cubicBezTo>
                  <a:cubicBezTo>
                    <a:pt x="22" y="88"/>
                    <a:pt x="22" y="87"/>
                    <a:pt x="22" y="86"/>
                  </a:cubicBezTo>
                  <a:cubicBezTo>
                    <a:pt x="22" y="86"/>
                    <a:pt x="23" y="85"/>
                    <a:pt x="23" y="85"/>
                  </a:cubicBezTo>
                  <a:cubicBezTo>
                    <a:pt x="46" y="66"/>
                    <a:pt x="46" y="66"/>
                    <a:pt x="46" y="66"/>
                  </a:cubicBezTo>
                  <a:cubicBezTo>
                    <a:pt x="44" y="63"/>
                    <a:pt x="44" y="63"/>
                    <a:pt x="44" y="63"/>
                  </a:cubicBezTo>
                  <a:cubicBezTo>
                    <a:pt x="15" y="63"/>
                    <a:pt x="15" y="63"/>
                    <a:pt x="15" y="63"/>
                  </a:cubicBezTo>
                  <a:cubicBezTo>
                    <a:pt x="14" y="63"/>
                    <a:pt x="13" y="63"/>
                    <a:pt x="13" y="63"/>
                  </a:cubicBezTo>
                  <a:cubicBezTo>
                    <a:pt x="13" y="62"/>
                    <a:pt x="12" y="62"/>
                    <a:pt x="12" y="61"/>
                  </a:cubicBezTo>
                  <a:cubicBezTo>
                    <a:pt x="12" y="61"/>
                    <a:pt x="12" y="61"/>
                    <a:pt x="12" y="61"/>
                  </a:cubicBezTo>
                  <a:cubicBezTo>
                    <a:pt x="11" y="61"/>
                    <a:pt x="11" y="61"/>
                    <a:pt x="11" y="61"/>
                  </a:cubicBezTo>
                  <a:cubicBezTo>
                    <a:pt x="14" y="70"/>
                    <a:pt x="14" y="70"/>
                    <a:pt x="14" y="70"/>
                  </a:cubicBezTo>
                  <a:cubicBezTo>
                    <a:pt x="15" y="69"/>
                    <a:pt x="15" y="69"/>
                    <a:pt x="15" y="69"/>
                  </a:cubicBezTo>
                  <a:cubicBezTo>
                    <a:pt x="15" y="69"/>
                    <a:pt x="15" y="69"/>
                    <a:pt x="15" y="69"/>
                  </a:cubicBezTo>
                  <a:cubicBezTo>
                    <a:pt x="14" y="67"/>
                    <a:pt x="14" y="67"/>
                    <a:pt x="15" y="66"/>
                  </a:cubicBezTo>
                  <a:cubicBezTo>
                    <a:pt x="15" y="66"/>
                    <a:pt x="16" y="65"/>
                    <a:pt x="17" y="65"/>
                  </a:cubicBezTo>
                  <a:cubicBezTo>
                    <a:pt x="24" y="65"/>
                    <a:pt x="24" y="65"/>
                    <a:pt x="24" y="65"/>
                  </a:cubicBezTo>
                  <a:cubicBezTo>
                    <a:pt x="28" y="75"/>
                    <a:pt x="28" y="75"/>
                    <a:pt x="28" y="75"/>
                  </a:cubicBezTo>
                  <a:close/>
                  <a:moveTo>
                    <a:pt x="34" y="31"/>
                  </a:moveTo>
                  <a:cubicBezTo>
                    <a:pt x="35" y="37"/>
                    <a:pt x="35" y="37"/>
                    <a:pt x="35" y="37"/>
                  </a:cubicBezTo>
                  <a:cubicBezTo>
                    <a:pt x="35" y="38"/>
                    <a:pt x="35" y="39"/>
                    <a:pt x="35" y="39"/>
                  </a:cubicBezTo>
                  <a:cubicBezTo>
                    <a:pt x="35" y="39"/>
                    <a:pt x="35" y="40"/>
                    <a:pt x="34" y="40"/>
                  </a:cubicBezTo>
                  <a:cubicBezTo>
                    <a:pt x="10" y="45"/>
                    <a:pt x="10" y="45"/>
                    <a:pt x="10" y="45"/>
                  </a:cubicBezTo>
                  <a:cubicBezTo>
                    <a:pt x="9" y="45"/>
                    <a:pt x="9" y="45"/>
                    <a:pt x="8" y="45"/>
                  </a:cubicBezTo>
                  <a:cubicBezTo>
                    <a:pt x="8" y="44"/>
                    <a:pt x="8" y="44"/>
                    <a:pt x="8" y="43"/>
                  </a:cubicBezTo>
                  <a:cubicBezTo>
                    <a:pt x="6" y="37"/>
                    <a:pt x="6" y="37"/>
                    <a:pt x="6" y="37"/>
                  </a:cubicBezTo>
                  <a:cubicBezTo>
                    <a:pt x="5" y="38"/>
                    <a:pt x="5" y="38"/>
                    <a:pt x="5" y="38"/>
                  </a:cubicBezTo>
                  <a:cubicBezTo>
                    <a:pt x="10" y="57"/>
                    <a:pt x="10" y="57"/>
                    <a:pt x="10" y="57"/>
                  </a:cubicBezTo>
                  <a:cubicBezTo>
                    <a:pt x="11" y="57"/>
                    <a:pt x="11" y="57"/>
                    <a:pt x="11" y="57"/>
                  </a:cubicBezTo>
                  <a:cubicBezTo>
                    <a:pt x="9" y="51"/>
                    <a:pt x="9" y="51"/>
                    <a:pt x="9" y="51"/>
                  </a:cubicBezTo>
                  <a:cubicBezTo>
                    <a:pt x="9" y="51"/>
                    <a:pt x="9" y="50"/>
                    <a:pt x="9" y="50"/>
                  </a:cubicBezTo>
                  <a:cubicBezTo>
                    <a:pt x="10" y="49"/>
                    <a:pt x="10" y="49"/>
                    <a:pt x="10" y="49"/>
                  </a:cubicBezTo>
                  <a:cubicBezTo>
                    <a:pt x="35" y="44"/>
                    <a:pt x="35" y="44"/>
                    <a:pt x="35" y="44"/>
                  </a:cubicBezTo>
                  <a:cubicBezTo>
                    <a:pt x="36" y="44"/>
                    <a:pt x="36" y="44"/>
                    <a:pt x="36" y="44"/>
                  </a:cubicBezTo>
                  <a:cubicBezTo>
                    <a:pt x="37" y="44"/>
                    <a:pt x="37" y="45"/>
                    <a:pt x="37" y="46"/>
                  </a:cubicBezTo>
                  <a:cubicBezTo>
                    <a:pt x="38" y="51"/>
                    <a:pt x="38" y="51"/>
                    <a:pt x="38" y="51"/>
                  </a:cubicBezTo>
                  <a:cubicBezTo>
                    <a:pt x="39" y="51"/>
                    <a:pt x="39" y="51"/>
                    <a:pt x="39" y="51"/>
                  </a:cubicBezTo>
                  <a:cubicBezTo>
                    <a:pt x="35" y="31"/>
                    <a:pt x="35" y="31"/>
                    <a:pt x="35" y="31"/>
                  </a:cubicBezTo>
                  <a:cubicBezTo>
                    <a:pt x="34" y="31"/>
                    <a:pt x="34" y="31"/>
                    <a:pt x="34" y="31"/>
                  </a:cubicBezTo>
                  <a:close/>
                  <a:moveTo>
                    <a:pt x="18" y="17"/>
                  </a:moveTo>
                  <a:cubicBezTo>
                    <a:pt x="6" y="26"/>
                    <a:pt x="6" y="26"/>
                    <a:pt x="6" y="26"/>
                  </a:cubicBezTo>
                  <a:cubicBezTo>
                    <a:pt x="5" y="27"/>
                    <a:pt x="5" y="28"/>
                    <a:pt x="4" y="28"/>
                  </a:cubicBezTo>
                  <a:cubicBezTo>
                    <a:pt x="4" y="29"/>
                    <a:pt x="4" y="30"/>
                    <a:pt x="4" y="30"/>
                  </a:cubicBezTo>
                  <a:cubicBezTo>
                    <a:pt x="4" y="31"/>
                    <a:pt x="4" y="31"/>
                    <a:pt x="4" y="31"/>
                  </a:cubicBezTo>
                  <a:cubicBezTo>
                    <a:pt x="3" y="31"/>
                    <a:pt x="3" y="31"/>
                    <a:pt x="3" y="31"/>
                  </a:cubicBezTo>
                  <a:cubicBezTo>
                    <a:pt x="2" y="20"/>
                    <a:pt x="2" y="20"/>
                    <a:pt x="2" y="20"/>
                  </a:cubicBezTo>
                  <a:cubicBezTo>
                    <a:pt x="3" y="20"/>
                    <a:pt x="3" y="20"/>
                    <a:pt x="3" y="20"/>
                  </a:cubicBezTo>
                  <a:cubicBezTo>
                    <a:pt x="3" y="21"/>
                    <a:pt x="3" y="21"/>
                    <a:pt x="3" y="21"/>
                  </a:cubicBezTo>
                  <a:cubicBezTo>
                    <a:pt x="3" y="22"/>
                    <a:pt x="4" y="23"/>
                    <a:pt x="4" y="23"/>
                  </a:cubicBezTo>
                  <a:cubicBezTo>
                    <a:pt x="4" y="23"/>
                    <a:pt x="5" y="23"/>
                    <a:pt x="5" y="23"/>
                  </a:cubicBezTo>
                  <a:cubicBezTo>
                    <a:pt x="15" y="15"/>
                    <a:pt x="15" y="15"/>
                    <a:pt x="15" y="15"/>
                  </a:cubicBezTo>
                  <a:cubicBezTo>
                    <a:pt x="6" y="10"/>
                    <a:pt x="6" y="10"/>
                    <a:pt x="6" y="10"/>
                  </a:cubicBezTo>
                  <a:cubicBezTo>
                    <a:pt x="5" y="9"/>
                    <a:pt x="4" y="9"/>
                    <a:pt x="4" y="9"/>
                  </a:cubicBezTo>
                  <a:cubicBezTo>
                    <a:pt x="4" y="9"/>
                    <a:pt x="3" y="9"/>
                    <a:pt x="3" y="9"/>
                  </a:cubicBezTo>
                  <a:cubicBezTo>
                    <a:pt x="3" y="9"/>
                    <a:pt x="2" y="9"/>
                    <a:pt x="2" y="9"/>
                  </a:cubicBezTo>
                  <a:cubicBezTo>
                    <a:pt x="2" y="10"/>
                    <a:pt x="2" y="10"/>
                    <a:pt x="2" y="11"/>
                  </a:cubicBezTo>
                  <a:cubicBezTo>
                    <a:pt x="2" y="12"/>
                    <a:pt x="2" y="12"/>
                    <a:pt x="2" y="12"/>
                  </a:cubicBezTo>
                  <a:cubicBezTo>
                    <a:pt x="1" y="12"/>
                    <a:pt x="1" y="12"/>
                    <a:pt x="1" y="12"/>
                  </a:cubicBezTo>
                  <a:cubicBezTo>
                    <a:pt x="0" y="2"/>
                    <a:pt x="0" y="2"/>
                    <a:pt x="0" y="2"/>
                  </a:cubicBezTo>
                  <a:cubicBezTo>
                    <a:pt x="1" y="2"/>
                    <a:pt x="1" y="2"/>
                    <a:pt x="1" y="2"/>
                  </a:cubicBezTo>
                  <a:cubicBezTo>
                    <a:pt x="1" y="3"/>
                    <a:pt x="1" y="3"/>
                    <a:pt x="1" y="3"/>
                  </a:cubicBezTo>
                  <a:cubicBezTo>
                    <a:pt x="1" y="4"/>
                    <a:pt x="2" y="5"/>
                    <a:pt x="2" y="5"/>
                  </a:cubicBezTo>
                  <a:cubicBezTo>
                    <a:pt x="3" y="6"/>
                    <a:pt x="3" y="6"/>
                    <a:pt x="4" y="7"/>
                  </a:cubicBezTo>
                  <a:cubicBezTo>
                    <a:pt x="16" y="13"/>
                    <a:pt x="16" y="13"/>
                    <a:pt x="16" y="13"/>
                  </a:cubicBezTo>
                  <a:cubicBezTo>
                    <a:pt x="28" y="4"/>
                    <a:pt x="28" y="4"/>
                    <a:pt x="28" y="4"/>
                  </a:cubicBezTo>
                  <a:cubicBezTo>
                    <a:pt x="29" y="3"/>
                    <a:pt x="29" y="3"/>
                    <a:pt x="29" y="3"/>
                  </a:cubicBezTo>
                  <a:cubicBezTo>
                    <a:pt x="29" y="2"/>
                    <a:pt x="29" y="2"/>
                    <a:pt x="29" y="1"/>
                  </a:cubicBezTo>
                  <a:cubicBezTo>
                    <a:pt x="29" y="0"/>
                    <a:pt x="29" y="0"/>
                    <a:pt x="29" y="0"/>
                  </a:cubicBezTo>
                  <a:cubicBezTo>
                    <a:pt x="30" y="0"/>
                    <a:pt x="30" y="0"/>
                    <a:pt x="30" y="0"/>
                  </a:cubicBezTo>
                  <a:cubicBezTo>
                    <a:pt x="31" y="11"/>
                    <a:pt x="31" y="11"/>
                    <a:pt x="31" y="11"/>
                  </a:cubicBezTo>
                  <a:cubicBezTo>
                    <a:pt x="30" y="11"/>
                    <a:pt x="30" y="11"/>
                    <a:pt x="30" y="11"/>
                  </a:cubicBezTo>
                  <a:cubicBezTo>
                    <a:pt x="30" y="10"/>
                    <a:pt x="30" y="10"/>
                    <a:pt x="30" y="10"/>
                  </a:cubicBezTo>
                  <a:cubicBezTo>
                    <a:pt x="30" y="9"/>
                    <a:pt x="30" y="8"/>
                    <a:pt x="30" y="8"/>
                  </a:cubicBezTo>
                  <a:cubicBezTo>
                    <a:pt x="29" y="8"/>
                    <a:pt x="29" y="8"/>
                    <a:pt x="28" y="9"/>
                  </a:cubicBezTo>
                  <a:cubicBezTo>
                    <a:pt x="20" y="15"/>
                    <a:pt x="20" y="15"/>
                    <a:pt x="20" y="15"/>
                  </a:cubicBezTo>
                  <a:cubicBezTo>
                    <a:pt x="29" y="20"/>
                    <a:pt x="29" y="20"/>
                    <a:pt x="29" y="20"/>
                  </a:cubicBezTo>
                  <a:cubicBezTo>
                    <a:pt x="30" y="21"/>
                    <a:pt x="30" y="21"/>
                    <a:pt x="31" y="20"/>
                  </a:cubicBezTo>
                  <a:cubicBezTo>
                    <a:pt x="31" y="20"/>
                    <a:pt x="31" y="20"/>
                    <a:pt x="31" y="19"/>
                  </a:cubicBezTo>
                  <a:cubicBezTo>
                    <a:pt x="31" y="17"/>
                    <a:pt x="31" y="17"/>
                    <a:pt x="31" y="17"/>
                  </a:cubicBezTo>
                  <a:cubicBezTo>
                    <a:pt x="32" y="17"/>
                    <a:pt x="32" y="17"/>
                    <a:pt x="32" y="17"/>
                  </a:cubicBezTo>
                  <a:cubicBezTo>
                    <a:pt x="33" y="27"/>
                    <a:pt x="33" y="27"/>
                    <a:pt x="33" y="27"/>
                  </a:cubicBezTo>
                  <a:cubicBezTo>
                    <a:pt x="32" y="27"/>
                    <a:pt x="32" y="27"/>
                    <a:pt x="32" y="27"/>
                  </a:cubicBezTo>
                  <a:cubicBezTo>
                    <a:pt x="32" y="26"/>
                    <a:pt x="32" y="26"/>
                    <a:pt x="32" y="26"/>
                  </a:cubicBezTo>
                  <a:cubicBezTo>
                    <a:pt x="32" y="25"/>
                    <a:pt x="32" y="25"/>
                    <a:pt x="31" y="24"/>
                  </a:cubicBezTo>
                  <a:cubicBezTo>
                    <a:pt x="31" y="24"/>
                    <a:pt x="31" y="23"/>
                    <a:pt x="30" y="23"/>
                  </a:cubicBezTo>
                  <a:lnTo>
                    <a:pt x="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íṡḷïḓê">
              <a:extLst>
                <a:ext uri="{FF2B5EF4-FFF2-40B4-BE49-F238E27FC236}">
                  <a16:creationId xmlns:a16="http://schemas.microsoft.com/office/drawing/2014/main" id="{55F43E2C-CD81-BAC1-F087-A9B240E82B1F}"/>
                </a:ext>
              </a:extLst>
            </p:cNvPr>
            <p:cNvSpPr/>
            <p:nvPr/>
          </p:nvSpPr>
          <p:spPr bwMode="auto">
            <a:xfrm>
              <a:off x="3354388" y="2676526"/>
              <a:ext cx="296863" cy="254000"/>
            </a:xfrm>
            <a:custGeom>
              <a:avLst/>
              <a:gdLst>
                <a:gd name="T0" fmla="*/ 83 w 90"/>
                <a:gd name="T1" fmla="*/ 42 h 77"/>
                <a:gd name="T2" fmla="*/ 18 w 90"/>
                <a:gd name="T3" fmla="*/ 69 h 77"/>
                <a:gd name="T4" fmla="*/ 10 w 90"/>
                <a:gd name="T5" fmla="*/ 68 h 77"/>
                <a:gd name="T6" fmla="*/ 33 w 90"/>
                <a:gd name="T7" fmla="*/ 27 h 77"/>
                <a:gd name="T8" fmla="*/ 31 w 90"/>
                <a:gd name="T9" fmla="*/ 23 h 77"/>
                <a:gd name="T10" fmla="*/ 8 w 90"/>
                <a:gd name="T11" fmla="*/ 37 h 77"/>
                <a:gd name="T12" fmla="*/ 4 w 90"/>
                <a:gd name="T13" fmla="*/ 32 h 77"/>
                <a:gd name="T14" fmla="*/ 28 w 90"/>
                <a:gd name="T15" fmla="*/ 16 h 77"/>
                <a:gd name="T16" fmla="*/ 26 w 90"/>
                <a:gd name="T17" fmla="*/ 7 h 77"/>
                <a:gd name="T18" fmla="*/ 30 w 90"/>
                <a:gd name="T19" fmla="*/ 5 h 77"/>
                <a:gd name="T20" fmla="*/ 33 w 90"/>
                <a:gd name="T21" fmla="*/ 10 h 77"/>
                <a:gd name="T22" fmla="*/ 45 w 90"/>
                <a:gd name="T23" fmla="*/ 12 h 77"/>
                <a:gd name="T24" fmla="*/ 58 w 90"/>
                <a:gd name="T25" fmla="*/ 6 h 77"/>
                <a:gd name="T26" fmla="*/ 65 w 90"/>
                <a:gd name="T27" fmla="*/ 12 h 77"/>
                <a:gd name="T28" fmla="*/ 43 w 90"/>
                <a:gd name="T29" fmla="*/ 18 h 77"/>
                <a:gd name="T30" fmla="*/ 46 w 90"/>
                <a:gd name="T31" fmla="*/ 22 h 77"/>
                <a:gd name="T32" fmla="*/ 87 w 90"/>
                <a:gd name="T33" fmla="*/ 35 h 77"/>
                <a:gd name="T34" fmla="*/ 83 w 90"/>
                <a:gd name="T35" fmla="*/ 4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77">
                  <a:moveTo>
                    <a:pt x="83" y="42"/>
                  </a:moveTo>
                  <a:cubicBezTo>
                    <a:pt x="59" y="18"/>
                    <a:pt x="25" y="23"/>
                    <a:pt x="18" y="69"/>
                  </a:cubicBezTo>
                  <a:cubicBezTo>
                    <a:pt x="17" y="76"/>
                    <a:pt x="11" y="77"/>
                    <a:pt x="10" y="68"/>
                  </a:cubicBezTo>
                  <a:cubicBezTo>
                    <a:pt x="12" y="44"/>
                    <a:pt x="29" y="33"/>
                    <a:pt x="33" y="27"/>
                  </a:cubicBezTo>
                  <a:cubicBezTo>
                    <a:pt x="34" y="25"/>
                    <a:pt x="33" y="23"/>
                    <a:pt x="31" y="23"/>
                  </a:cubicBezTo>
                  <a:cubicBezTo>
                    <a:pt x="28" y="24"/>
                    <a:pt x="13" y="34"/>
                    <a:pt x="8" y="37"/>
                  </a:cubicBezTo>
                  <a:cubicBezTo>
                    <a:pt x="1" y="41"/>
                    <a:pt x="0" y="35"/>
                    <a:pt x="4" y="32"/>
                  </a:cubicBezTo>
                  <a:cubicBezTo>
                    <a:pt x="8" y="28"/>
                    <a:pt x="30" y="22"/>
                    <a:pt x="28" y="16"/>
                  </a:cubicBezTo>
                  <a:cubicBezTo>
                    <a:pt x="27" y="13"/>
                    <a:pt x="27" y="10"/>
                    <a:pt x="26" y="7"/>
                  </a:cubicBezTo>
                  <a:cubicBezTo>
                    <a:pt x="25" y="5"/>
                    <a:pt x="28" y="4"/>
                    <a:pt x="30" y="5"/>
                  </a:cubicBezTo>
                  <a:cubicBezTo>
                    <a:pt x="31" y="6"/>
                    <a:pt x="32" y="8"/>
                    <a:pt x="33" y="10"/>
                  </a:cubicBezTo>
                  <a:cubicBezTo>
                    <a:pt x="35" y="14"/>
                    <a:pt x="42" y="13"/>
                    <a:pt x="45" y="12"/>
                  </a:cubicBezTo>
                  <a:cubicBezTo>
                    <a:pt x="50" y="10"/>
                    <a:pt x="54" y="8"/>
                    <a:pt x="58" y="6"/>
                  </a:cubicBezTo>
                  <a:cubicBezTo>
                    <a:pt x="69" y="0"/>
                    <a:pt x="73" y="9"/>
                    <a:pt x="65" y="12"/>
                  </a:cubicBezTo>
                  <a:cubicBezTo>
                    <a:pt x="58" y="14"/>
                    <a:pt x="51" y="15"/>
                    <a:pt x="43" y="18"/>
                  </a:cubicBezTo>
                  <a:cubicBezTo>
                    <a:pt x="38" y="19"/>
                    <a:pt x="41" y="23"/>
                    <a:pt x="46" y="22"/>
                  </a:cubicBezTo>
                  <a:cubicBezTo>
                    <a:pt x="64" y="20"/>
                    <a:pt x="81" y="28"/>
                    <a:pt x="87" y="35"/>
                  </a:cubicBezTo>
                  <a:cubicBezTo>
                    <a:pt x="90" y="40"/>
                    <a:pt x="85" y="44"/>
                    <a:pt x="8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ïSḷíďé">
              <a:extLst>
                <a:ext uri="{FF2B5EF4-FFF2-40B4-BE49-F238E27FC236}">
                  <a16:creationId xmlns:a16="http://schemas.microsoft.com/office/drawing/2014/main" id="{755083AD-E774-5C85-15ED-8C6DC19D8458}"/>
                </a:ext>
              </a:extLst>
            </p:cNvPr>
            <p:cNvSpPr/>
            <p:nvPr/>
          </p:nvSpPr>
          <p:spPr bwMode="auto">
            <a:xfrm>
              <a:off x="3916363" y="2643188"/>
              <a:ext cx="279400" cy="280988"/>
            </a:xfrm>
            <a:custGeom>
              <a:avLst/>
              <a:gdLst>
                <a:gd name="T0" fmla="*/ 68 w 85"/>
                <a:gd name="T1" fmla="*/ 34 h 85"/>
                <a:gd name="T2" fmla="*/ 78 w 85"/>
                <a:gd name="T3" fmla="*/ 24 h 85"/>
                <a:gd name="T4" fmla="*/ 55 w 85"/>
                <a:gd name="T5" fmla="*/ 28 h 85"/>
                <a:gd name="T6" fmla="*/ 36 w 85"/>
                <a:gd name="T7" fmla="*/ 38 h 85"/>
                <a:gd name="T8" fmla="*/ 26 w 85"/>
                <a:gd name="T9" fmla="*/ 34 h 85"/>
                <a:gd name="T10" fmla="*/ 37 w 85"/>
                <a:gd name="T11" fmla="*/ 17 h 85"/>
                <a:gd name="T12" fmla="*/ 34 w 85"/>
                <a:gd name="T13" fmla="*/ 6 h 85"/>
                <a:gd name="T14" fmla="*/ 10 w 85"/>
                <a:gd name="T15" fmla="*/ 10 h 85"/>
                <a:gd name="T16" fmla="*/ 25 w 85"/>
                <a:gd name="T17" fmla="*/ 20 h 85"/>
                <a:gd name="T18" fmla="*/ 10 w 85"/>
                <a:gd name="T19" fmla="*/ 25 h 85"/>
                <a:gd name="T20" fmla="*/ 23 w 85"/>
                <a:gd name="T21" fmla="*/ 29 h 85"/>
                <a:gd name="T22" fmla="*/ 5 w 85"/>
                <a:gd name="T23" fmla="*/ 42 h 85"/>
                <a:gd name="T24" fmla="*/ 60 w 85"/>
                <a:gd name="T25" fmla="*/ 78 h 85"/>
                <a:gd name="T26" fmla="*/ 67 w 85"/>
                <a:gd name="T27" fmla="*/ 75 h 85"/>
                <a:gd name="T28" fmla="*/ 72 w 85"/>
                <a:gd name="T29" fmla="*/ 42 h 85"/>
                <a:gd name="T30" fmla="*/ 38 w 85"/>
                <a:gd name="T31" fmla="*/ 49 h 85"/>
                <a:gd name="T32" fmla="*/ 43 w 85"/>
                <a:gd name="T33" fmla="*/ 55 h 85"/>
                <a:gd name="T34" fmla="*/ 38 w 85"/>
                <a:gd name="T35" fmla="*/ 49 h 85"/>
                <a:gd name="T36" fmla="*/ 27 w 85"/>
                <a:gd name="T37" fmla="*/ 50 h 85"/>
                <a:gd name="T38" fmla="*/ 24 w 85"/>
                <a:gd name="T39" fmla="*/ 45 h 85"/>
                <a:gd name="T40" fmla="*/ 61 w 85"/>
                <a:gd name="T41" fmla="*/ 47 h 85"/>
                <a:gd name="T42" fmla="*/ 65 w 85"/>
                <a:gd name="T43" fmla="*/ 54 h 85"/>
                <a:gd name="T44" fmla="*/ 61 w 85"/>
                <a:gd name="T45" fmla="*/ 47 h 85"/>
                <a:gd name="T46" fmla="*/ 64 w 85"/>
                <a:gd name="T47" fmla="*/ 41 h 85"/>
                <a:gd name="T48" fmla="*/ 60 w 85"/>
                <a:gd name="T49" fmla="*/ 42 h 85"/>
                <a:gd name="T50" fmla="*/ 49 w 85"/>
                <a:gd name="T51" fmla="*/ 34 h 85"/>
                <a:gd name="T52" fmla="*/ 53 w 85"/>
                <a:gd name="T53" fmla="*/ 38 h 85"/>
                <a:gd name="T54" fmla="*/ 49 w 85"/>
                <a:gd name="T55" fmla="*/ 34 h 85"/>
                <a:gd name="T56" fmla="*/ 49 w 85"/>
                <a:gd name="T57" fmla="*/ 42 h 85"/>
                <a:gd name="T58" fmla="*/ 43 w 85"/>
                <a:gd name="T59" fmla="*/ 44 h 85"/>
                <a:gd name="T60" fmla="*/ 56 w 85"/>
                <a:gd name="T61" fmla="*/ 57 h 85"/>
                <a:gd name="T62" fmla="*/ 60 w 85"/>
                <a:gd name="T63" fmla="*/ 63 h 85"/>
                <a:gd name="T64" fmla="*/ 49 w 85"/>
                <a:gd name="T65" fmla="*/ 60 h 85"/>
                <a:gd name="T66" fmla="*/ 17 w 85"/>
                <a:gd name="T67" fmla="*/ 42 h 85"/>
                <a:gd name="T68" fmla="*/ 13 w 85"/>
                <a:gd name="T69" fmla="*/ 48 h 85"/>
                <a:gd name="T70" fmla="*/ 14 w 85"/>
                <a:gd name="T71" fmla="*/ 37 h 85"/>
                <a:gd name="T72" fmla="*/ 58 w 85"/>
                <a:gd name="T73" fmla="*/ 19 h 85"/>
                <a:gd name="T74" fmla="*/ 71 w 85"/>
                <a:gd name="T75" fmla="*/ 31 h 85"/>
                <a:gd name="T76" fmla="*/ 58 w 85"/>
                <a:gd name="T77" fmla="*/ 1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5" h="85">
                  <a:moveTo>
                    <a:pt x="65" y="37"/>
                  </a:moveTo>
                  <a:cubicBezTo>
                    <a:pt x="64" y="34"/>
                    <a:pt x="66" y="34"/>
                    <a:pt x="68" y="34"/>
                  </a:cubicBezTo>
                  <a:cubicBezTo>
                    <a:pt x="71" y="36"/>
                    <a:pt x="74" y="37"/>
                    <a:pt x="77" y="39"/>
                  </a:cubicBezTo>
                  <a:cubicBezTo>
                    <a:pt x="85" y="36"/>
                    <a:pt x="85" y="27"/>
                    <a:pt x="78" y="24"/>
                  </a:cubicBezTo>
                  <a:cubicBezTo>
                    <a:pt x="69" y="18"/>
                    <a:pt x="56" y="11"/>
                    <a:pt x="50" y="13"/>
                  </a:cubicBezTo>
                  <a:cubicBezTo>
                    <a:pt x="41" y="23"/>
                    <a:pt x="49" y="25"/>
                    <a:pt x="55" y="28"/>
                  </a:cubicBezTo>
                  <a:cubicBezTo>
                    <a:pt x="58" y="30"/>
                    <a:pt x="56" y="31"/>
                    <a:pt x="54" y="31"/>
                  </a:cubicBezTo>
                  <a:cubicBezTo>
                    <a:pt x="42" y="27"/>
                    <a:pt x="44" y="30"/>
                    <a:pt x="36" y="38"/>
                  </a:cubicBezTo>
                  <a:cubicBezTo>
                    <a:pt x="30" y="42"/>
                    <a:pt x="27" y="40"/>
                    <a:pt x="25" y="37"/>
                  </a:cubicBezTo>
                  <a:cubicBezTo>
                    <a:pt x="24" y="35"/>
                    <a:pt x="25" y="35"/>
                    <a:pt x="26" y="34"/>
                  </a:cubicBezTo>
                  <a:cubicBezTo>
                    <a:pt x="30" y="32"/>
                    <a:pt x="33" y="30"/>
                    <a:pt x="32" y="27"/>
                  </a:cubicBezTo>
                  <a:cubicBezTo>
                    <a:pt x="32" y="23"/>
                    <a:pt x="33" y="19"/>
                    <a:pt x="37" y="17"/>
                  </a:cubicBezTo>
                  <a:cubicBezTo>
                    <a:pt x="40" y="15"/>
                    <a:pt x="44" y="14"/>
                    <a:pt x="43" y="8"/>
                  </a:cubicBezTo>
                  <a:cubicBezTo>
                    <a:pt x="40" y="2"/>
                    <a:pt x="32" y="0"/>
                    <a:pt x="34" y="6"/>
                  </a:cubicBezTo>
                  <a:cubicBezTo>
                    <a:pt x="36" y="10"/>
                    <a:pt x="32" y="14"/>
                    <a:pt x="30" y="12"/>
                  </a:cubicBezTo>
                  <a:cubicBezTo>
                    <a:pt x="20" y="9"/>
                    <a:pt x="10" y="6"/>
                    <a:pt x="10" y="10"/>
                  </a:cubicBezTo>
                  <a:cubicBezTo>
                    <a:pt x="8" y="14"/>
                    <a:pt x="17" y="15"/>
                    <a:pt x="25" y="16"/>
                  </a:cubicBezTo>
                  <a:cubicBezTo>
                    <a:pt x="27" y="17"/>
                    <a:pt x="27" y="20"/>
                    <a:pt x="25" y="20"/>
                  </a:cubicBezTo>
                  <a:cubicBezTo>
                    <a:pt x="19" y="20"/>
                    <a:pt x="14" y="19"/>
                    <a:pt x="9" y="19"/>
                  </a:cubicBezTo>
                  <a:cubicBezTo>
                    <a:pt x="5" y="20"/>
                    <a:pt x="5" y="25"/>
                    <a:pt x="10" y="25"/>
                  </a:cubicBezTo>
                  <a:cubicBezTo>
                    <a:pt x="15" y="25"/>
                    <a:pt x="20" y="25"/>
                    <a:pt x="25" y="24"/>
                  </a:cubicBezTo>
                  <a:cubicBezTo>
                    <a:pt x="27" y="24"/>
                    <a:pt x="26" y="29"/>
                    <a:pt x="23" y="29"/>
                  </a:cubicBezTo>
                  <a:cubicBezTo>
                    <a:pt x="8" y="29"/>
                    <a:pt x="10" y="30"/>
                    <a:pt x="9" y="31"/>
                  </a:cubicBezTo>
                  <a:cubicBezTo>
                    <a:pt x="7" y="35"/>
                    <a:pt x="7" y="38"/>
                    <a:pt x="5" y="42"/>
                  </a:cubicBezTo>
                  <a:cubicBezTo>
                    <a:pt x="0" y="51"/>
                    <a:pt x="6" y="54"/>
                    <a:pt x="16" y="54"/>
                  </a:cubicBezTo>
                  <a:cubicBezTo>
                    <a:pt x="36" y="58"/>
                    <a:pt x="54" y="64"/>
                    <a:pt x="60" y="78"/>
                  </a:cubicBezTo>
                  <a:cubicBezTo>
                    <a:pt x="61" y="80"/>
                    <a:pt x="61" y="81"/>
                    <a:pt x="63" y="82"/>
                  </a:cubicBezTo>
                  <a:cubicBezTo>
                    <a:pt x="68" y="85"/>
                    <a:pt x="71" y="79"/>
                    <a:pt x="67" y="75"/>
                  </a:cubicBezTo>
                  <a:cubicBezTo>
                    <a:pt x="64" y="72"/>
                    <a:pt x="65" y="72"/>
                    <a:pt x="67" y="68"/>
                  </a:cubicBezTo>
                  <a:cubicBezTo>
                    <a:pt x="71" y="60"/>
                    <a:pt x="79" y="51"/>
                    <a:pt x="72" y="42"/>
                  </a:cubicBezTo>
                  <a:cubicBezTo>
                    <a:pt x="70" y="40"/>
                    <a:pt x="68" y="39"/>
                    <a:pt x="65" y="37"/>
                  </a:cubicBezTo>
                  <a:close/>
                  <a:moveTo>
                    <a:pt x="38" y="49"/>
                  </a:moveTo>
                  <a:cubicBezTo>
                    <a:pt x="39" y="48"/>
                    <a:pt x="43" y="50"/>
                    <a:pt x="43" y="50"/>
                  </a:cubicBezTo>
                  <a:cubicBezTo>
                    <a:pt x="44" y="51"/>
                    <a:pt x="44" y="54"/>
                    <a:pt x="43" y="55"/>
                  </a:cubicBezTo>
                  <a:cubicBezTo>
                    <a:pt x="41" y="58"/>
                    <a:pt x="36" y="55"/>
                    <a:pt x="36" y="53"/>
                  </a:cubicBezTo>
                  <a:cubicBezTo>
                    <a:pt x="35" y="51"/>
                    <a:pt x="36" y="50"/>
                    <a:pt x="38" y="49"/>
                  </a:cubicBezTo>
                  <a:close/>
                  <a:moveTo>
                    <a:pt x="27" y="45"/>
                  </a:moveTo>
                  <a:cubicBezTo>
                    <a:pt x="27" y="46"/>
                    <a:pt x="27" y="50"/>
                    <a:pt x="27" y="50"/>
                  </a:cubicBezTo>
                  <a:cubicBezTo>
                    <a:pt x="26" y="51"/>
                    <a:pt x="25" y="51"/>
                    <a:pt x="24" y="51"/>
                  </a:cubicBezTo>
                  <a:cubicBezTo>
                    <a:pt x="21" y="50"/>
                    <a:pt x="22" y="45"/>
                    <a:pt x="24" y="45"/>
                  </a:cubicBezTo>
                  <a:cubicBezTo>
                    <a:pt x="25" y="44"/>
                    <a:pt x="26" y="44"/>
                    <a:pt x="27" y="45"/>
                  </a:cubicBezTo>
                  <a:close/>
                  <a:moveTo>
                    <a:pt x="61" y="47"/>
                  </a:moveTo>
                  <a:cubicBezTo>
                    <a:pt x="61" y="47"/>
                    <a:pt x="64" y="49"/>
                    <a:pt x="65" y="50"/>
                  </a:cubicBezTo>
                  <a:cubicBezTo>
                    <a:pt x="66" y="50"/>
                    <a:pt x="66" y="53"/>
                    <a:pt x="65" y="54"/>
                  </a:cubicBezTo>
                  <a:cubicBezTo>
                    <a:pt x="63" y="56"/>
                    <a:pt x="58" y="52"/>
                    <a:pt x="58" y="50"/>
                  </a:cubicBezTo>
                  <a:cubicBezTo>
                    <a:pt x="58" y="48"/>
                    <a:pt x="59" y="47"/>
                    <a:pt x="61" y="47"/>
                  </a:cubicBezTo>
                  <a:close/>
                  <a:moveTo>
                    <a:pt x="61" y="40"/>
                  </a:moveTo>
                  <a:cubicBezTo>
                    <a:pt x="61" y="39"/>
                    <a:pt x="64" y="40"/>
                    <a:pt x="64" y="41"/>
                  </a:cubicBezTo>
                  <a:cubicBezTo>
                    <a:pt x="65" y="41"/>
                    <a:pt x="65" y="42"/>
                    <a:pt x="64" y="43"/>
                  </a:cubicBezTo>
                  <a:cubicBezTo>
                    <a:pt x="63" y="45"/>
                    <a:pt x="60" y="43"/>
                    <a:pt x="60" y="42"/>
                  </a:cubicBezTo>
                  <a:cubicBezTo>
                    <a:pt x="59" y="41"/>
                    <a:pt x="60" y="40"/>
                    <a:pt x="61" y="40"/>
                  </a:cubicBezTo>
                  <a:close/>
                  <a:moveTo>
                    <a:pt x="49" y="34"/>
                  </a:moveTo>
                  <a:cubicBezTo>
                    <a:pt x="50" y="34"/>
                    <a:pt x="52" y="35"/>
                    <a:pt x="53" y="35"/>
                  </a:cubicBezTo>
                  <a:cubicBezTo>
                    <a:pt x="53" y="36"/>
                    <a:pt x="53" y="37"/>
                    <a:pt x="53" y="38"/>
                  </a:cubicBezTo>
                  <a:cubicBezTo>
                    <a:pt x="52" y="39"/>
                    <a:pt x="48" y="38"/>
                    <a:pt x="48" y="37"/>
                  </a:cubicBezTo>
                  <a:cubicBezTo>
                    <a:pt x="48" y="36"/>
                    <a:pt x="48" y="35"/>
                    <a:pt x="49" y="34"/>
                  </a:cubicBezTo>
                  <a:close/>
                  <a:moveTo>
                    <a:pt x="44" y="41"/>
                  </a:moveTo>
                  <a:cubicBezTo>
                    <a:pt x="45" y="40"/>
                    <a:pt x="48" y="42"/>
                    <a:pt x="49" y="42"/>
                  </a:cubicBezTo>
                  <a:cubicBezTo>
                    <a:pt x="49" y="43"/>
                    <a:pt x="49" y="44"/>
                    <a:pt x="49" y="45"/>
                  </a:cubicBezTo>
                  <a:cubicBezTo>
                    <a:pt x="48" y="47"/>
                    <a:pt x="43" y="45"/>
                    <a:pt x="43" y="44"/>
                  </a:cubicBezTo>
                  <a:cubicBezTo>
                    <a:pt x="42" y="42"/>
                    <a:pt x="43" y="41"/>
                    <a:pt x="44" y="41"/>
                  </a:cubicBezTo>
                  <a:close/>
                  <a:moveTo>
                    <a:pt x="56" y="57"/>
                  </a:moveTo>
                  <a:cubicBezTo>
                    <a:pt x="57" y="58"/>
                    <a:pt x="58" y="58"/>
                    <a:pt x="60" y="59"/>
                  </a:cubicBezTo>
                  <a:cubicBezTo>
                    <a:pt x="60" y="60"/>
                    <a:pt x="61" y="61"/>
                    <a:pt x="60" y="63"/>
                  </a:cubicBezTo>
                  <a:cubicBezTo>
                    <a:pt x="60" y="65"/>
                    <a:pt x="57" y="66"/>
                    <a:pt x="55" y="65"/>
                  </a:cubicBezTo>
                  <a:cubicBezTo>
                    <a:pt x="52" y="64"/>
                    <a:pt x="50" y="63"/>
                    <a:pt x="49" y="60"/>
                  </a:cubicBezTo>
                  <a:cubicBezTo>
                    <a:pt x="48" y="57"/>
                    <a:pt x="51" y="53"/>
                    <a:pt x="56" y="57"/>
                  </a:cubicBezTo>
                  <a:close/>
                  <a:moveTo>
                    <a:pt x="17" y="42"/>
                  </a:moveTo>
                  <a:cubicBezTo>
                    <a:pt x="17" y="44"/>
                    <a:pt x="16" y="45"/>
                    <a:pt x="16" y="46"/>
                  </a:cubicBezTo>
                  <a:cubicBezTo>
                    <a:pt x="15" y="48"/>
                    <a:pt x="14" y="48"/>
                    <a:pt x="13" y="48"/>
                  </a:cubicBezTo>
                  <a:cubicBezTo>
                    <a:pt x="11" y="48"/>
                    <a:pt x="11" y="46"/>
                    <a:pt x="11" y="44"/>
                  </a:cubicBezTo>
                  <a:cubicBezTo>
                    <a:pt x="11" y="42"/>
                    <a:pt x="11" y="39"/>
                    <a:pt x="14" y="37"/>
                  </a:cubicBezTo>
                  <a:cubicBezTo>
                    <a:pt x="17" y="35"/>
                    <a:pt x="19" y="36"/>
                    <a:pt x="17" y="42"/>
                  </a:cubicBezTo>
                  <a:close/>
                  <a:moveTo>
                    <a:pt x="58" y="19"/>
                  </a:moveTo>
                  <a:cubicBezTo>
                    <a:pt x="63" y="22"/>
                    <a:pt x="68" y="24"/>
                    <a:pt x="74" y="27"/>
                  </a:cubicBezTo>
                  <a:cubicBezTo>
                    <a:pt x="77" y="29"/>
                    <a:pt x="75" y="32"/>
                    <a:pt x="71" y="31"/>
                  </a:cubicBezTo>
                  <a:cubicBezTo>
                    <a:pt x="65" y="29"/>
                    <a:pt x="59" y="25"/>
                    <a:pt x="54" y="23"/>
                  </a:cubicBezTo>
                  <a:cubicBezTo>
                    <a:pt x="51" y="20"/>
                    <a:pt x="54" y="17"/>
                    <a:pt x="58"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íŝḷiḍe">
              <a:extLst>
                <a:ext uri="{FF2B5EF4-FFF2-40B4-BE49-F238E27FC236}">
                  <a16:creationId xmlns:a16="http://schemas.microsoft.com/office/drawing/2014/main" id="{61FA2FEA-91D8-D51D-130F-A418BEDE7A33}"/>
                </a:ext>
              </a:extLst>
            </p:cNvPr>
            <p:cNvSpPr/>
            <p:nvPr/>
          </p:nvSpPr>
          <p:spPr bwMode="auto">
            <a:xfrm>
              <a:off x="4305300" y="2970213"/>
              <a:ext cx="250825" cy="274638"/>
            </a:xfrm>
            <a:custGeom>
              <a:avLst/>
              <a:gdLst>
                <a:gd name="T0" fmla="*/ 57 w 76"/>
                <a:gd name="T1" fmla="*/ 20 h 83"/>
                <a:gd name="T2" fmla="*/ 34 w 76"/>
                <a:gd name="T3" fmla="*/ 4 h 83"/>
                <a:gd name="T4" fmla="*/ 28 w 76"/>
                <a:gd name="T5" fmla="*/ 8 h 83"/>
                <a:gd name="T6" fmla="*/ 40 w 76"/>
                <a:gd name="T7" fmla="*/ 17 h 83"/>
                <a:gd name="T8" fmla="*/ 39 w 76"/>
                <a:gd name="T9" fmla="*/ 20 h 83"/>
                <a:gd name="T10" fmla="*/ 28 w 76"/>
                <a:gd name="T11" fmla="*/ 13 h 83"/>
                <a:gd name="T12" fmla="*/ 21 w 76"/>
                <a:gd name="T13" fmla="*/ 15 h 83"/>
                <a:gd name="T14" fmla="*/ 32 w 76"/>
                <a:gd name="T15" fmla="*/ 24 h 83"/>
                <a:gd name="T16" fmla="*/ 27 w 76"/>
                <a:gd name="T17" fmla="*/ 31 h 83"/>
                <a:gd name="T18" fmla="*/ 9 w 76"/>
                <a:gd name="T19" fmla="*/ 20 h 83"/>
                <a:gd name="T20" fmla="*/ 1 w 76"/>
                <a:gd name="T21" fmla="*/ 23 h 83"/>
                <a:gd name="T22" fmla="*/ 33 w 76"/>
                <a:gd name="T23" fmla="*/ 47 h 83"/>
                <a:gd name="T24" fmla="*/ 27 w 76"/>
                <a:gd name="T25" fmla="*/ 74 h 83"/>
                <a:gd name="T26" fmla="*/ 36 w 76"/>
                <a:gd name="T27" fmla="*/ 77 h 83"/>
                <a:gd name="T28" fmla="*/ 40 w 76"/>
                <a:gd name="T29" fmla="*/ 50 h 83"/>
                <a:gd name="T30" fmla="*/ 46 w 76"/>
                <a:gd name="T31" fmla="*/ 49 h 83"/>
                <a:gd name="T32" fmla="*/ 49 w 76"/>
                <a:gd name="T33" fmla="*/ 65 h 83"/>
                <a:gd name="T34" fmla="*/ 54 w 76"/>
                <a:gd name="T35" fmla="*/ 62 h 83"/>
                <a:gd name="T36" fmla="*/ 54 w 76"/>
                <a:gd name="T37" fmla="*/ 47 h 83"/>
                <a:gd name="T38" fmla="*/ 57 w 76"/>
                <a:gd name="T39" fmla="*/ 45 h 83"/>
                <a:gd name="T40" fmla="*/ 59 w 76"/>
                <a:gd name="T41" fmla="*/ 67 h 83"/>
                <a:gd name="T42" fmla="*/ 66 w 76"/>
                <a:gd name="T43" fmla="*/ 64 h 83"/>
                <a:gd name="T44" fmla="*/ 65 w 76"/>
                <a:gd name="T45" fmla="*/ 37 h 83"/>
                <a:gd name="T46" fmla="*/ 65 w 76"/>
                <a:gd name="T47" fmla="*/ 31 h 83"/>
                <a:gd name="T48" fmla="*/ 57 w 76"/>
                <a:gd name="T49" fmla="*/ 20 h 83"/>
                <a:gd name="T50" fmla="*/ 41 w 76"/>
                <a:gd name="T51" fmla="*/ 28 h 83"/>
                <a:gd name="T52" fmla="*/ 51 w 76"/>
                <a:gd name="T53" fmla="*/ 25 h 83"/>
                <a:gd name="T54" fmla="*/ 58 w 76"/>
                <a:gd name="T55" fmla="*/ 31 h 83"/>
                <a:gd name="T56" fmla="*/ 54 w 76"/>
                <a:gd name="T57" fmla="*/ 39 h 83"/>
                <a:gd name="T58" fmla="*/ 41 w 76"/>
                <a:gd name="T59" fmla="*/ 39 h 83"/>
                <a:gd name="T60" fmla="*/ 41 w 76"/>
                <a:gd name="T61" fmla="*/ 2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 h="83">
                  <a:moveTo>
                    <a:pt x="57" y="20"/>
                  </a:moveTo>
                  <a:cubicBezTo>
                    <a:pt x="51" y="22"/>
                    <a:pt x="42" y="10"/>
                    <a:pt x="34" y="4"/>
                  </a:cubicBezTo>
                  <a:cubicBezTo>
                    <a:pt x="26" y="0"/>
                    <a:pt x="24" y="1"/>
                    <a:pt x="28" y="8"/>
                  </a:cubicBezTo>
                  <a:cubicBezTo>
                    <a:pt x="32" y="11"/>
                    <a:pt x="36" y="14"/>
                    <a:pt x="40" y="17"/>
                  </a:cubicBezTo>
                  <a:cubicBezTo>
                    <a:pt x="42" y="19"/>
                    <a:pt x="42" y="20"/>
                    <a:pt x="39" y="20"/>
                  </a:cubicBezTo>
                  <a:cubicBezTo>
                    <a:pt x="35" y="20"/>
                    <a:pt x="31" y="15"/>
                    <a:pt x="28" y="13"/>
                  </a:cubicBezTo>
                  <a:cubicBezTo>
                    <a:pt x="24" y="9"/>
                    <a:pt x="20" y="11"/>
                    <a:pt x="21" y="15"/>
                  </a:cubicBezTo>
                  <a:cubicBezTo>
                    <a:pt x="25" y="18"/>
                    <a:pt x="28" y="21"/>
                    <a:pt x="32" y="24"/>
                  </a:cubicBezTo>
                  <a:cubicBezTo>
                    <a:pt x="36" y="28"/>
                    <a:pt x="32" y="33"/>
                    <a:pt x="27" y="31"/>
                  </a:cubicBezTo>
                  <a:cubicBezTo>
                    <a:pt x="21" y="27"/>
                    <a:pt x="15" y="23"/>
                    <a:pt x="9" y="20"/>
                  </a:cubicBezTo>
                  <a:cubicBezTo>
                    <a:pt x="2" y="16"/>
                    <a:pt x="0" y="20"/>
                    <a:pt x="1" y="23"/>
                  </a:cubicBezTo>
                  <a:cubicBezTo>
                    <a:pt x="7" y="33"/>
                    <a:pt x="33" y="29"/>
                    <a:pt x="33" y="47"/>
                  </a:cubicBezTo>
                  <a:cubicBezTo>
                    <a:pt x="34" y="56"/>
                    <a:pt x="31" y="67"/>
                    <a:pt x="27" y="74"/>
                  </a:cubicBezTo>
                  <a:cubicBezTo>
                    <a:pt x="26" y="82"/>
                    <a:pt x="35" y="83"/>
                    <a:pt x="36" y="77"/>
                  </a:cubicBezTo>
                  <a:cubicBezTo>
                    <a:pt x="38" y="68"/>
                    <a:pt x="39" y="59"/>
                    <a:pt x="40" y="50"/>
                  </a:cubicBezTo>
                  <a:cubicBezTo>
                    <a:pt x="41" y="46"/>
                    <a:pt x="44" y="46"/>
                    <a:pt x="46" y="49"/>
                  </a:cubicBezTo>
                  <a:cubicBezTo>
                    <a:pt x="50" y="52"/>
                    <a:pt x="45" y="61"/>
                    <a:pt x="49" y="65"/>
                  </a:cubicBezTo>
                  <a:cubicBezTo>
                    <a:pt x="51" y="69"/>
                    <a:pt x="54" y="66"/>
                    <a:pt x="54" y="62"/>
                  </a:cubicBezTo>
                  <a:cubicBezTo>
                    <a:pt x="54" y="57"/>
                    <a:pt x="54" y="52"/>
                    <a:pt x="54" y="47"/>
                  </a:cubicBezTo>
                  <a:cubicBezTo>
                    <a:pt x="54" y="45"/>
                    <a:pt x="55" y="44"/>
                    <a:pt x="57" y="45"/>
                  </a:cubicBezTo>
                  <a:cubicBezTo>
                    <a:pt x="60" y="48"/>
                    <a:pt x="55" y="63"/>
                    <a:pt x="59" y="67"/>
                  </a:cubicBezTo>
                  <a:cubicBezTo>
                    <a:pt x="63" y="70"/>
                    <a:pt x="67" y="69"/>
                    <a:pt x="66" y="64"/>
                  </a:cubicBezTo>
                  <a:cubicBezTo>
                    <a:pt x="63" y="54"/>
                    <a:pt x="64" y="45"/>
                    <a:pt x="65" y="37"/>
                  </a:cubicBezTo>
                  <a:cubicBezTo>
                    <a:pt x="65" y="35"/>
                    <a:pt x="64" y="33"/>
                    <a:pt x="65" y="31"/>
                  </a:cubicBezTo>
                  <a:cubicBezTo>
                    <a:pt x="65" y="25"/>
                    <a:pt x="76" y="20"/>
                    <a:pt x="57" y="20"/>
                  </a:cubicBezTo>
                  <a:close/>
                  <a:moveTo>
                    <a:pt x="41" y="28"/>
                  </a:moveTo>
                  <a:cubicBezTo>
                    <a:pt x="43" y="28"/>
                    <a:pt x="48" y="27"/>
                    <a:pt x="51" y="25"/>
                  </a:cubicBezTo>
                  <a:cubicBezTo>
                    <a:pt x="53" y="23"/>
                    <a:pt x="57" y="26"/>
                    <a:pt x="58" y="31"/>
                  </a:cubicBezTo>
                  <a:cubicBezTo>
                    <a:pt x="58" y="34"/>
                    <a:pt x="57" y="37"/>
                    <a:pt x="54" y="39"/>
                  </a:cubicBezTo>
                  <a:cubicBezTo>
                    <a:pt x="49" y="43"/>
                    <a:pt x="45" y="43"/>
                    <a:pt x="41" y="39"/>
                  </a:cubicBezTo>
                  <a:cubicBezTo>
                    <a:pt x="40" y="34"/>
                    <a:pt x="40" y="30"/>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îṧľïḑé">
              <a:extLst>
                <a:ext uri="{FF2B5EF4-FFF2-40B4-BE49-F238E27FC236}">
                  <a16:creationId xmlns:a16="http://schemas.microsoft.com/office/drawing/2014/main" id="{BA3E747F-0C2A-153C-CE2A-819DC93E8CB5}"/>
                </a:ext>
              </a:extLst>
            </p:cNvPr>
            <p:cNvSpPr/>
            <p:nvPr/>
          </p:nvSpPr>
          <p:spPr bwMode="auto">
            <a:xfrm>
              <a:off x="3054350" y="2955926"/>
              <a:ext cx="228600" cy="271463"/>
            </a:xfrm>
            <a:custGeom>
              <a:avLst/>
              <a:gdLst>
                <a:gd name="T0" fmla="*/ 29 w 69"/>
                <a:gd name="T1" fmla="*/ 79 h 82"/>
                <a:gd name="T2" fmla="*/ 24 w 69"/>
                <a:gd name="T3" fmla="*/ 39 h 82"/>
                <a:gd name="T4" fmla="*/ 14 w 69"/>
                <a:gd name="T5" fmla="*/ 35 h 82"/>
                <a:gd name="T6" fmla="*/ 9 w 69"/>
                <a:gd name="T7" fmla="*/ 30 h 82"/>
                <a:gd name="T8" fmla="*/ 16 w 69"/>
                <a:gd name="T9" fmla="*/ 14 h 82"/>
                <a:gd name="T10" fmla="*/ 34 w 69"/>
                <a:gd name="T11" fmla="*/ 7 h 82"/>
                <a:gd name="T12" fmla="*/ 37 w 69"/>
                <a:gd name="T13" fmla="*/ 28 h 82"/>
                <a:gd name="T14" fmla="*/ 68 w 69"/>
                <a:gd name="T15" fmla="*/ 16 h 82"/>
                <a:gd name="T16" fmla="*/ 27 w 69"/>
                <a:gd name="T17" fmla="*/ 53 h 82"/>
                <a:gd name="T18" fmla="*/ 52 w 69"/>
                <a:gd name="T19" fmla="*/ 61 h 82"/>
                <a:gd name="T20" fmla="*/ 59 w 69"/>
                <a:gd name="T21" fmla="*/ 44 h 82"/>
                <a:gd name="T22" fmla="*/ 53 w 69"/>
                <a:gd name="T23" fmla="*/ 42 h 82"/>
                <a:gd name="T24" fmla="*/ 44 w 69"/>
                <a:gd name="T25" fmla="*/ 30 h 82"/>
                <a:gd name="T26" fmla="*/ 43 w 69"/>
                <a:gd name="T27" fmla="*/ 50 h 82"/>
                <a:gd name="T28" fmla="*/ 36 w 69"/>
                <a:gd name="T29" fmla="*/ 61 h 82"/>
                <a:gd name="T30" fmla="*/ 52 w 69"/>
                <a:gd name="T31" fmla="*/ 61 h 82"/>
                <a:gd name="T32" fmla="*/ 38 w 69"/>
                <a:gd name="T33" fmla="*/ 46 h 82"/>
                <a:gd name="T34" fmla="*/ 46 w 69"/>
                <a:gd name="T35" fmla="*/ 40 h 82"/>
                <a:gd name="T36" fmla="*/ 17 w 69"/>
                <a:gd name="T37" fmla="*/ 48 h 82"/>
                <a:gd name="T38" fmla="*/ 14 w 69"/>
                <a:gd name="T39" fmla="*/ 44 h 82"/>
                <a:gd name="T40" fmla="*/ 8 w 69"/>
                <a:gd name="T41" fmla="*/ 48 h 82"/>
                <a:gd name="T42" fmla="*/ 5 w 69"/>
                <a:gd name="T43" fmla="*/ 37 h 82"/>
                <a:gd name="T44" fmla="*/ 3 w 69"/>
                <a:gd name="T45" fmla="*/ 55 h 82"/>
                <a:gd name="T46" fmla="*/ 22 w 69"/>
                <a:gd name="T47" fmla="*/ 45 h 82"/>
                <a:gd name="T48" fmla="*/ 17 w 69"/>
                <a:gd name="T49" fmla="*/ 48 h 82"/>
                <a:gd name="T50" fmla="*/ 17 w 69"/>
                <a:gd name="T51" fmla="*/ 25 h 82"/>
                <a:gd name="T52" fmla="*/ 24 w 69"/>
                <a:gd name="T53" fmla="*/ 27 h 82"/>
                <a:gd name="T54" fmla="*/ 32 w 69"/>
                <a:gd name="T55" fmla="*/ 21 h 82"/>
                <a:gd name="T56" fmla="*/ 31 w 69"/>
                <a:gd name="T57" fmla="*/ 16 h 82"/>
                <a:gd name="T58" fmla="*/ 26 w 69"/>
                <a:gd name="T59" fmla="*/ 16 h 82"/>
                <a:gd name="T60" fmla="*/ 22 w 69"/>
                <a:gd name="T61" fmla="*/ 13 h 82"/>
                <a:gd name="T62" fmla="*/ 17 w 69"/>
                <a:gd name="T63" fmla="*/ 21 h 82"/>
                <a:gd name="T64" fmla="*/ 26 w 69"/>
                <a:gd name="T65" fmla="*/ 37 h 82"/>
                <a:gd name="T66" fmla="*/ 31 w 69"/>
                <a:gd name="T67"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82">
                  <a:moveTo>
                    <a:pt x="32" y="72"/>
                  </a:moveTo>
                  <a:cubicBezTo>
                    <a:pt x="35" y="77"/>
                    <a:pt x="36" y="82"/>
                    <a:pt x="29" y="79"/>
                  </a:cubicBezTo>
                  <a:cubicBezTo>
                    <a:pt x="15" y="67"/>
                    <a:pt x="21" y="56"/>
                    <a:pt x="26" y="44"/>
                  </a:cubicBezTo>
                  <a:cubicBezTo>
                    <a:pt x="26" y="42"/>
                    <a:pt x="26" y="41"/>
                    <a:pt x="24" y="39"/>
                  </a:cubicBezTo>
                  <a:cubicBezTo>
                    <a:pt x="22" y="38"/>
                    <a:pt x="22" y="39"/>
                    <a:pt x="20" y="39"/>
                  </a:cubicBezTo>
                  <a:cubicBezTo>
                    <a:pt x="15" y="41"/>
                    <a:pt x="16" y="41"/>
                    <a:pt x="14" y="35"/>
                  </a:cubicBezTo>
                  <a:cubicBezTo>
                    <a:pt x="14" y="33"/>
                    <a:pt x="12" y="34"/>
                    <a:pt x="10" y="34"/>
                  </a:cubicBezTo>
                  <a:cubicBezTo>
                    <a:pt x="7" y="34"/>
                    <a:pt x="7" y="33"/>
                    <a:pt x="9" y="30"/>
                  </a:cubicBezTo>
                  <a:cubicBezTo>
                    <a:pt x="12" y="28"/>
                    <a:pt x="13" y="25"/>
                    <a:pt x="13" y="21"/>
                  </a:cubicBezTo>
                  <a:cubicBezTo>
                    <a:pt x="14" y="19"/>
                    <a:pt x="15" y="16"/>
                    <a:pt x="16" y="14"/>
                  </a:cubicBezTo>
                  <a:cubicBezTo>
                    <a:pt x="18" y="11"/>
                    <a:pt x="20" y="7"/>
                    <a:pt x="22" y="4"/>
                  </a:cubicBezTo>
                  <a:cubicBezTo>
                    <a:pt x="25" y="2"/>
                    <a:pt x="27" y="0"/>
                    <a:pt x="34" y="7"/>
                  </a:cubicBezTo>
                  <a:cubicBezTo>
                    <a:pt x="42" y="13"/>
                    <a:pt x="38" y="21"/>
                    <a:pt x="33" y="28"/>
                  </a:cubicBezTo>
                  <a:cubicBezTo>
                    <a:pt x="33" y="30"/>
                    <a:pt x="35" y="29"/>
                    <a:pt x="37" y="28"/>
                  </a:cubicBezTo>
                  <a:cubicBezTo>
                    <a:pt x="41" y="20"/>
                    <a:pt x="47" y="13"/>
                    <a:pt x="57" y="12"/>
                  </a:cubicBezTo>
                  <a:cubicBezTo>
                    <a:pt x="63" y="12"/>
                    <a:pt x="67" y="11"/>
                    <a:pt x="68" y="16"/>
                  </a:cubicBezTo>
                  <a:cubicBezTo>
                    <a:pt x="69" y="19"/>
                    <a:pt x="68" y="20"/>
                    <a:pt x="60" y="20"/>
                  </a:cubicBezTo>
                  <a:cubicBezTo>
                    <a:pt x="50" y="18"/>
                    <a:pt x="34" y="30"/>
                    <a:pt x="27" y="53"/>
                  </a:cubicBezTo>
                  <a:cubicBezTo>
                    <a:pt x="26" y="62"/>
                    <a:pt x="27" y="68"/>
                    <a:pt x="32" y="72"/>
                  </a:cubicBezTo>
                  <a:close/>
                  <a:moveTo>
                    <a:pt x="52" y="61"/>
                  </a:moveTo>
                  <a:cubicBezTo>
                    <a:pt x="52" y="68"/>
                    <a:pt x="58" y="63"/>
                    <a:pt x="59" y="59"/>
                  </a:cubicBezTo>
                  <a:cubicBezTo>
                    <a:pt x="60" y="52"/>
                    <a:pt x="54" y="48"/>
                    <a:pt x="59" y="44"/>
                  </a:cubicBezTo>
                  <a:cubicBezTo>
                    <a:pt x="66" y="23"/>
                    <a:pt x="55" y="25"/>
                    <a:pt x="55" y="30"/>
                  </a:cubicBezTo>
                  <a:cubicBezTo>
                    <a:pt x="56" y="34"/>
                    <a:pt x="55" y="38"/>
                    <a:pt x="53" y="42"/>
                  </a:cubicBezTo>
                  <a:cubicBezTo>
                    <a:pt x="51" y="44"/>
                    <a:pt x="49" y="44"/>
                    <a:pt x="50" y="41"/>
                  </a:cubicBezTo>
                  <a:cubicBezTo>
                    <a:pt x="50" y="35"/>
                    <a:pt x="50" y="29"/>
                    <a:pt x="44" y="30"/>
                  </a:cubicBezTo>
                  <a:cubicBezTo>
                    <a:pt x="39" y="33"/>
                    <a:pt x="32" y="48"/>
                    <a:pt x="33" y="52"/>
                  </a:cubicBezTo>
                  <a:cubicBezTo>
                    <a:pt x="35" y="58"/>
                    <a:pt x="41" y="55"/>
                    <a:pt x="43" y="50"/>
                  </a:cubicBezTo>
                  <a:cubicBezTo>
                    <a:pt x="45" y="47"/>
                    <a:pt x="49" y="51"/>
                    <a:pt x="46" y="53"/>
                  </a:cubicBezTo>
                  <a:cubicBezTo>
                    <a:pt x="41" y="56"/>
                    <a:pt x="38" y="58"/>
                    <a:pt x="36" y="61"/>
                  </a:cubicBezTo>
                  <a:cubicBezTo>
                    <a:pt x="34" y="69"/>
                    <a:pt x="43" y="65"/>
                    <a:pt x="45" y="61"/>
                  </a:cubicBezTo>
                  <a:cubicBezTo>
                    <a:pt x="49" y="54"/>
                    <a:pt x="51" y="56"/>
                    <a:pt x="52" y="61"/>
                  </a:cubicBezTo>
                  <a:close/>
                  <a:moveTo>
                    <a:pt x="42" y="38"/>
                  </a:moveTo>
                  <a:cubicBezTo>
                    <a:pt x="39" y="41"/>
                    <a:pt x="39" y="42"/>
                    <a:pt x="38" y="46"/>
                  </a:cubicBezTo>
                  <a:cubicBezTo>
                    <a:pt x="38" y="49"/>
                    <a:pt x="40" y="49"/>
                    <a:pt x="42" y="47"/>
                  </a:cubicBezTo>
                  <a:cubicBezTo>
                    <a:pt x="44" y="45"/>
                    <a:pt x="45" y="43"/>
                    <a:pt x="46" y="40"/>
                  </a:cubicBezTo>
                  <a:cubicBezTo>
                    <a:pt x="45" y="35"/>
                    <a:pt x="44" y="35"/>
                    <a:pt x="42" y="38"/>
                  </a:cubicBezTo>
                  <a:close/>
                  <a:moveTo>
                    <a:pt x="17" y="48"/>
                  </a:moveTo>
                  <a:cubicBezTo>
                    <a:pt x="17" y="50"/>
                    <a:pt x="15" y="50"/>
                    <a:pt x="15" y="50"/>
                  </a:cubicBezTo>
                  <a:cubicBezTo>
                    <a:pt x="12" y="50"/>
                    <a:pt x="13" y="46"/>
                    <a:pt x="14" y="44"/>
                  </a:cubicBezTo>
                  <a:cubicBezTo>
                    <a:pt x="15" y="42"/>
                    <a:pt x="15" y="42"/>
                    <a:pt x="14" y="41"/>
                  </a:cubicBezTo>
                  <a:cubicBezTo>
                    <a:pt x="11" y="38"/>
                    <a:pt x="10" y="48"/>
                    <a:pt x="8" y="48"/>
                  </a:cubicBezTo>
                  <a:cubicBezTo>
                    <a:pt x="2" y="51"/>
                    <a:pt x="4" y="44"/>
                    <a:pt x="7" y="41"/>
                  </a:cubicBezTo>
                  <a:cubicBezTo>
                    <a:pt x="9" y="40"/>
                    <a:pt x="7" y="36"/>
                    <a:pt x="5" y="37"/>
                  </a:cubicBezTo>
                  <a:cubicBezTo>
                    <a:pt x="2" y="38"/>
                    <a:pt x="0" y="47"/>
                    <a:pt x="0" y="47"/>
                  </a:cubicBezTo>
                  <a:cubicBezTo>
                    <a:pt x="0" y="52"/>
                    <a:pt x="1" y="54"/>
                    <a:pt x="3" y="55"/>
                  </a:cubicBezTo>
                  <a:cubicBezTo>
                    <a:pt x="8" y="57"/>
                    <a:pt x="12" y="57"/>
                    <a:pt x="14" y="58"/>
                  </a:cubicBezTo>
                  <a:cubicBezTo>
                    <a:pt x="19" y="58"/>
                    <a:pt x="23" y="49"/>
                    <a:pt x="22" y="45"/>
                  </a:cubicBezTo>
                  <a:cubicBezTo>
                    <a:pt x="22" y="42"/>
                    <a:pt x="19" y="43"/>
                    <a:pt x="18" y="44"/>
                  </a:cubicBezTo>
                  <a:cubicBezTo>
                    <a:pt x="17" y="46"/>
                    <a:pt x="17" y="48"/>
                    <a:pt x="17" y="48"/>
                  </a:cubicBezTo>
                  <a:close/>
                  <a:moveTo>
                    <a:pt x="17" y="21"/>
                  </a:moveTo>
                  <a:cubicBezTo>
                    <a:pt x="17" y="22"/>
                    <a:pt x="16" y="24"/>
                    <a:pt x="17" y="25"/>
                  </a:cubicBezTo>
                  <a:cubicBezTo>
                    <a:pt x="22" y="28"/>
                    <a:pt x="18" y="24"/>
                    <a:pt x="22" y="22"/>
                  </a:cubicBezTo>
                  <a:cubicBezTo>
                    <a:pt x="23" y="21"/>
                    <a:pt x="24" y="21"/>
                    <a:pt x="24" y="27"/>
                  </a:cubicBezTo>
                  <a:cubicBezTo>
                    <a:pt x="24" y="29"/>
                    <a:pt x="28" y="30"/>
                    <a:pt x="30" y="27"/>
                  </a:cubicBezTo>
                  <a:cubicBezTo>
                    <a:pt x="30" y="25"/>
                    <a:pt x="31" y="23"/>
                    <a:pt x="32" y="21"/>
                  </a:cubicBezTo>
                  <a:cubicBezTo>
                    <a:pt x="34" y="20"/>
                    <a:pt x="35" y="20"/>
                    <a:pt x="34" y="18"/>
                  </a:cubicBezTo>
                  <a:cubicBezTo>
                    <a:pt x="33" y="16"/>
                    <a:pt x="32" y="15"/>
                    <a:pt x="31" y="16"/>
                  </a:cubicBezTo>
                  <a:cubicBezTo>
                    <a:pt x="29" y="17"/>
                    <a:pt x="30" y="19"/>
                    <a:pt x="28" y="19"/>
                  </a:cubicBezTo>
                  <a:cubicBezTo>
                    <a:pt x="26" y="20"/>
                    <a:pt x="26" y="18"/>
                    <a:pt x="26" y="16"/>
                  </a:cubicBezTo>
                  <a:cubicBezTo>
                    <a:pt x="26" y="16"/>
                    <a:pt x="27" y="15"/>
                    <a:pt x="27" y="14"/>
                  </a:cubicBezTo>
                  <a:cubicBezTo>
                    <a:pt x="29" y="9"/>
                    <a:pt x="24" y="9"/>
                    <a:pt x="22" y="13"/>
                  </a:cubicBezTo>
                  <a:cubicBezTo>
                    <a:pt x="21" y="14"/>
                    <a:pt x="20" y="15"/>
                    <a:pt x="19" y="16"/>
                  </a:cubicBezTo>
                  <a:cubicBezTo>
                    <a:pt x="18" y="19"/>
                    <a:pt x="17" y="18"/>
                    <a:pt x="17" y="21"/>
                  </a:cubicBezTo>
                  <a:close/>
                  <a:moveTo>
                    <a:pt x="27" y="33"/>
                  </a:moveTo>
                  <a:cubicBezTo>
                    <a:pt x="26" y="35"/>
                    <a:pt x="25" y="36"/>
                    <a:pt x="26" y="37"/>
                  </a:cubicBezTo>
                  <a:cubicBezTo>
                    <a:pt x="26" y="39"/>
                    <a:pt x="27" y="39"/>
                    <a:pt x="28" y="39"/>
                  </a:cubicBezTo>
                  <a:cubicBezTo>
                    <a:pt x="30" y="38"/>
                    <a:pt x="30" y="37"/>
                    <a:pt x="31" y="35"/>
                  </a:cubicBezTo>
                  <a:cubicBezTo>
                    <a:pt x="32" y="32"/>
                    <a:pt x="31" y="32"/>
                    <a:pt x="27"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íṧľiḍê">
              <a:extLst>
                <a:ext uri="{FF2B5EF4-FFF2-40B4-BE49-F238E27FC236}">
                  <a16:creationId xmlns:a16="http://schemas.microsoft.com/office/drawing/2014/main" id="{3162E87A-8940-3C13-CADB-8308E0C0DD52}"/>
                </a:ext>
              </a:extLst>
            </p:cNvPr>
            <p:cNvSpPr/>
            <p:nvPr/>
          </p:nvSpPr>
          <p:spPr bwMode="auto">
            <a:xfrm>
              <a:off x="4991100" y="3776663"/>
              <a:ext cx="198438" cy="207963"/>
            </a:xfrm>
            <a:custGeom>
              <a:avLst/>
              <a:gdLst>
                <a:gd name="T0" fmla="*/ 123 w 125"/>
                <a:gd name="T1" fmla="*/ 0 h 131"/>
                <a:gd name="T2" fmla="*/ 91 w 125"/>
                <a:gd name="T3" fmla="*/ 0 h 131"/>
                <a:gd name="T4" fmla="*/ 64 w 125"/>
                <a:gd name="T5" fmla="*/ 46 h 131"/>
                <a:gd name="T6" fmla="*/ 37 w 125"/>
                <a:gd name="T7" fmla="*/ 0 h 131"/>
                <a:gd name="T8" fmla="*/ 2 w 125"/>
                <a:gd name="T9" fmla="*/ 0 h 131"/>
                <a:gd name="T10" fmla="*/ 46 w 125"/>
                <a:gd name="T11" fmla="*/ 64 h 131"/>
                <a:gd name="T12" fmla="*/ 0 w 125"/>
                <a:gd name="T13" fmla="*/ 131 h 131"/>
                <a:gd name="T14" fmla="*/ 29 w 125"/>
                <a:gd name="T15" fmla="*/ 131 h 131"/>
                <a:gd name="T16" fmla="*/ 60 w 125"/>
                <a:gd name="T17" fmla="*/ 81 h 131"/>
                <a:gd name="T18" fmla="*/ 89 w 125"/>
                <a:gd name="T19" fmla="*/ 131 h 131"/>
                <a:gd name="T20" fmla="*/ 125 w 125"/>
                <a:gd name="T21" fmla="*/ 131 h 131"/>
                <a:gd name="T22" fmla="*/ 79 w 125"/>
                <a:gd name="T23" fmla="*/ 64 h 131"/>
                <a:gd name="T24" fmla="*/ 123 w 125"/>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31">
                  <a:moveTo>
                    <a:pt x="123" y="0"/>
                  </a:moveTo>
                  <a:lnTo>
                    <a:pt x="91" y="0"/>
                  </a:lnTo>
                  <a:lnTo>
                    <a:pt x="64" y="46"/>
                  </a:lnTo>
                  <a:lnTo>
                    <a:pt x="37" y="0"/>
                  </a:lnTo>
                  <a:lnTo>
                    <a:pt x="2" y="0"/>
                  </a:lnTo>
                  <a:lnTo>
                    <a:pt x="46" y="64"/>
                  </a:lnTo>
                  <a:lnTo>
                    <a:pt x="0" y="131"/>
                  </a:lnTo>
                  <a:lnTo>
                    <a:pt x="29" y="131"/>
                  </a:lnTo>
                  <a:lnTo>
                    <a:pt x="60" y="81"/>
                  </a:lnTo>
                  <a:lnTo>
                    <a:pt x="89" y="131"/>
                  </a:lnTo>
                  <a:lnTo>
                    <a:pt x="125" y="131"/>
                  </a:lnTo>
                  <a:lnTo>
                    <a:pt x="79" y="64"/>
                  </a:lnTo>
                  <a:lnTo>
                    <a:pt x="1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išlîdê">
              <a:extLst>
                <a:ext uri="{FF2B5EF4-FFF2-40B4-BE49-F238E27FC236}">
                  <a16:creationId xmlns:a16="http://schemas.microsoft.com/office/drawing/2014/main" id="{F0A6F722-8B00-092F-9BF0-9646C8AA9960}"/>
                </a:ext>
              </a:extLst>
            </p:cNvPr>
            <p:cNvSpPr/>
            <p:nvPr/>
          </p:nvSpPr>
          <p:spPr bwMode="auto">
            <a:xfrm>
              <a:off x="5211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6" name="íṣḻîḋê">
              <a:extLst>
                <a:ext uri="{FF2B5EF4-FFF2-40B4-BE49-F238E27FC236}">
                  <a16:creationId xmlns:a16="http://schemas.microsoft.com/office/drawing/2014/main" id="{0EADD03F-274F-233E-8524-4DFCEFD90153}"/>
                </a:ext>
              </a:extLst>
            </p:cNvPr>
            <p:cNvSpPr/>
            <p:nvPr/>
          </p:nvSpPr>
          <p:spPr bwMode="auto">
            <a:xfrm>
              <a:off x="5287963" y="3776663"/>
              <a:ext cx="39688"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 name="ï$ľiḑé">
              <a:extLst>
                <a:ext uri="{FF2B5EF4-FFF2-40B4-BE49-F238E27FC236}">
                  <a16:creationId xmlns:a16="http://schemas.microsoft.com/office/drawing/2014/main" id="{9AD2FFAA-6D9A-7C9F-3038-9B4F082E3917}"/>
                </a:ext>
              </a:extLst>
            </p:cNvPr>
            <p:cNvSpPr/>
            <p:nvPr/>
          </p:nvSpPr>
          <p:spPr bwMode="auto">
            <a:xfrm>
              <a:off x="5343525" y="3776663"/>
              <a:ext cx="201613" cy="207963"/>
            </a:xfrm>
            <a:custGeom>
              <a:avLst/>
              <a:gdLst>
                <a:gd name="T0" fmla="*/ 48 w 127"/>
                <a:gd name="T1" fmla="*/ 0 h 131"/>
                <a:gd name="T2" fmla="*/ 0 w 127"/>
                <a:gd name="T3" fmla="*/ 131 h 131"/>
                <a:gd name="T4" fmla="*/ 27 w 127"/>
                <a:gd name="T5" fmla="*/ 131 h 131"/>
                <a:gd name="T6" fmla="*/ 38 w 127"/>
                <a:gd name="T7" fmla="*/ 104 h 131"/>
                <a:gd name="T8" fmla="*/ 90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3 w 127"/>
                <a:gd name="T21" fmla="*/ 25 h 131"/>
                <a:gd name="T22" fmla="*/ 65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8" y="104"/>
                  </a:lnTo>
                  <a:lnTo>
                    <a:pt x="90" y="104"/>
                  </a:lnTo>
                  <a:lnTo>
                    <a:pt x="98" y="131"/>
                  </a:lnTo>
                  <a:lnTo>
                    <a:pt x="127" y="131"/>
                  </a:lnTo>
                  <a:lnTo>
                    <a:pt x="81" y="0"/>
                  </a:lnTo>
                  <a:lnTo>
                    <a:pt x="48" y="0"/>
                  </a:lnTo>
                  <a:close/>
                  <a:moveTo>
                    <a:pt x="44" y="81"/>
                  </a:moveTo>
                  <a:lnTo>
                    <a:pt x="63" y="25"/>
                  </a:lnTo>
                  <a:lnTo>
                    <a:pt x="65"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îs1ïdè">
              <a:extLst>
                <a:ext uri="{FF2B5EF4-FFF2-40B4-BE49-F238E27FC236}">
                  <a16:creationId xmlns:a16="http://schemas.microsoft.com/office/drawing/2014/main" id="{5CA24AA4-B1E1-B0F5-7F98-47721E58546F}"/>
                </a:ext>
              </a:extLst>
            </p:cNvPr>
            <p:cNvSpPr/>
            <p:nvPr/>
          </p:nvSpPr>
          <p:spPr bwMode="auto">
            <a:xfrm>
              <a:off x="5568950"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4 w 118"/>
                <a:gd name="T11" fmla="*/ 131 h 131"/>
                <a:gd name="T12" fmla="*/ 24 w 118"/>
                <a:gd name="T13" fmla="*/ 23 h 131"/>
                <a:gd name="T14" fmla="*/ 27 w 118"/>
                <a:gd name="T15" fmla="*/ 23 h 131"/>
                <a:gd name="T16" fmla="*/ 76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4" y="131"/>
                  </a:lnTo>
                  <a:lnTo>
                    <a:pt x="24" y="23"/>
                  </a:lnTo>
                  <a:lnTo>
                    <a:pt x="27" y="23"/>
                  </a:lnTo>
                  <a:lnTo>
                    <a:pt x="76"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íṥḷiḓe">
              <a:extLst>
                <a:ext uri="{FF2B5EF4-FFF2-40B4-BE49-F238E27FC236}">
                  <a16:creationId xmlns:a16="http://schemas.microsoft.com/office/drawing/2014/main" id="{6A80DE14-4E1E-2183-CAD6-724BFBFD012B}"/>
                </a:ext>
              </a:extLst>
            </p:cNvPr>
            <p:cNvSpPr/>
            <p:nvPr/>
          </p:nvSpPr>
          <p:spPr bwMode="auto">
            <a:xfrm>
              <a:off x="5854700" y="3776663"/>
              <a:ext cx="139700" cy="211138"/>
            </a:xfrm>
            <a:custGeom>
              <a:avLst/>
              <a:gdLst>
                <a:gd name="T0" fmla="*/ 29 w 42"/>
                <a:gd name="T1" fmla="*/ 42 h 64"/>
                <a:gd name="T2" fmla="*/ 29 w 42"/>
                <a:gd name="T3" fmla="*/ 43 h 64"/>
                <a:gd name="T4" fmla="*/ 21 w 42"/>
                <a:gd name="T5" fmla="*/ 55 h 64"/>
                <a:gd name="T6" fmla="*/ 13 w 42"/>
                <a:gd name="T7" fmla="*/ 43 h 64"/>
                <a:gd name="T8" fmla="*/ 0 w 42"/>
                <a:gd name="T9" fmla="*/ 43 h 64"/>
                <a:gd name="T10" fmla="*/ 21 w 42"/>
                <a:gd name="T11" fmla="*/ 64 h 64"/>
                <a:gd name="T12" fmla="*/ 42 w 42"/>
                <a:gd name="T13" fmla="*/ 43 h 64"/>
                <a:gd name="T14" fmla="*/ 42 w 42"/>
                <a:gd name="T15" fmla="*/ 0 h 64"/>
                <a:gd name="T16" fmla="*/ 29 w 42"/>
                <a:gd name="T17" fmla="*/ 0 h 64"/>
                <a:gd name="T18" fmla="*/ 29 w 42"/>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64">
                  <a:moveTo>
                    <a:pt x="29" y="42"/>
                  </a:moveTo>
                  <a:cubicBezTo>
                    <a:pt x="29" y="42"/>
                    <a:pt x="29" y="43"/>
                    <a:pt x="29" y="43"/>
                  </a:cubicBezTo>
                  <a:cubicBezTo>
                    <a:pt x="28" y="51"/>
                    <a:pt x="26" y="55"/>
                    <a:pt x="21" y="55"/>
                  </a:cubicBezTo>
                  <a:cubicBezTo>
                    <a:pt x="16" y="55"/>
                    <a:pt x="13" y="51"/>
                    <a:pt x="13" y="43"/>
                  </a:cubicBezTo>
                  <a:cubicBezTo>
                    <a:pt x="0" y="43"/>
                    <a:pt x="0" y="43"/>
                    <a:pt x="0" y="43"/>
                  </a:cubicBezTo>
                  <a:cubicBezTo>
                    <a:pt x="0" y="57"/>
                    <a:pt x="8" y="64"/>
                    <a:pt x="21" y="64"/>
                  </a:cubicBezTo>
                  <a:cubicBezTo>
                    <a:pt x="35" y="64"/>
                    <a:pt x="42" y="56"/>
                    <a:pt x="42" y="43"/>
                  </a:cubicBezTo>
                  <a:cubicBezTo>
                    <a:pt x="42" y="0"/>
                    <a:pt x="42" y="0"/>
                    <a:pt x="42" y="0"/>
                  </a:cubicBezTo>
                  <a:cubicBezTo>
                    <a:pt x="29" y="0"/>
                    <a:pt x="29" y="0"/>
                    <a:pt x="29" y="0"/>
                  </a:cubicBezTo>
                  <a:lnTo>
                    <a:pt x="29"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íŝḷïdê">
              <a:extLst>
                <a:ext uri="{FF2B5EF4-FFF2-40B4-BE49-F238E27FC236}">
                  <a16:creationId xmlns:a16="http://schemas.microsoft.com/office/drawing/2014/main" id="{EB4EFC0F-55C2-38F4-306F-67DB267DCC77}"/>
                </a:ext>
              </a:extLst>
            </p:cNvPr>
            <p:cNvSpPr/>
            <p:nvPr/>
          </p:nvSpPr>
          <p:spPr bwMode="auto">
            <a:xfrm>
              <a:off x="6029325"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1" name="íŝļïḓé">
              <a:extLst>
                <a:ext uri="{FF2B5EF4-FFF2-40B4-BE49-F238E27FC236}">
                  <a16:creationId xmlns:a16="http://schemas.microsoft.com/office/drawing/2014/main" id="{E01B413C-5FC1-4FA2-74B1-17B765B3B4F2}"/>
                </a:ext>
              </a:extLst>
            </p:cNvPr>
            <p:cNvSpPr/>
            <p:nvPr/>
          </p:nvSpPr>
          <p:spPr bwMode="auto">
            <a:xfrm>
              <a:off x="6096000" y="3776663"/>
              <a:ext cx="201613" cy="207963"/>
            </a:xfrm>
            <a:custGeom>
              <a:avLst/>
              <a:gdLst>
                <a:gd name="T0" fmla="*/ 48 w 127"/>
                <a:gd name="T1" fmla="*/ 0 h 131"/>
                <a:gd name="T2" fmla="*/ 0 w 127"/>
                <a:gd name="T3" fmla="*/ 131 h 131"/>
                <a:gd name="T4" fmla="*/ 27 w 127"/>
                <a:gd name="T5" fmla="*/ 131 h 131"/>
                <a:gd name="T6" fmla="*/ 37 w 127"/>
                <a:gd name="T7" fmla="*/ 104 h 131"/>
                <a:gd name="T8" fmla="*/ 89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2 w 127"/>
                <a:gd name="T21" fmla="*/ 25 h 131"/>
                <a:gd name="T22" fmla="*/ 64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7" y="104"/>
                  </a:lnTo>
                  <a:lnTo>
                    <a:pt x="89" y="104"/>
                  </a:lnTo>
                  <a:lnTo>
                    <a:pt x="98" y="131"/>
                  </a:lnTo>
                  <a:lnTo>
                    <a:pt x="127" y="131"/>
                  </a:lnTo>
                  <a:lnTo>
                    <a:pt x="81" y="0"/>
                  </a:lnTo>
                  <a:lnTo>
                    <a:pt x="48" y="0"/>
                  </a:lnTo>
                  <a:close/>
                  <a:moveTo>
                    <a:pt x="44" y="81"/>
                  </a:moveTo>
                  <a:lnTo>
                    <a:pt x="62" y="25"/>
                  </a:lnTo>
                  <a:lnTo>
                    <a:pt x="64"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iSľîdè">
              <a:extLst>
                <a:ext uri="{FF2B5EF4-FFF2-40B4-BE49-F238E27FC236}">
                  <a16:creationId xmlns:a16="http://schemas.microsoft.com/office/drawing/2014/main" id="{3EBC3AA0-5B35-0D5C-C08E-D4FB38C2066F}"/>
                </a:ext>
              </a:extLst>
            </p:cNvPr>
            <p:cNvSpPr/>
            <p:nvPr/>
          </p:nvSpPr>
          <p:spPr bwMode="auto">
            <a:xfrm>
              <a:off x="6313488"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0" y="0"/>
                    <a:pt x="0" y="11"/>
                    <a:pt x="0" y="33"/>
                  </a:cubicBezTo>
                  <a:cubicBezTo>
                    <a:pt x="0" y="54"/>
                    <a:pt x="10" y="65"/>
                    <a:pt x="30" y="65"/>
                  </a:cubicBezTo>
                  <a:cubicBezTo>
                    <a:pt x="49" y="65"/>
                    <a:pt x="59" y="54"/>
                    <a:pt x="60" y="33"/>
                  </a:cubicBezTo>
                  <a:cubicBezTo>
                    <a:pt x="59" y="11"/>
                    <a:pt x="49" y="0"/>
                    <a:pt x="30" y="0"/>
                  </a:cubicBezTo>
                  <a:close/>
                  <a:moveTo>
                    <a:pt x="30" y="56"/>
                  </a:moveTo>
                  <a:cubicBezTo>
                    <a:pt x="19" y="56"/>
                    <a:pt x="14" y="48"/>
                    <a:pt x="14" y="33"/>
                  </a:cubicBezTo>
                  <a:cubicBezTo>
                    <a:pt x="14" y="17"/>
                    <a:pt x="19" y="10"/>
                    <a:pt x="30" y="10"/>
                  </a:cubicBezTo>
                  <a:cubicBezTo>
                    <a:pt x="40" y="10"/>
                    <a:pt x="46" y="17"/>
                    <a:pt x="46" y="33"/>
                  </a:cubicBezTo>
                  <a:cubicBezTo>
                    <a:pt x="46" y="48"/>
                    <a:pt x="40"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islïḑe">
              <a:extLst>
                <a:ext uri="{FF2B5EF4-FFF2-40B4-BE49-F238E27FC236}">
                  <a16:creationId xmlns:a16="http://schemas.microsoft.com/office/drawing/2014/main" id="{CCC66EFE-1180-952B-790E-34BF2E42020F}"/>
                </a:ext>
              </a:extLst>
            </p:cNvPr>
            <p:cNvSpPr/>
            <p:nvPr/>
          </p:nvSpPr>
          <p:spPr bwMode="auto">
            <a:xfrm>
              <a:off x="6527800" y="3776663"/>
              <a:ext cx="168275" cy="207963"/>
            </a:xfrm>
            <a:custGeom>
              <a:avLst/>
              <a:gdLst>
                <a:gd name="T0" fmla="*/ 0 w 106"/>
                <a:gd name="T1" fmla="*/ 23 h 131"/>
                <a:gd name="T2" fmla="*/ 40 w 106"/>
                <a:gd name="T3" fmla="*/ 23 h 131"/>
                <a:gd name="T4" fmla="*/ 40 w 106"/>
                <a:gd name="T5" fmla="*/ 131 h 131"/>
                <a:gd name="T6" fmla="*/ 67 w 106"/>
                <a:gd name="T7" fmla="*/ 131 h 131"/>
                <a:gd name="T8" fmla="*/ 67 w 106"/>
                <a:gd name="T9" fmla="*/ 23 h 131"/>
                <a:gd name="T10" fmla="*/ 106 w 106"/>
                <a:gd name="T11" fmla="*/ 23 h 131"/>
                <a:gd name="T12" fmla="*/ 106 w 106"/>
                <a:gd name="T13" fmla="*/ 0 h 131"/>
                <a:gd name="T14" fmla="*/ 0 w 106"/>
                <a:gd name="T15" fmla="*/ 0 h 131"/>
                <a:gd name="T16" fmla="*/ 0 w 106"/>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31">
                  <a:moveTo>
                    <a:pt x="0" y="23"/>
                  </a:moveTo>
                  <a:lnTo>
                    <a:pt x="40" y="23"/>
                  </a:lnTo>
                  <a:lnTo>
                    <a:pt x="40" y="131"/>
                  </a:lnTo>
                  <a:lnTo>
                    <a:pt x="67" y="131"/>
                  </a:lnTo>
                  <a:lnTo>
                    <a:pt x="67" y="23"/>
                  </a:lnTo>
                  <a:lnTo>
                    <a:pt x="106" y="23"/>
                  </a:lnTo>
                  <a:lnTo>
                    <a:pt x="106"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ïṡḻiḋé">
              <a:extLst>
                <a:ext uri="{FF2B5EF4-FFF2-40B4-BE49-F238E27FC236}">
                  <a16:creationId xmlns:a16="http://schemas.microsoft.com/office/drawing/2014/main" id="{957AA841-3FF2-9C7F-A64B-91DE7117369C}"/>
                </a:ext>
              </a:extLst>
            </p:cNvPr>
            <p:cNvSpPr/>
            <p:nvPr/>
          </p:nvSpPr>
          <p:spPr bwMode="auto">
            <a:xfrm>
              <a:off x="6711950"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1" y="0"/>
                    <a:pt x="1" y="11"/>
                    <a:pt x="0" y="33"/>
                  </a:cubicBezTo>
                  <a:cubicBezTo>
                    <a:pt x="0" y="54"/>
                    <a:pt x="10" y="65"/>
                    <a:pt x="30" y="65"/>
                  </a:cubicBezTo>
                  <a:cubicBezTo>
                    <a:pt x="50" y="65"/>
                    <a:pt x="60" y="54"/>
                    <a:pt x="60" y="33"/>
                  </a:cubicBezTo>
                  <a:cubicBezTo>
                    <a:pt x="60" y="11"/>
                    <a:pt x="50" y="0"/>
                    <a:pt x="30" y="0"/>
                  </a:cubicBezTo>
                  <a:close/>
                  <a:moveTo>
                    <a:pt x="30" y="56"/>
                  </a:moveTo>
                  <a:cubicBezTo>
                    <a:pt x="20" y="56"/>
                    <a:pt x="14" y="48"/>
                    <a:pt x="14" y="33"/>
                  </a:cubicBezTo>
                  <a:cubicBezTo>
                    <a:pt x="14" y="17"/>
                    <a:pt x="20" y="10"/>
                    <a:pt x="30" y="10"/>
                  </a:cubicBezTo>
                  <a:cubicBezTo>
                    <a:pt x="41" y="10"/>
                    <a:pt x="46" y="17"/>
                    <a:pt x="46" y="33"/>
                  </a:cubicBezTo>
                  <a:cubicBezTo>
                    <a:pt x="46" y="48"/>
                    <a:pt x="41"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iṩḻïdé">
              <a:extLst>
                <a:ext uri="{FF2B5EF4-FFF2-40B4-BE49-F238E27FC236}">
                  <a16:creationId xmlns:a16="http://schemas.microsoft.com/office/drawing/2014/main" id="{5C5BDA79-D1F3-C119-76C1-DD97F72F6BA1}"/>
                </a:ext>
              </a:extLst>
            </p:cNvPr>
            <p:cNvSpPr/>
            <p:nvPr/>
          </p:nvSpPr>
          <p:spPr bwMode="auto">
            <a:xfrm>
              <a:off x="6943725"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7" y="131"/>
                  </a:lnTo>
                  <a:lnTo>
                    <a:pt x="27" y="23"/>
                  </a:lnTo>
                  <a:lnTo>
                    <a:pt x="27" y="23"/>
                  </a:lnTo>
                  <a:lnTo>
                    <a:pt x="79"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iş1îďê">
              <a:extLst>
                <a:ext uri="{FF2B5EF4-FFF2-40B4-BE49-F238E27FC236}">
                  <a16:creationId xmlns:a16="http://schemas.microsoft.com/office/drawing/2014/main" id="{3BD64CF0-3C9C-4A20-F45D-E8E2F1D3FEAB}"/>
                </a:ext>
              </a:extLst>
            </p:cNvPr>
            <p:cNvSpPr/>
            <p:nvPr/>
          </p:nvSpPr>
          <p:spPr bwMode="auto">
            <a:xfrm>
              <a:off x="7161213" y="3773488"/>
              <a:ext cx="195263" cy="214313"/>
            </a:xfrm>
            <a:custGeom>
              <a:avLst/>
              <a:gdLst>
                <a:gd name="T0" fmla="*/ 32 w 59"/>
                <a:gd name="T1" fmla="*/ 10 h 65"/>
                <a:gd name="T2" fmla="*/ 44 w 59"/>
                <a:gd name="T3" fmla="*/ 20 h 65"/>
                <a:gd name="T4" fmla="*/ 59 w 59"/>
                <a:gd name="T5" fmla="*/ 20 h 65"/>
                <a:gd name="T6" fmla="*/ 29 w 59"/>
                <a:gd name="T7" fmla="*/ 0 h 65"/>
                <a:gd name="T8" fmla="*/ 0 w 59"/>
                <a:gd name="T9" fmla="*/ 33 h 65"/>
                <a:gd name="T10" fmla="*/ 29 w 59"/>
                <a:gd name="T11" fmla="*/ 65 h 65"/>
                <a:gd name="T12" fmla="*/ 44 w 59"/>
                <a:gd name="T13" fmla="*/ 64 h 65"/>
                <a:gd name="T14" fmla="*/ 58 w 59"/>
                <a:gd name="T15" fmla="*/ 62 h 65"/>
                <a:gd name="T16" fmla="*/ 58 w 59"/>
                <a:gd name="T17" fmla="*/ 31 h 65"/>
                <a:gd name="T18" fmla="*/ 32 w 59"/>
                <a:gd name="T19" fmla="*/ 31 h 65"/>
                <a:gd name="T20" fmla="*/ 32 w 59"/>
                <a:gd name="T21" fmla="*/ 41 h 65"/>
                <a:gd name="T22" fmla="*/ 44 w 59"/>
                <a:gd name="T23" fmla="*/ 41 h 65"/>
                <a:gd name="T24" fmla="*/ 44 w 59"/>
                <a:gd name="T25" fmla="*/ 54 h 65"/>
                <a:gd name="T26" fmla="*/ 44 w 59"/>
                <a:gd name="T27" fmla="*/ 54 h 65"/>
                <a:gd name="T28" fmla="*/ 32 w 59"/>
                <a:gd name="T29" fmla="*/ 56 h 65"/>
                <a:gd name="T30" fmla="*/ 14 w 59"/>
                <a:gd name="T31" fmla="*/ 33 h 65"/>
                <a:gd name="T32" fmla="*/ 32 w 59"/>
                <a:gd name="T33" fmla="*/ 1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65">
                  <a:moveTo>
                    <a:pt x="32" y="10"/>
                  </a:moveTo>
                  <a:cubicBezTo>
                    <a:pt x="40" y="10"/>
                    <a:pt x="44" y="13"/>
                    <a:pt x="44" y="20"/>
                  </a:cubicBezTo>
                  <a:cubicBezTo>
                    <a:pt x="59" y="20"/>
                    <a:pt x="59" y="20"/>
                    <a:pt x="59" y="20"/>
                  </a:cubicBezTo>
                  <a:cubicBezTo>
                    <a:pt x="59" y="7"/>
                    <a:pt x="49" y="0"/>
                    <a:pt x="29" y="0"/>
                  </a:cubicBezTo>
                  <a:cubicBezTo>
                    <a:pt x="10" y="1"/>
                    <a:pt x="0" y="12"/>
                    <a:pt x="0" y="33"/>
                  </a:cubicBezTo>
                  <a:cubicBezTo>
                    <a:pt x="0" y="53"/>
                    <a:pt x="10" y="64"/>
                    <a:pt x="29" y="65"/>
                  </a:cubicBezTo>
                  <a:cubicBezTo>
                    <a:pt x="35" y="65"/>
                    <a:pt x="40" y="65"/>
                    <a:pt x="44" y="64"/>
                  </a:cubicBezTo>
                  <a:cubicBezTo>
                    <a:pt x="48" y="64"/>
                    <a:pt x="53" y="64"/>
                    <a:pt x="58" y="62"/>
                  </a:cubicBezTo>
                  <a:cubicBezTo>
                    <a:pt x="58" y="31"/>
                    <a:pt x="58" y="31"/>
                    <a:pt x="58" y="31"/>
                  </a:cubicBezTo>
                  <a:cubicBezTo>
                    <a:pt x="32" y="31"/>
                    <a:pt x="32" y="31"/>
                    <a:pt x="32" y="31"/>
                  </a:cubicBezTo>
                  <a:cubicBezTo>
                    <a:pt x="32" y="41"/>
                    <a:pt x="32" y="41"/>
                    <a:pt x="32" y="41"/>
                  </a:cubicBezTo>
                  <a:cubicBezTo>
                    <a:pt x="44" y="41"/>
                    <a:pt x="44" y="41"/>
                    <a:pt x="44" y="41"/>
                  </a:cubicBezTo>
                  <a:cubicBezTo>
                    <a:pt x="44" y="54"/>
                    <a:pt x="44" y="54"/>
                    <a:pt x="44" y="54"/>
                  </a:cubicBezTo>
                  <a:cubicBezTo>
                    <a:pt x="44" y="55"/>
                    <a:pt x="43" y="55"/>
                    <a:pt x="44" y="54"/>
                  </a:cubicBezTo>
                  <a:cubicBezTo>
                    <a:pt x="39" y="55"/>
                    <a:pt x="35" y="56"/>
                    <a:pt x="32" y="56"/>
                  </a:cubicBezTo>
                  <a:cubicBezTo>
                    <a:pt x="20" y="56"/>
                    <a:pt x="14" y="48"/>
                    <a:pt x="14" y="33"/>
                  </a:cubicBezTo>
                  <a:cubicBezTo>
                    <a:pt x="14" y="18"/>
                    <a:pt x="20" y="10"/>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ïṣľíḓê">
              <a:extLst>
                <a:ext uri="{FF2B5EF4-FFF2-40B4-BE49-F238E27FC236}">
                  <a16:creationId xmlns:a16="http://schemas.microsoft.com/office/drawing/2014/main" id="{DC4A8A1C-5216-859E-8416-E0D375F239DC}"/>
                </a:ext>
              </a:extLst>
            </p:cNvPr>
            <p:cNvSpPr/>
            <p:nvPr/>
          </p:nvSpPr>
          <p:spPr bwMode="auto">
            <a:xfrm>
              <a:off x="7473950" y="3776663"/>
              <a:ext cx="182563" cy="211138"/>
            </a:xfrm>
            <a:custGeom>
              <a:avLst/>
              <a:gdLst>
                <a:gd name="T0" fmla="*/ 41 w 55"/>
                <a:gd name="T1" fmla="*/ 35 h 64"/>
                <a:gd name="T2" fmla="*/ 39 w 55"/>
                <a:gd name="T3" fmla="*/ 50 h 64"/>
                <a:gd name="T4" fmla="*/ 28 w 55"/>
                <a:gd name="T5" fmla="*/ 55 h 64"/>
                <a:gd name="T6" fmla="*/ 16 w 55"/>
                <a:gd name="T7" fmla="*/ 50 h 64"/>
                <a:gd name="T8" fmla="*/ 14 w 55"/>
                <a:gd name="T9" fmla="*/ 35 h 64"/>
                <a:gd name="T10" fmla="*/ 14 w 55"/>
                <a:gd name="T11" fmla="*/ 0 h 64"/>
                <a:gd name="T12" fmla="*/ 0 w 55"/>
                <a:gd name="T13" fmla="*/ 0 h 64"/>
                <a:gd name="T14" fmla="*/ 0 w 55"/>
                <a:gd name="T15" fmla="*/ 40 h 64"/>
                <a:gd name="T16" fmla="*/ 28 w 55"/>
                <a:gd name="T17" fmla="*/ 64 h 64"/>
                <a:gd name="T18" fmla="*/ 55 w 55"/>
                <a:gd name="T19" fmla="*/ 40 h 64"/>
                <a:gd name="T20" fmla="*/ 55 w 55"/>
                <a:gd name="T21" fmla="*/ 0 h 64"/>
                <a:gd name="T22" fmla="*/ 41 w 55"/>
                <a:gd name="T23" fmla="*/ 0 h 64"/>
                <a:gd name="T24" fmla="*/ 41 w 55"/>
                <a:gd name="T25"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64">
                  <a:moveTo>
                    <a:pt x="41" y="35"/>
                  </a:moveTo>
                  <a:cubicBezTo>
                    <a:pt x="42" y="42"/>
                    <a:pt x="41" y="47"/>
                    <a:pt x="39" y="50"/>
                  </a:cubicBezTo>
                  <a:cubicBezTo>
                    <a:pt x="36" y="53"/>
                    <a:pt x="33" y="55"/>
                    <a:pt x="28" y="55"/>
                  </a:cubicBezTo>
                  <a:cubicBezTo>
                    <a:pt x="22" y="55"/>
                    <a:pt x="19" y="53"/>
                    <a:pt x="16" y="50"/>
                  </a:cubicBezTo>
                  <a:cubicBezTo>
                    <a:pt x="14" y="47"/>
                    <a:pt x="13" y="42"/>
                    <a:pt x="14" y="35"/>
                  </a:cubicBezTo>
                  <a:cubicBezTo>
                    <a:pt x="14" y="0"/>
                    <a:pt x="14" y="0"/>
                    <a:pt x="14" y="0"/>
                  </a:cubicBezTo>
                  <a:cubicBezTo>
                    <a:pt x="0" y="0"/>
                    <a:pt x="0" y="0"/>
                    <a:pt x="0" y="0"/>
                  </a:cubicBezTo>
                  <a:cubicBezTo>
                    <a:pt x="0" y="40"/>
                    <a:pt x="0" y="40"/>
                    <a:pt x="0" y="40"/>
                  </a:cubicBezTo>
                  <a:cubicBezTo>
                    <a:pt x="0" y="56"/>
                    <a:pt x="10" y="64"/>
                    <a:pt x="28" y="64"/>
                  </a:cubicBezTo>
                  <a:cubicBezTo>
                    <a:pt x="45" y="64"/>
                    <a:pt x="54" y="56"/>
                    <a:pt x="55" y="40"/>
                  </a:cubicBezTo>
                  <a:cubicBezTo>
                    <a:pt x="55" y="0"/>
                    <a:pt x="55" y="0"/>
                    <a:pt x="55" y="0"/>
                  </a:cubicBezTo>
                  <a:cubicBezTo>
                    <a:pt x="41" y="0"/>
                    <a:pt x="41" y="0"/>
                    <a:pt x="41" y="0"/>
                  </a:cubicBezTo>
                  <a:lnTo>
                    <a:pt x="4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ïŝľíḓé">
              <a:extLst>
                <a:ext uri="{FF2B5EF4-FFF2-40B4-BE49-F238E27FC236}">
                  <a16:creationId xmlns:a16="http://schemas.microsoft.com/office/drawing/2014/main" id="{D29DD9B5-5270-E11C-D49F-ECF5FE01507A}"/>
                </a:ext>
              </a:extLst>
            </p:cNvPr>
            <p:cNvSpPr/>
            <p:nvPr/>
          </p:nvSpPr>
          <p:spPr bwMode="auto">
            <a:xfrm>
              <a:off x="7696200" y="3776663"/>
              <a:ext cx="187325" cy="207963"/>
            </a:xfrm>
            <a:custGeom>
              <a:avLst/>
              <a:gdLst>
                <a:gd name="T0" fmla="*/ 93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3 w 118"/>
                <a:gd name="T23" fmla="*/ 0 h 131"/>
                <a:gd name="T24" fmla="*/ 93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3" y="104"/>
                  </a:moveTo>
                  <a:lnTo>
                    <a:pt x="91" y="104"/>
                  </a:lnTo>
                  <a:lnTo>
                    <a:pt x="41" y="0"/>
                  </a:lnTo>
                  <a:lnTo>
                    <a:pt x="0" y="0"/>
                  </a:lnTo>
                  <a:lnTo>
                    <a:pt x="0" y="131"/>
                  </a:lnTo>
                  <a:lnTo>
                    <a:pt x="27" y="131"/>
                  </a:lnTo>
                  <a:lnTo>
                    <a:pt x="27" y="23"/>
                  </a:lnTo>
                  <a:lnTo>
                    <a:pt x="27" y="23"/>
                  </a:lnTo>
                  <a:lnTo>
                    <a:pt x="79" y="131"/>
                  </a:lnTo>
                  <a:lnTo>
                    <a:pt x="118" y="131"/>
                  </a:lnTo>
                  <a:lnTo>
                    <a:pt x="118" y="0"/>
                  </a:lnTo>
                  <a:lnTo>
                    <a:pt x="93" y="0"/>
                  </a:lnTo>
                  <a:lnTo>
                    <a:pt x="93"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ïṩ1îdê">
              <a:extLst>
                <a:ext uri="{FF2B5EF4-FFF2-40B4-BE49-F238E27FC236}">
                  <a16:creationId xmlns:a16="http://schemas.microsoft.com/office/drawing/2014/main" id="{4E9B8EBB-674A-FC59-4FF8-760758A2966F}"/>
                </a:ext>
              </a:extLst>
            </p:cNvPr>
            <p:cNvSpPr/>
            <p:nvPr/>
          </p:nvSpPr>
          <p:spPr bwMode="auto">
            <a:xfrm>
              <a:off x="7920038"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0" name="iśľiḑe">
              <a:extLst>
                <a:ext uri="{FF2B5EF4-FFF2-40B4-BE49-F238E27FC236}">
                  <a16:creationId xmlns:a16="http://schemas.microsoft.com/office/drawing/2014/main" id="{D00655F6-517C-62BD-FFEA-9B2572509A9E}"/>
                </a:ext>
              </a:extLst>
            </p:cNvPr>
            <p:cNvSpPr/>
            <p:nvPr/>
          </p:nvSpPr>
          <p:spPr bwMode="auto">
            <a:xfrm>
              <a:off x="7985125" y="3776663"/>
              <a:ext cx="201613" cy="207963"/>
            </a:xfrm>
            <a:custGeom>
              <a:avLst/>
              <a:gdLst>
                <a:gd name="T0" fmla="*/ 65 w 127"/>
                <a:gd name="T1" fmla="*/ 104 h 131"/>
                <a:gd name="T2" fmla="*/ 65 w 127"/>
                <a:gd name="T3" fmla="*/ 104 h 131"/>
                <a:gd name="T4" fmla="*/ 30 w 127"/>
                <a:gd name="T5" fmla="*/ 0 h 131"/>
                <a:gd name="T6" fmla="*/ 0 w 127"/>
                <a:gd name="T7" fmla="*/ 0 h 131"/>
                <a:gd name="T8" fmla="*/ 48 w 127"/>
                <a:gd name="T9" fmla="*/ 131 h 131"/>
                <a:gd name="T10" fmla="*/ 79 w 127"/>
                <a:gd name="T11" fmla="*/ 131 h 131"/>
                <a:gd name="T12" fmla="*/ 127 w 127"/>
                <a:gd name="T13" fmla="*/ 0 h 131"/>
                <a:gd name="T14" fmla="*/ 100 w 127"/>
                <a:gd name="T15" fmla="*/ 0 h 131"/>
                <a:gd name="T16" fmla="*/ 65 w 127"/>
                <a:gd name="T17"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31">
                  <a:moveTo>
                    <a:pt x="65" y="104"/>
                  </a:moveTo>
                  <a:lnTo>
                    <a:pt x="65" y="104"/>
                  </a:lnTo>
                  <a:lnTo>
                    <a:pt x="30" y="0"/>
                  </a:lnTo>
                  <a:lnTo>
                    <a:pt x="0" y="0"/>
                  </a:lnTo>
                  <a:lnTo>
                    <a:pt x="48" y="131"/>
                  </a:lnTo>
                  <a:lnTo>
                    <a:pt x="79" y="131"/>
                  </a:lnTo>
                  <a:lnTo>
                    <a:pt x="127" y="0"/>
                  </a:lnTo>
                  <a:lnTo>
                    <a:pt x="100" y="0"/>
                  </a:lnTo>
                  <a:lnTo>
                    <a:pt x="6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1" name="ï$ḻïḑe">
              <a:extLst>
                <a:ext uri="{FF2B5EF4-FFF2-40B4-BE49-F238E27FC236}">
                  <a16:creationId xmlns:a16="http://schemas.microsoft.com/office/drawing/2014/main" id="{443E7C0A-F7F4-CF42-FB97-4956ABD643A1}"/>
                </a:ext>
              </a:extLst>
            </p:cNvPr>
            <p:cNvSpPr/>
            <p:nvPr/>
          </p:nvSpPr>
          <p:spPr bwMode="auto">
            <a:xfrm>
              <a:off x="8207375" y="3776663"/>
              <a:ext cx="141288" cy="207963"/>
            </a:xfrm>
            <a:custGeom>
              <a:avLst/>
              <a:gdLst>
                <a:gd name="T0" fmla="*/ 27 w 89"/>
                <a:gd name="T1" fmla="*/ 75 h 131"/>
                <a:gd name="T2" fmla="*/ 83 w 89"/>
                <a:gd name="T3" fmla="*/ 75 h 131"/>
                <a:gd name="T4" fmla="*/ 83 w 89"/>
                <a:gd name="T5" fmla="*/ 52 h 131"/>
                <a:gd name="T6" fmla="*/ 27 w 89"/>
                <a:gd name="T7" fmla="*/ 52 h 131"/>
                <a:gd name="T8" fmla="*/ 27 w 89"/>
                <a:gd name="T9" fmla="*/ 23 h 131"/>
                <a:gd name="T10" fmla="*/ 87 w 89"/>
                <a:gd name="T11" fmla="*/ 23 h 131"/>
                <a:gd name="T12" fmla="*/ 87 w 89"/>
                <a:gd name="T13" fmla="*/ 0 h 131"/>
                <a:gd name="T14" fmla="*/ 0 w 89"/>
                <a:gd name="T15" fmla="*/ 0 h 131"/>
                <a:gd name="T16" fmla="*/ 0 w 89"/>
                <a:gd name="T17" fmla="*/ 131 h 131"/>
                <a:gd name="T18" fmla="*/ 89 w 89"/>
                <a:gd name="T19" fmla="*/ 131 h 131"/>
                <a:gd name="T20" fmla="*/ 89 w 89"/>
                <a:gd name="T21" fmla="*/ 110 h 131"/>
                <a:gd name="T22" fmla="*/ 27 w 89"/>
                <a:gd name="T23" fmla="*/ 110 h 131"/>
                <a:gd name="T24" fmla="*/ 27 w 89"/>
                <a:gd name="T25" fmla="*/ 7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131">
                  <a:moveTo>
                    <a:pt x="27" y="75"/>
                  </a:moveTo>
                  <a:lnTo>
                    <a:pt x="83" y="75"/>
                  </a:lnTo>
                  <a:lnTo>
                    <a:pt x="83" y="52"/>
                  </a:lnTo>
                  <a:lnTo>
                    <a:pt x="27" y="52"/>
                  </a:lnTo>
                  <a:lnTo>
                    <a:pt x="27" y="23"/>
                  </a:lnTo>
                  <a:lnTo>
                    <a:pt x="87" y="23"/>
                  </a:lnTo>
                  <a:lnTo>
                    <a:pt x="87" y="0"/>
                  </a:lnTo>
                  <a:lnTo>
                    <a:pt x="0" y="0"/>
                  </a:lnTo>
                  <a:lnTo>
                    <a:pt x="0" y="131"/>
                  </a:lnTo>
                  <a:lnTo>
                    <a:pt x="89" y="131"/>
                  </a:lnTo>
                  <a:lnTo>
                    <a:pt x="89" y="110"/>
                  </a:lnTo>
                  <a:lnTo>
                    <a:pt x="27" y="110"/>
                  </a:lnTo>
                  <a:lnTo>
                    <a:pt x="2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íŝlídê">
              <a:extLst>
                <a:ext uri="{FF2B5EF4-FFF2-40B4-BE49-F238E27FC236}">
                  <a16:creationId xmlns:a16="http://schemas.microsoft.com/office/drawing/2014/main" id="{B60FA6CF-8C62-8BB3-F0C8-8838195D903D}"/>
                </a:ext>
              </a:extLst>
            </p:cNvPr>
            <p:cNvSpPr/>
            <p:nvPr/>
          </p:nvSpPr>
          <p:spPr bwMode="auto">
            <a:xfrm>
              <a:off x="8382000" y="3776663"/>
              <a:ext cx="168275" cy="207963"/>
            </a:xfrm>
            <a:custGeom>
              <a:avLst/>
              <a:gdLst>
                <a:gd name="T0" fmla="*/ 47 w 51"/>
                <a:gd name="T1" fmla="*/ 46 h 63"/>
                <a:gd name="T2" fmla="*/ 36 w 51"/>
                <a:gd name="T3" fmla="*/ 32 h 63"/>
                <a:gd name="T4" fmla="*/ 36 w 51"/>
                <a:gd name="T5" fmla="*/ 32 h 63"/>
                <a:gd name="T6" fmla="*/ 49 w 51"/>
                <a:gd name="T7" fmla="*/ 17 h 63"/>
                <a:gd name="T8" fmla="*/ 27 w 51"/>
                <a:gd name="T9" fmla="*/ 0 h 63"/>
                <a:gd name="T10" fmla="*/ 0 w 51"/>
                <a:gd name="T11" fmla="*/ 0 h 63"/>
                <a:gd name="T12" fmla="*/ 0 w 51"/>
                <a:gd name="T13" fmla="*/ 63 h 63"/>
                <a:gd name="T14" fmla="*/ 14 w 51"/>
                <a:gd name="T15" fmla="*/ 63 h 63"/>
                <a:gd name="T16" fmla="*/ 14 w 51"/>
                <a:gd name="T17" fmla="*/ 38 h 63"/>
                <a:gd name="T18" fmla="*/ 28 w 51"/>
                <a:gd name="T19" fmla="*/ 38 h 63"/>
                <a:gd name="T20" fmla="*/ 34 w 51"/>
                <a:gd name="T21" fmla="*/ 46 h 63"/>
                <a:gd name="T22" fmla="*/ 36 w 51"/>
                <a:gd name="T23" fmla="*/ 63 h 63"/>
                <a:gd name="T24" fmla="*/ 51 w 51"/>
                <a:gd name="T25" fmla="*/ 63 h 63"/>
                <a:gd name="T26" fmla="*/ 48 w 51"/>
                <a:gd name="T27" fmla="*/ 48 h 63"/>
                <a:gd name="T28" fmla="*/ 47 w 51"/>
                <a:gd name="T29" fmla="*/ 46 h 63"/>
                <a:gd name="T30" fmla="*/ 25 w 51"/>
                <a:gd name="T31" fmla="*/ 28 h 63"/>
                <a:gd name="T32" fmla="*/ 14 w 51"/>
                <a:gd name="T33" fmla="*/ 28 h 63"/>
                <a:gd name="T34" fmla="*/ 14 w 51"/>
                <a:gd name="T35" fmla="*/ 11 h 63"/>
                <a:gd name="T36" fmla="*/ 25 w 51"/>
                <a:gd name="T37" fmla="*/ 11 h 63"/>
                <a:gd name="T38" fmla="*/ 35 w 51"/>
                <a:gd name="T39" fmla="*/ 19 h 63"/>
                <a:gd name="T40" fmla="*/ 25 w 51"/>
                <a:gd name="T41" fmla="*/ 2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3">
                  <a:moveTo>
                    <a:pt x="47" y="46"/>
                  </a:moveTo>
                  <a:cubicBezTo>
                    <a:pt x="47" y="37"/>
                    <a:pt x="43" y="33"/>
                    <a:pt x="36" y="32"/>
                  </a:cubicBezTo>
                  <a:cubicBezTo>
                    <a:pt x="36" y="32"/>
                    <a:pt x="36" y="32"/>
                    <a:pt x="36" y="32"/>
                  </a:cubicBezTo>
                  <a:cubicBezTo>
                    <a:pt x="44" y="30"/>
                    <a:pt x="49" y="25"/>
                    <a:pt x="49" y="17"/>
                  </a:cubicBezTo>
                  <a:cubicBezTo>
                    <a:pt x="49" y="6"/>
                    <a:pt x="41" y="0"/>
                    <a:pt x="27" y="0"/>
                  </a:cubicBezTo>
                  <a:cubicBezTo>
                    <a:pt x="0" y="0"/>
                    <a:pt x="0" y="0"/>
                    <a:pt x="0" y="0"/>
                  </a:cubicBezTo>
                  <a:cubicBezTo>
                    <a:pt x="0" y="63"/>
                    <a:pt x="0" y="63"/>
                    <a:pt x="0" y="63"/>
                  </a:cubicBezTo>
                  <a:cubicBezTo>
                    <a:pt x="14" y="63"/>
                    <a:pt x="14" y="63"/>
                    <a:pt x="14" y="63"/>
                  </a:cubicBezTo>
                  <a:cubicBezTo>
                    <a:pt x="14" y="38"/>
                    <a:pt x="14" y="38"/>
                    <a:pt x="14" y="38"/>
                  </a:cubicBezTo>
                  <a:cubicBezTo>
                    <a:pt x="28" y="38"/>
                    <a:pt x="28" y="38"/>
                    <a:pt x="28" y="38"/>
                  </a:cubicBezTo>
                  <a:cubicBezTo>
                    <a:pt x="32" y="38"/>
                    <a:pt x="33" y="41"/>
                    <a:pt x="34" y="46"/>
                  </a:cubicBezTo>
                  <a:cubicBezTo>
                    <a:pt x="34" y="52"/>
                    <a:pt x="35" y="58"/>
                    <a:pt x="36" y="63"/>
                  </a:cubicBezTo>
                  <a:cubicBezTo>
                    <a:pt x="51" y="63"/>
                    <a:pt x="51" y="63"/>
                    <a:pt x="51" y="63"/>
                  </a:cubicBezTo>
                  <a:cubicBezTo>
                    <a:pt x="49" y="61"/>
                    <a:pt x="48" y="56"/>
                    <a:pt x="48" y="48"/>
                  </a:cubicBezTo>
                  <a:cubicBezTo>
                    <a:pt x="48" y="48"/>
                    <a:pt x="47" y="47"/>
                    <a:pt x="47" y="46"/>
                  </a:cubicBezTo>
                  <a:close/>
                  <a:moveTo>
                    <a:pt x="25" y="28"/>
                  </a:moveTo>
                  <a:cubicBezTo>
                    <a:pt x="14" y="28"/>
                    <a:pt x="14" y="28"/>
                    <a:pt x="14" y="28"/>
                  </a:cubicBezTo>
                  <a:cubicBezTo>
                    <a:pt x="14" y="11"/>
                    <a:pt x="14" y="11"/>
                    <a:pt x="14" y="11"/>
                  </a:cubicBezTo>
                  <a:cubicBezTo>
                    <a:pt x="25" y="11"/>
                    <a:pt x="25" y="11"/>
                    <a:pt x="25" y="11"/>
                  </a:cubicBezTo>
                  <a:cubicBezTo>
                    <a:pt x="31" y="11"/>
                    <a:pt x="35" y="13"/>
                    <a:pt x="35" y="19"/>
                  </a:cubicBezTo>
                  <a:cubicBezTo>
                    <a:pt x="35" y="25"/>
                    <a:pt x="31" y="28"/>
                    <a:pt x="2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ïṩḷïḋé">
              <a:extLst>
                <a:ext uri="{FF2B5EF4-FFF2-40B4-BE49-F238E27FC236}">
                  <a16:creationId xmlns:a16="http://schemas.microsoft.com/office/drawing/2014/main" id="{DAE0981D-7567-7DB9-736A-3556ECEDF4E9}"/>
                </a:ext>
              </a:extLst>
            </p:cNvPr>
            <p:cNvSpPr/>
            <p:nvPr/>
          </p:nvSpPr>
          <p:spPr bwMode="auto">
            <a:xfrm>
              <a:off x="8566150" y="3773488"/>
              <a:ext cx="171450" cy="214313"/>
            </a:xfrm>
            <a:custGeom>
              <a:avLst/>
              <a:gdLst>
                <a:gd name="T0" fmla="*/ 30 w 52"/>
                <a:gd name="T1" fmla="*/ 27 h 65"/>
                <a:gd name="T2" fmla="*/ 28 w 52"/>
                <a:gd name="T3" fmla="*/ 27 h 65"/>
                <a:gd name="T4" fmla="*/ 16 w 52"/>
                <a:gd name="T5" fmla="*/ 18 h 65"/>
                <a:gd name="T6" fmla="*/ 26 w 52"/>
                <a:gd name="T7" fmla="*/ 10 h 65"/>
                <a:gd name="T8" fmla="*/ 37 w 52"/>
                <a:gd name="T9" fmla="*/ 19 h 65"/>
                <a:gd name="T10" fmla="*/ 50 w 52"/>
                <a:gd name="T11" fmla="*/ 19 h 65"/>
                <a:gd name="T12" fmla="*/ 28 w 52"/>
                <a:gd name="T13" fmla="*/ 0 h 65"/>
                <a:gd name="T14" fmla="*/ 2 w 52"/>
                <a:gd name="T15" fmla="*/ 21 h 65"/>
                <a:gd name="T16" fmla="*/ 23 w 52"/>
                <a:gd name="T17" fmla="*/ 38 h 65"/>
                <a:gd name="T18" fmla="*/ 25 w 52"/>
                <a:gd name="T19" fmla="*/ 39 h 65"/>
                <a:gd name="T20" fmla="*/ 37 w 52"/>
                <a:gd name="T21" fmla="*/ 48 h 65"/>
                <a:gd name="T22" fmla="*/ 24 w 52"/>
                <a:gd name="T23" fmla="*/ 56 h 65"/>
                <a:gd name="T24" fmla="*/ 14 w 52"/>
                <a:gd name="T25" fmla="*/ 44 h 65"/>
                <a:gd name="T26" fmla="*/ 0 w 52"/>
                <a:gd name="T27" fmla="*/ 44 h 65"/>
                <a:gd name="T28" fmla="*/ 24 w 52"/>
                <a:gd name="T29" fmla="*/ 65 h 65"/>
                <a:gd name="T30" fmla="*/ 51 w 52"/>
                <a:gd name="T31" fmla="*/ 45 h 65"/>
                <a:gd name="T32" fmla="*/ 30 w 52"/>
                <a:gd name="T33"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5">
                  <a:moveTo>
                    <a:pt x="30" y="27"/>
                  </a:moveTo>
                  <a:cubicBezTo>
                    <a:pt x="29" y="27"/>
                    <a:pt x="28" y="27"/>
                    <a:pt x="28" y="27"/>
                  </a:cubicBezTo>
                  <a:cubicBezTo>
                    <a:pt x="20" y="26"/>
                    <a:pt x="16" y="23"/>
                    <a:pt x="16" y="18"/>
                  </a:cubicBezTo>
                  <a:cubicBezTo>
                    <a:pt x="16" y="13"/>
                    <a:pt x="20" y="10"/>
                    <a:pt x="26" y="10"/>
                  </a:cubicBezTo>
                  <a:cubicBezTo>
                    <a:pt x="33" y="10"/>
                    <a:pt x="36" y="13"/>
                    <a:pt x="37" y="19"/>
                  </a:cubicBezTo>
                  <a:cubicBezTo>
                    <a:pt x="50" y="19"/>
                    <a:pt x="50" y="19"/>
                    <a:pt x="50" y="19"/>
                  </a:cubicBezTo>
                  <a:cubicBezTo>
                    <a:pt x="49" y="7"/>
                    <a:pt x="42" y="0"/>
                    <a:pt x="28" y="0"/>
                  </a:cubicBezTo>
                  <a:cubicBezTo>
                    <a:pt x="11" y="1"/>
                    <a:pt x="3" y="8"/>
                    <a:pt x="2" y="21"/>
                  </a:cubicBezTo>
                  <a:cubicBezTo>
                    <a:pt x="2" y="29"/>
                    <a:pt x="9" y="35"/>
                    <a:pt x="23" y="38"/>
                  </a:cubicBezTo>
                  <a:cubicBezTo>
                    <a:pt x="23" y="38"/>
                    <a:pt x="24" y="39"/>
                    <a:pt x="25" y="39"/>
                  </a:cubicBezTo>
                  <a:cubicBezTo>
                    <a:pt x="33" y="40"/>
                    <a:pt x="37" y="43"/>
                    <a:pt x="37" y="48"/>
                  </a:cubicBezTo>
                  <a:cubicBezTo>
                    <a:pt x="37" y="53"/>
                    <a:pt x="33" y="56"/>
                    <a:pt x="24" y="56"/>
                  </a:cubicBezTo>
                  <a:cubicBezTo>
                    <a:pt x="17" y="55"/>
                    <a:pt x="14" y="52"/>
                    <a:pt x="14" y="44"/>
                  </a:cubicBezTo>
                  <a:cubicBezTo>
                    <a:pt x="0" y="44"/>
                    <a:pt x="0" y="44"/>
                    <a:pt x="0" y="44"/>
                  </a:cubicBezTo>
                  <a:cubicBezTo>
                    <a:pt x="0" y="58"/>
                    <a:pt x="8" y="65"/>
                    <a:pt x="24" y="65"/>
                  </a:cubicBezTo>
                  <a:cubicBezTo>
                    <a:pt x="42" y="65"/>
                    <a:pt x="51" y="58"/>
                    <a:pt x="51" y="45"/>
                  </a:cubicBezTo>
                  <a:cubicBezTo>
                    <a:pt x="52" y="36"/>
                    <a:pt x="44" y="30"/>
                    <a:pt x="3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išḷídé">
              <a:extLst>
                <a:ext uri="{FF2B5EF4-FFF2-40B4-BE49-F238E27FC236}">
                  <a16:creationId xmlns:a16="http://schemas.microsoft.com/office/drawing/2014/main" id="{CF4E52AE-701A-96A7-DA41-5B707FCEF529}"/>
                </a:ext>
              </a:extLst>
            </p:cNvPr>
            <p:cNvSpPr/>
            <p:nvPr/>
          </p:nvSpPr>
          <p:spPr bwMode="auto">
            <a:xfrm>
              <a:off x="8767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5" name="íṥḻiḍé">
              <a:extLst>
                <a:ext uri="{FF2B5EF4-FFF2-40B4-BE49-F238E27FC236}">
                  <a16:creationId xmlns:a16="http://schemas.microsoft.com/office/drawing/2014/main" id="{F0F6E6BD-CD17-96AD-45E0-D446D837D6DB}"/>
                </a:ext>
              </a:extLst>
            </p:cNvPr>
            <p:cNvSpPr/>
            <p:nvPr/>
          </p:nvSpPr>
          <p:spPr bwMode="auto">
            <a:xfrm>
              <a:off x="8829675" y="3776663"/>
              <a:ext cx="171450" cy="207963"/>
            </a:xfrm>
            <a:custGeom>
              <a:avLst/>
              <a:gdLst>
                <a:gd name="T0" fmla="*/ 0 w 108"/>
                <a:gd name="T1" fmla="*/ 23 h 131"/>
                <a:gd name="T2" fmla="*/ 40 w 108"/>
                <a:gd name="T3" fmla="*/ 23 h 131"/>
                <a:gd name="T4" fmla="*/ 40 w 108"/>
                <a:gd name="T5" fmla="*/ 131 h 131"/>
                <a:gd name="T6" fmla="*/ 69 w 108"/>
                <a:gd name="T7" fmla="*/ 131 h 131"/>
                <a:gd name="T8" fmla="*/ 69 w 108"/>
                <a:gd name="T9" fmla="*/ 23 h 131"/>
                <a:gd name="T10" fmla="*/ 108 w 108"/>
                <a:gd name="T11" fmla="*/ 23 h 131"/>
                <a:gd name="T12" fmla="*/ 108 w 108"/>
                <a:gd name="T13" fmla="*/ 0 h 131"/>
                <a:gd name="T14" fmla="*/ 0 w 108"/>
                <a:gd name="T15" fmla="*/ 0 h 131"/>
                <a:gd name="T16" fmla="*/ 0 w 108"/>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1">
                  <a:moveTo>
                    <a:pt x="0" y="23"/>
                  </a:moveTo>
                  <a:lnTo>
                    <a:pt x="40" y="23"/>
                  </a:lnTo>
                  <a:lnTo>
                    <a:pt x="40" y="131"/>
                  </a:lnTo>
                  <a:lnTo>
                    <a:pt x="69" y="131"/>
                  </a:lnTo>
                  <a:lnTo>
                    <a:pt x="69" y="23"/>
                  </a:lnTo>
                  <a:lnTo>
                    <a:pt x="108" y="23"/>
                  </a:lnTo>
                  <a:lnTo>
                    <a:pt x="108"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íšḻiḑè">
              <a:extLst>
                <a:ext uri="{FF2B5EF4-FFF2-40B4-BE49-F238E27FC236}">
                  <a16:creationId xmlns:a16="http://schemas.microsoft.com/office/drawing/2014/main" id="{65A94EC2-E6F6-0F58-DA2C-911C11EE4D33}"/>
                </a:ext>
              </a:extLst>
            </p:cNvPr>
            <p:cNvSpPr/>
            <p:nvPr/>
          </p:nvSpPr>
          <p:spPr bwMode="auto">
            <a:xfrm>
              <a:off x="9009063" y="3776663"/>
              <a:ext cx="184150" cy="207963"/>
            </a:xfrm>
            <a:custGeom>
              <a:avLst/>
              <a:gdLst>
                <a:gd name="T0" fmla="*/ 87 w 116"/>
                <a:gd name="T1" fmla="*/ 0 h 131"/>
                <a:gd name="T2" fmla="*/ 60 w 116"/>
                <a:gd name="T3" fmla="*/ 60 h 131"/>
                <a:gd name="T4" fmla="*/ 33 w 116"/>
                <a:gd name="T5" fmla="*/ 0 h 131"/>
                <a:gd name="T6" fmla="*/ 0 w 116"/>
                <a:gd name="T7" fmla="*/ 0 h 131"/>
                <a:gd name="T8" fmla="*/ 43 w 116"/>
                <a:gd name="T9" fmla="*/ 89 h 131"/>
                <a:gd name="T10" fmla="*/ 43 w 116"/>
                <a:gd name="T11" fmla="*/ 131 h 131"/>
                <a:gd name="T12" fmla="*/ 72 w 116"/>
                <a:gd name="T13" fmla="*/ 131 h 131"/>
                <a:gd name="T14" fmla="*/ 72 w 116"/>
                <a:gd name="T15" fmla="*/ 89 h 131"/>
                <a:gd name="T16" fmla="*/ 116 w 116"/>
                <a:gd name="T17" fmla="*/ 0 h 131"/>
                <a:gd name="T18" fmla="*/ 87 w 116"/>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31">
                  <a:moveTo>
                    <a:pt x="87" y="0"/>
                  </a:moveTo>
                  <a:lnTo>
                    <a:pt x="60" y="60"/>
                  </a:lnTo>
                  <a:lnTo>
                    <a:pt x="33" y="0"/>
                  </a:lnTo>
                  <a:lnTo>
                    <a:pt x="0" y="0"/>
                  </a:lnTo>
                  <a:lnTo>
                    <a:pt x="43" y="89"/>
                  </a:lnTo>
                  <a:lnTo>
                    <a:pt x="43" y="131"/>
                  </a:lnTo>
                  <a:lnTo>
                    <a:pt x="72" y="131"/>
                  </a:lnTo>
                  <a:lnTo>
                    <a:pt x="72" y="89"/>
                  </a:lnTo>
                  <a:lnTo>
                    <a:pt x="116" y="0"/>
                  </a:ln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extLst>
      <p:ext uri="{BB962C8B-B14F-4D97-AF65-F5344CB8AC3E}">
        <p14:creationId xmlns:p14="http://schemas.microsoft.com/office/powerpoint/2010/main" val="3353448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pic>
        <p:nvPicPr>
          <p:cNvPr id="7" name="图片 6" descr="雪地上的风景&#10;&#10;描述已自动生成">
            <a:extLst>
              <a:ext uri="{FF2B5EF4-FFF2-40B4-BE49-F238E27FC236}">
                <a16:creationId xmlns:a16="http://schemas.microsoft.com/office/drawing/2014/main" id="{AE6D9E9D-55FE-4381-B9D2-1F347A0A88F6}"/>
              </a:ext>
            </a:extLst>
          </p:cNvPr>
          <p:cNvPicPr>
            <a:picLocks noChangeAspect="1"/>
          </p:cNvPicPr>
          <p:nvPr userDrawn="1"/>
        </p:nvPicPr>
        <p:blipFill>
          <a:blip r:embed="rId2">
            <a:alphaModFix amt="50000"/>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1845" t="8499" r="18248" b="8555"/>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4" name="任意多边形: 形状 13">
            <a:extLst>
              <a:ext uri="{FF2B5EF4-FFF2-40B4-BE49-F238E27FC236}">
                <a16:creationId xmlns:a16="http://schemas.microsoft.com/office/drawing/2014/main" id="{D1BF24A2-F62F-40D4-B157-5E902C516A66}"/>
              </a:ext>
            </a:extLst>
          </p:cNvPr>
          <p:cNvSpPr/>
          <p:nvPr userDrawn="1"/>
        </p:nvSpPr>
        <p:spPr>
          <a:xfrm>
            <a:off x="0" y="0"/>
            <a:ext cx="12192000" cy="6857567"/>
          </a:xfrm>
          <a:custGeom>
            <a:avLst/>
            <a:gdLst>
              <a:gd name="connsiteX0" fmla="*/ 0 w 12192000"/>
              <a:gd name="connsiteY0" fmla="*/ 0 h 6857567"/>
              <a:gd name="connsiteX1" fmla="*/ 12192000 w 12192000"/>
              <a:gd name="connsiteY1" fmla="*/ 0 h 6857567"/>
              <a:gd name="connsiteX2" fmla="*/ 12192000 w 12192000"/>
              <a:gd name="connsiteY2" fmla="*/ 6857567 h 6857567"/>
              <a:gd name="connsiteX3" fmla="*/ 0 w 12192000"/>
              <a:gd name="connsiteY3" fmla="*/ 6857567 h 6857567"/>
            </a:gdLst>
            <a:ahLst/>
            <a:cxnLst>
              <a:cxn ang="0">
                <a:pos x="connsiteX0" y="connsiteY0"/>
              </a:cxn>
              <a:cxn ang="0">
                <a:pos x="connsiteX1" y="connsiteY1"/>
              </a:cxn>
              <a:cxn ang="0">
                <a:pos x="connsiteX2" y="connsiteY2"/>
              </a:cxn>
              <a:cxn ang="0">
                <a:pos x="connsiteX3" y="connsiteY3"/>
              </a:cxn>
            </a:cxnLst>
            <a:rect l="l" t="t" r="r" b="b"/>
            <a:pathLst>
              <a:path w="12192000" h="6857567">
                <a:moveTo>
                  <a:pt x="0" y="0"/>
                </a:moveTo>
                <a:lnTo>
                  <a:pt x="12192000" y="0"/>
                </a:lnTo>
                <a:lnTo>
                  <a:pt x="12192000" y="6857567"/>
                </a:lnTo>
                <a:lnTo>
                  <a:pt x="0" y="6857567"/>
                </a:lnTo>
                <a:close/>
              </a:path>
            </a:pathLst>
          </a:custGeom>
          <a:gradFill>
            <a:gsLst>
              <a:gs pos="38000">
                <a:schemeClr val="accent3">
                  <a:alpha val="0"/>
                </a:schemeClr>
              </a:gs>
              <a:gs pos="100000">
                <a:schemeClr val="accent1">
                  <a:alpha val="9000"/>
                </a:schemeClr>
              </a:gs>
            </a:gsLst>
            <a:path path="circle">
              <a:fillToRect l="50000" t="50000" r="50000" b="50000"/>
            </a:path>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8" name="组合 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95889269-FD47-5655-9A22-77D5BF823EE5}"/>
              </a:ext>
            </a:extLst>
          </p:cNvPr>
          <p:cNvGrpSpPr>
            <a:grpSpLocks noChangeAspect="1"/>
          </p:cNvGrpSpPr>
          <p:nvPr userDrawn="1"/>
        </p:nvGrpSpPr>
        <p:grpSpPr>
          <a:xfrm>
            <a:off x="730227" y="920247"/>
            <a:ext cx="2507967" cy="725210"/>
            <a:chOff x="2873375" y="2500313"/>
            <a:chExt cx="6445251" cy="1863725"/>
          </a:xfrm>
          <a:solidFill>
            <a:schemeClr val="accent1"/>
          </a:solidFill>
        </p:grpSpPr>
        <p:sp>
          <p:nvSpPr>
            <p:cNvPr id="9" name="ïṧḷídè">
              <a:extLst>
                <a:ext uri="{FF2B5EF4-FFF2-40B4-BE49-F238E27FC236}">
                  <a16:creationId xmlns:a16="http://schemas.microsoft.com/office/drawing/2014/main" id="{A410FFB4-1B29-CB76-0F5A-5693CE2E9539}"/>
                </a:ext>
              </a:extLst>
            </p:cNvPr>
            <p:cNvSpPr/>
            <p:nvPr/>
          </p:nvSpPr>
          <p:spPr bwMode="auto">
            <a:xfrm>
              <a:off x="5021263" y="2711451"/>
              <a:ext cx="615950" cy="774700"/>
            </a:xfrm>
            <a:custGeom>
              <a:avLst/>
              <a:gdLst>
                <a:gd name="T0" fmla="*/ 161 w 187"/>
                <a:gd name="T1" fmla="*/ 118 h 234"/>
                <a:gd name="T2" fmla="*/ 145 w 187"/>
                <a:gd name="T3" fmla="*/ 90 h 234"/>
                <a:gd name="T4" fmla="*/ 110 w 187"/>
                <a:gd name="T5" fmla="*/ 107 h 234"/>
                <a:gd name="T6" fmla="*/ 86 w 187"/>
                <a:gd name="T7" fmla="*/ 67 h 234"/>
                <a:gd name="T8" fmla="*/ 113 w 187"/>
                <a:gd name="T9" fmla="*/ 51 h 234"/>
                <a:gd name="T10" fmla="*/ 103 w 187"/>
                <a:gd name="T11" fmla="*/ 66 h 234"/>
                <a:gd name="T12" fmla="*/ 123 w 187"/>
                <a:gd name="T13" fmla="*/ 57 h 234"/>
                <a:gd name="T14" fmla="*/ 187 w 187"/>
                <a:gd name="T15" fmla="*/ 18 h 234"/>
                <a:gd name="T16" fmla="*/ 171 w 187"/>
                <a:gd name="T17" fmla="*/ 2 h 234"/>
                <a:gd name="T18" fmla="*/ 140 w 187"/>
                <a:gd name="T19" fmla="*/ 18 h 234"/>
                <a:gd name="T20" fmla="*/ 46 w 187"/>
                <a:gd name="T21" fmla="*/ 57 h 234"/>
                <a:gd name="T22" fmla="*/ 48 w 187"/>
                <a:gd name="T23" fmla="*/ 82 h 234"/>
                <a:gd name="T24" fmla="*/ 74 w 187"/>
                <a:gd name="T25" fmla="*/ 77 h 234"/>
                <a:gd name="T26" fmla="*/ 85 w 187"/>
                <a:gd name="T27" fmla="*/ 116 h 234"/>
                <a:gd name="T28" fmla="*/ 63 w 187"/>
                <a:gd name="T29" fmla="*/ 131 h 234"/>
                <a:gd name="T30" fmla="*/ 45 w 187"/>
                <a:gd name="T31" fmla="*/ 123 h 234"/>
                <a:gd name="T32" fmla="*/ 19 w 187"/>
                <a:gd name="T33" fmla="*/ 173 h 234"/>
                <a:gd name="T34" fmla="*/ 7 w 187"/>
                <a:gd name="T35" fmla="*/ 160 h 234"/>
                <a:gd name="T36" fmla="*/ 0 w 187"/>
                <a:gd name="T37" fmla="*/ 208 h 234"/>
                <a:gd name="T38" fmla="*/ 20 w 187"/>
                <a:gd name="T39" fmla="*/ 234 h 234"/>
                <a:gd name="T40" fmla="*/ 30 w 187"/>
                <a:gd name="T41" fmla="*/ 210 h 234"/>
                <a:gd name="T42" fmla="*/ 49 w 187"/>
                <a:gd name="T43" fmla="*/ 164 h 234"/>
                <a:gd name="T44" fmla="*/ 58 w 187"/>
                <a:gd name="T45" fmla="*/ 179 h 234"/>
                <a:gd name="T46" fmla="*/ 63 w 187"/>
                <a:gd name="T47" fmla="*/ 181 h 234"/>
                <a:gd name="T48" fmla="*/ 62 w 187"/>
                <a:gd name="T49" fmla="*/ 219 h 234"/>
                <a:gd name="T50" fmla="*/ 86 w 187"/>
                <a:gd name="T51" fmla="*/ 213 h 234"/>
                <a:gd name="T52" fmla="*/ 79 w 187"/>
                <a:gd name="T53" fmla="*/ 223 h 234"/>
                <a:gd name="T54" fmla="*/ 109 w 187"/>
                <a:gd name="T55" fmla="*/ 209 h 234"/>
                <a:gd name="T56" fmla="*/ 98 w 187"/>
                <a:gd name="T57" fmla="*/ 196 h 234"/>
                <a:gd name="T58" fmla="*/ 83 w 187"/>
                <a:gd name="T59" fmla="*/ 175 h 234"/>
                <a:gd name="T60" fmla="*/ 101 w 187"/>
                <a:gd name="T61" fmla="*/ 192 h 234"/>
                <a:gd name="T62" fmla="*/ 112 w 187"/>
                <a:gd name="T63" fmla="*/ 196 h 234"/>
                <a:gd name="T64" fmla="*/ 150 w 187"/>
                <a:gd name="T65" fmla="*/ 138 h 234"/>
                <a:gd name="T66" fmla="*/ 76 w 187"/>
                <a:gd name="T67" fmla="*/ 146 h 234"/>
                <a:gd name="T68" fmla="*/ 71 w 187"/>
                <a:gd name="T69" fmla="*/ 162 h 234"/>
                <a:gd name="T70" fmla="*/ 69 w 187"/>
                <a:gd name="T71" fmla="*/ 150 h 234"/>
                <a:gd name="T72" fmla="*/ 99 w 187"/>
                <a:gd name="T73" fmla="*/ 174 h 234"/>
                <a:gd name="T74" fmla="*/ 89 w 187"/>
                <a:gd name="T75" fmla="*/ 162 h 234"/>
                <a:gd name="T76" fmla="*/ 103 w 187"/>
                <a:gd name="T77" fmla="*/ 134 h 234"/>
                <a:gd name="T78" fmla="*/ 103 w 187"/>
                <a:gd name="T79" fmla="*/ 132 h 234"/>
                <a:gd name="T80" fmla="*/ 105 w 187"/>
                <a:gd name="T81" fmla="*/ 128 h 234"/>
                <a:gd name="T82" fmla="*/ 122 w 187"/>
                <a:gd name="T83" fmla="*/ 114 h 234"/>
                <a:gd name="T84" fmla="*/ 129 w 187"/>
                <a:gd name="T85" fmla="*/ 11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234">
                  <a:moveTo>
                    <a:pt x="150" y="138"/>
                  </a:moveTo>
                  <a:cubicBezTo>
                    <a:pt x="158" y="123"/>
                    <a:pt x="157" y="127"/>
                    <a:pt x="161" y="118"/>
                  </a:cubicBezTo>
                  <a:cubicBezTo>
                    <a:pt x="162" y="116"/>
                    <a:pt x="163" y="114"/>
                    <a:pt x="163" y="111"/>
                  </a:cubicBezTo>
                  <a:cubicBezTo>
                    <a:pt x="163" y="103"/>
                    <a:pt x="152" y="93"/>
                    <a:pt x="145" y="90"/>
                  </a:cubicBezTo>
                  <a:cubicBezTo>
                    <a:pt x="138" y="89"/>
                    <a:pt x="133" y="91"/>
                    <a:pt x="129" y="95"/>
                  </a:cubicBezTo>
                  <a:cubicBezTo>
                    <a:pt x="122" y="99"/>
                    <a:pt x="110" y="110"/>
                    <a:pt x="110" y="107"/>
                  </a:cubicBezTo>
                  <a:cubicBezTo>
                    <a:pt x="110" y="101"/>
                    <a:pt x="112" y="82"/>
                    <a:pt x="109" y="78"/>
                  </a:cubicBezTo>
                  <a:cubicBezTo>
                    <a:pt x="106" y="74"/>
                    <a:pt x="93" y="68"/>
                    <a:pt x="86" y="67"/>
                  </a:cubicBezTo>
                  <a:cubicBezTo>
                    <a:pt x="86" y="67"/>
                    <a:pt x="86" y="66"/>
                    <a:pt x="88" y="64"/>
                  </a:cubicBezTo>
                  <a:cubicBezTo>
                    <a:pt x="96" y="60"/>
                    <a:pt x="101" y="59"/>
                    <a:pt x="113" y="51"/>
                  </a:cubicBezTo>
                  <a:cubicBezTo>
                    <a:pt x="115" y="50"/>
                    <a:pt x="116" y="50"/>
                    <a:pt x="114" y="53"/>
                  </a:cubicBezTo>
                  <a:cubicBezTo>
                    <a:pt x="111" y="57"/>
                    <a:pt x="107" y="61"/>
                    <a:pt x="103" y="66"/>
                  </a:cubicBezTo>
                  <a:cubicBezTo>
                    <a:pt x="103" y="67"/>
                    <a:pt x="101" y="70"/>
                    <a:pt x="102" y="71"/>
                  </a:cubicBezTo>
                  <a:cubicBezTo>
                    <a:pt x="111" y="70"/>
                    <a:pt x="117" y="61"/>
                    <a:pt x="123" y="57"/>
                  </a:cubicBezTo>
                  <a:cubicBezTo>
                    <a:pt x="132" y="50"/>
                    <a:pt x="136" y="54"/>
                    <a:pt x="145" y="44"/>
                  </a:cubicBezTo>
                  <a:cubicBezTo>
                    <a:pt x="152" y="38"/>
                    <a:pt x="187" y="28"/>
                    <a:pt x="187" y="18"/>
                  </a:cubicBezTo>
                  <a:cubicBezTo>
                    <a:pt x="187" y="16"/>
                    <a:pt x="187" y="13"/>
                    <a:pt x="187" y="10"/>
                  </a:cubicBezTo>
                  <a:cubicBezTo>
                    <a:pt x="187" y="7"/>
                    <a:pt x="178" y="4"/>
                    <a:pt x="171" y="2"/>
                  </a:cubicBezTo>
                  <a:cubicBezTo>
                    <a:pt x="163" y="0"/>
                    <a:pt x="163" y="1"/>
                    <a:pt x="156" y="6"/>
                  </a:cubicBezTo>
                  <a:cubicBezTo>
                    <a:pt x="150" y="11"/>
                    <a:pt x="142" y="17"/>
                    <a:pt x="140" y="18"/>
                  </a:cubicBezTo>
                  <a:cubicBezTo>
                    <a:pt x="136" y="21"/>
                    <a:pt x="116" y="30"/>
                    <a:pt x="110" y="32"/>
                  </a:cubicBezTo>
                  <a:cubicBezTo>
                    <a:pt x="99" y="37"/>
                    <a:pt x="53" y="57"/>
                    <a:pt x="46" y="57"/>
                  </a:cubicBezTo>
                  <a:cubicBezTo>
                    <a:pt x="36" y="57"/>
                    <a:pt x="32" y="53"/>
                    <a:pt x="35" y="65"/>
                  </a:cubicBezTo>
                  <a:cubicBezTo>
                    <a:pt x="37" y="73"/>
                    <a:pt x="43" y="82"/>
                    <a:pt x="48" y="82"/>
                  </a:cubicBezTo>
                  <a:cubicBezTo>
                    <a:pt x="54" y="82"/>
                    <a:pt x="61" y="77"/>
                    <a:pt x="67" y="75"/>
                  </a:cubicBezTo>
                  <a:cubicBezTo>
                    <a:pt x="71" y="73"/>
                    <a:pt x="71" y="73"/>
                    <a:pt x="74" y="77"/>
                  </a:cubicBezTo>
                  <a:cubicBezTo>
                    <a:pt x="77" y="80"/>
                    <a:pt x="80" y="83"/>
                    <a:pt x="83" y="86"/>
                  </a:cubicBezTo>
                  <a:cubicBezTo>
                    <a:pt x="89" y="89"/>
                    <a:pt x="87" y="106"/>
                    <a:pt x="85" y="116"/>
                  </a:cubicBezTo>
                  <a:cubicBezTo>
                    <a:pt x="85" y="121"/>
                    <a:pt x="85" y="125"/>
                    <a:pt x="80" y="129"/>
                  </a:cubicBezTo>
                  <a:cubicBezTo>
                    <a:pt x="75" y="133"/>
                    <a:pt x="66" y="136"/>
                    <a:pt x="63" y="131"/>
                  </a:cubicBezTo>
                  <a:cubicBezTo>
                    <a:pt x="58" y="126"/>
                    <a:pt x="56" y="113"/>
                    <a:pt x="48" y="109"/>
                  </a:cubicBezTo>
                  <a:cubicBezTo>
                    <a:pt x="42" y="109"/>
                    <a:pt x="45" y="117"/>
                    <a:pt x="45" y="123"/>
                  </a:cubicBezTo>
                  <a:cubicBezTo>
                    <a:pt x="45" y="133"/>
                    <a:pt x="45" y="142"/>
                    <a:pt x="45" y="152"/>
                  </a:cubicBezTo>
                  <a:cubicBezTo>
                    <a:pt x="45" y="157"/>
                    <a:pt x="26" y="167"/>
                    <a:pt x="19" y="173"/>
                  </a:cubicBezTo>
                  <a:cubicBezTo>
                    <a:pt x="12" y="179"/>
                    <a:pt x="14" y="172"/>
                    <a:pt x="13" y="167"/>
                  </a:cubicBezTo>
                  <a:cubicBezTo>
                    <a:pt x="11" y="160"/>
                    <a:pt x="10" y="157"/>
                    <a:pt x="7" y="160"/>
                  </a:cubicBezTo>
                  <a:cubicBezTo>
                    <a:pt x="4" y="175"/>
                    <a:pt x="0" y="187"/>
                    <a:pt x="0" y="193"/>
                  </a:cubicBezTo>
                  <a:cubicBezTo>
                    <a:pt x="0" y="198"/>
                    <a:pt x="0" y="203"/>
                    <a:pt x="0" y="208"/>
                  </a:cubicBezTo>
                  <a:cubicBezTo>
                    <a:pt x="0" y="217"/>
                    <a:pt x="3" y="234"/>
                    <a:pt x="14" y="234"/>
                  </a:cubicBezTo>
                  <a:cubicBezTo>
                    <a:pt x="16" y="234"/>
                    <a:pt x="18" y="234"/>
                    <a:pt x="20" y="234"/>
                  </a:cubicBezTo>
                  <a:cubicBezTo>
                    <a:pt x="25" y="234"/>
                    <a:pt x="30" y="229"/>
                    <a:pt x="30" y="222"/>
                  </a:cubicBezTo>
                  <a:cubicBezTo>
                    <a:pt x="30" y="218"/>
                    <a:pt x="30" y="214"/>
                    <a:pt x="30" y="210"/>
                  </a:cubicBezTo>
                  <a:cubicBezTo>
                    <a:pt x="30" y="202"/>
                    <a:pt x="21" y="194"/>
                    <a:pt x="20" y="185"/>
                  </a:cubicBezTo>
                  <a:cubicBezTo>
                    <a:pt x="26" y="181"/>
                    <a:pt x="43" y="168"/>
                    <a:pt x="49" y="164"/>
                  </a:cubicBezTo>
                  <a:cubicBezTo>
                    <a:pt x="49" y="167"/>
                    <a:pt x="49" y="170"/>
                    <a:pt x="49" y="173"/>
                  </a:cubicBezTo>
                  <a:cubicBezTo>
                    <a:pt x="49" y="178"/>
                    <a:pt x="54" y="179"/>
                    <a:pt x="58" y="179"/>
                  </a:cubicBezTo>
                  <a:cubicBezTo>
                    <a:pt x="59" y="179"/>
                    <a:pt x="59" y="178"/>
                    <a:pt x="60" y="178"/>
                  </a:cubicBezTo>
                  <a:cubicBezTo>
                    <a:pt x="63" y="178"/>
                    <a:pt x="64" y="179"/>
                    <a:pt x="63" y="181"/>
                  </a:cubicBezTo>
                  <a:cubicBezTo>
                    <a:pt x="61" y="187"/>
                    <a:pt x="56" y="196"/>
                    <a:pt x="55" y="200"/>
                  </a:cubicBezTo>
                  <a:cubicBezTo>
                    <a:pt x="53" y="208"/>
                    <a:pt x="54" y="219"/>
                    <a:pt x="62" y="219"/>
                  </a:cubicBezTo>
                  <a:cubicBezTo>
                    <a:pt x="63" y="219"/>
                    <a:pt x="65" y="219"/>
                    <a:pt x="66" y="219"/>
                  </a:cubicBezTo>
                  <a:cubicBezTo>
                    <a:pt x="76" y="219"/>
                    <a:pt x="76" y="211"/>
                    <a:pt x="86" y="213"/>
                  </a:cubicBezTo>
                  <a:cubicBezTo>
                    <a:pt x="86" y="213"/>
                    <a:pt x="86" y="214"/>
                    <a:pt x="86" y="214"/>
                  </a:cubicBezTo>
                  <a:cubicBezTo>
                    <a:pt x="87" y="217"/>
                    <a:pt x="82" y="221"/>
                    <a:pt x="79" y="223"/>
                  </a:cubicBezTo>
                  <a:cubicBezTo>
                    <a:pt x="76" y="225"/>
                    <a:pt x="75" y="227"/>
                    <a:pt x="81" y="227"/>
                  </a:cubicBezTo>
                  <a:cubicBezTo>
                    <a:pt x="88" y="227"/>
                    <a:pt x="107" y="214"/>
                    <a:pt x="109" y="209"/>
                  </a:cubicBezTo>
                  <a:cubicBezTo>
                    <a:pt x="109" y="204"/>
                    <a:pt x="110" y="200"/>
                    <a:pt x="106" y="198"/>
                  </a:cubicBezTo>
                  <a:cubicBezTo>
                    <a:pt x="104" y="197"/>
                    <a:pt x="100" y="196"/>
                    <a:pt x="98" y="196"/>
                  </a:cubicBezTo>
                  <a:cubicBezTo>
                    <a:pt x="89" y="197"/>
                    <a:pt x="67" y="199"/>
                    <a:pt x="76" y="190"/>
                  </a:cubicBezTo>
                  <a:cubicBezTo>
                    <a:pt x="79" y="185"/>
                    <a:pt x="82" y="180"/>
                    <a:pt x="83" y="175"/>
                  </a:cubicBezTo>
                  <a:cubicBezTo>
                    <a:pt x="85" y="171"/>
                    <a:pt x="86" y="173"/>
                    <a:pt x="87" y="175"/>
                  </a:cubicBezTo>
                  <a:cubicBezTo>
                    <a:pt x="91" y="180"/>
                    <a:pt x="95" y="186"/>
                    <a:pt x="101" y="192"/>
                  </a:cubicBezTo>
                  <a:cubicBezTo>
                    <a:pt x="102" y="194"/>
                    <a:pt x="106" y="196"/>
                    <a:pt x="110" y="196"/>
                  </a:cubicBezTo>
                  <a:cubicBezTo>
                    <a:pt x="111" y="196"/>
                    <a:pt x="111" y="196"/>
                    <a:pt x="112" y="196"/>
                  </a:cubicBezTo>
                  <a:cubicBezTo>
                    <a:pt x="125" y="198"/>
                    <a:pt x="135" y="166"/>
                    <a:pt x="144" y="151"/>
                  </a:cubicBezTo>
                  <a:cubicBezTo>
                    <a:pt x="147" y="144"/>
                    <a:pt x="146" y="146"/>
                    <a:pt x="150" y="138"/>
                  </a:cubicBezTo>
                  <a:close/>
                  <a:moveTo>
                    <a:pt x="69" y="150"/>
                  </a:moveTo>
                  <a:cubicBezTo>
                    <a:pt x="69" y="149"/>
                    <a:pt x="72" y="147"/>
                    <a:pt x="76" y="146"/>
                  </a:cubicBezTo>
                  <a:cubicBezTo>
                    <a:pt x="78" y="145"/>
                    <a:pt x="76" y="149"/>
                    <a:pt x="75" y="151"/>
                  </a:cubicBezTo>
                  <a:cubicBezTo>
                    <a:pt x="74" y="155"/>
                    <a:pt x="73" y="159"/>
                    <a:pt x="71" y="162"/>
                  </a:cubicBezTo>
                  <a:cubicBezTo>
                    <a:pt x="70" y="164"/>
                    <a:pt x="69" y="163"/>
                    <a:pt x="69" y="161"/>
                  </a:cubicBezTo>
                  <a:cubicBezTo>
                    <a:pt x="69" y="158"/>
                    <a:pt x="69" y="154"/>
                    <a:pt x="69" y="150"/>
                  </a:cubicBezTo>
                  <a:close/>
                  <a:moveTo>
                    <a:pt x="129" y="114"/>
                  </a:moveTo>
                  <a:cubicBezTo>
                    <a:pt x="122" y="130"/>
                    <a:pt x="105" y="173"/>
                    <a:pt x="99" y="174"/>
                  </a:cubicBezTo>
                  <a:cubicBezTo>
                    <a:pt x="95" y="173"/>
                    <a:pt x="92" y="169"/>
                    <a:pt x="88" y="167"/>
                  </a:cubicBezTo>
                  <a:cubicBezTo>
                    <a:pt x="85" y="165"/>
                    <a:pt x="88" y="164"/>
                    <a:pt x="89" y="162"/>
                  </a:cubicBezTo>
                  <a:cubicBezTo>
                    <a:pt x="93" y="154"/>
                    <a:pt x="95" y="147"/>
                    <a:pt x="99" y="139"/>
                  </a:cubicBezTo>
                  <a:cubicBezTo>
                    <a:pt x="101" y="137"/>
                    <a:pt x="102" y="136"/>
                    <a:pt x="103" y="134"/>
                  </a:cubicBezTo>
                  <a:cubicBezTo>
                    <a:pt x="103" y="134"/>
                    <a:pt x="103" y="134"/>
                    <a:pt x="103" y="134"/>
                  </a:cubicBezTo>
                  <a:cubicBezTo>
                    <a:pt x="103" y="133"/>
                    <a:pt x="103" y="133"/>
                    <a:pt x="103" y="132"/>
                  </a:cubicBezTo>
                  <a:cubicBezTo>
                    <a:pt x="103" y="132"/>
                    <a:pt x="104" y="132"/>
                    <a:pt x="104" y="132"/>
                  </a:cubicBezTo>
                  <a:cubicBezTo>
                    <a:pt x="104" y="131"/>
                    <a:pt x="105" y="130"/>
                    <a:pt x="105" y="128"/>
                  </a:cubicBezTo>
                  <a:cubicBezTo>
                    <a:pt x="106" y="126"/>
                    <a:pt x="108" y="124"/>
                    <a:pt x="109" y="122"/>
                  </a:cubicBezTo>
                  <a:cubicBezTo>
                    <a:pt x="113" y="116"/>
                    <a:pt x="119" y="117"/>
                    <a:pt x="122" y="114"/>
                  </a:cubicBezTo>
                  <a:cubicBezTo>
                    <a:pt x="123" y="113"/>
                    <a:pt x="123" y="112"/>
                    <a:pt x="123" y="111"/>
                  </a:cubicBezTo>
                  <a:cubicBezTo>
                    <a:pt x="127" y="108"/>
                    <a:pt x="133" y="110"/>
                    <a:pt x="129"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 name="iŝḷîḋé">
              <a:extLst>
                <a:ext uri="{FF2B5EF4-FFF2-40B4-BE49-F238E27FC236}">
                  <a16:creationId xmlns:a16="http://schemas.microsoft.com/office/drawing/2014/main" id="{4B1FC94E-A4B4-C721-7843-85648CB6FB3E}"/>
                </a:ext>
              </a:extLst>
            </p:cNvPr>
            <p:cNvSpPr/>
            <p:nvPr/>
          </p:nvSpPr>
          <p:spPr bwMode="auto">
            <a:xfrm>
              <a:off x="5664200" y="2649538"/>
              <a:ext cx="823913" cy="1020763"/>
            </a:xfrm>
            <a:custGeom>
              <a:avLst/>
              <a:gdLst>
                <a:gd name="T0" fmla="*/ 94 w 250"/>
                <a:gd name="T1" fmla="*/ 286 h 309"/>
                <a:gd name="T2" fmla="*/ 156 w 250"/>
                <a:gd name="T3" fmla="*/ 234 h 309"/>
                <a:gd name="T4" fmla="*/ 155 w 250"/>
                <a:gd name="T5" fmla="*/ 204 h 309"/>
                <a:gd name="T6" fmla="*/ 165 w 250"/>
                <a:gd name="T7" fmla="*/ 177 h 309"/>
                <a:gd name="T8" fmla="*/ 151 w 250"/>
                <a:gd name="T9" fmla="*/ 154 h 309"/>
                <a:gd name="T10" fmla="*/ 189 w 250"/>
                <a:gd name="T11" fmla="*/ 138 h 309"/>
                <a:gd name="T12" fmla="*/ 188 w 250"/>
                <a:gd name="T13" fmla="*/ 143 h 309"/>
                <a:gd name="T14" fmla="*/ 210 w 250"/>
                <a:gd name="T15" fmla="*/ 138 h 309"/>
                <a:gd name="T16" fmla="*/ 237 w 250"/>
                <a:gd name="T17" fmla="*/ 132 h 309"/>
                <a:gd name="T18" fmla="*/ 244 w 250"/>
                <a:gd name="T19" fmla="*/ 108 h 309"/>
                <a:gd name="T20" fmla="*/ 177 w 250"/>
                <a:gd name="T21" fmla="*/ 121 h 309"/>
                <a:gd name="T22" fmla="*/ 149 w 250"/>
                <a:gd name="T23" fmla="*/ 125 h 309"/>
                <a:gd name="T24" fmla="*/ 164 w 250"/>
                <a:gd name="T25" fmla="*/ 99 h 309"/>
                <a:gd name="T26" fmla="*/ 179 w 250"/>
                <a:gd name="T27" fmla="*/ 110 h 309"/>
                <a:gd name="T28" fmla="*/ 210 w 250"/>
                <a:gd name="T29" fmla="*/ 80 h 309"/>
                <a:gd name="T30" fmla="*/ 212 w 250"/>
                <a:gd name="T31" fmla="*/ 43 h 309"/>
                <a:gd name="T32" fmla="*/ 179 w 250"/>
                <a:gd name="T33" fmla="*/ 49 h 309"/>
                <a:gd name="T34" fmla="*/ 157 w 250"/>
                <a:gd name="T35" fmla="*/ 0 h 309"/>
                <a:gd name="T36" fmla="*/ 153 w 250"/>
                <a:gd name="T37" fmla="*/ 30 h 309"/>
                <a:gd name="T38" fmla="*/ 130 w 250"/>
                <a:gd name="T39" fmla="*/ 72 h 309"/>
                <a:gd name="T40" fmla="*/ 99 w 250"/>
                <a:gd name="T41" fmla="*/ 49 h 309"/>
                <a:gd name="T42" fmla="*/ 95 w 250"/>
                <a:gd name="T43" fmla="*/ 61 h 309"/>
                <a:gd name="T44" fmla="*/ 91 w 250"/>
                <a:gd name="T45" fmla="*/ 85 h 309"/>
                <a:gd name="T46" fmla="*/ 85 w 250"/>
                <a:gd name="T47" fmla="*/ 105 h 309"/>
                <a:gd name="T48" fmla="*/ 86 w 250"/>
                <a:gd name="T49" fmla="*/ 114 h 309"/>
                <a:gd name="T50" fmla="*/ 112 w 250"/>
                <a:gd name="T51" fmla="*/ 112 h 309"/>
                <a:gd name="T52" fmla="*/ 134 w 250"/>
                <a:gd name="T53" fmla="*/ 91 h 309"/>
                <a:gd name="T54" fmla="*/ 133 w 250"/>
                <a:gd name="T55" fmla="*/ 108 h 309"/>
                <a:gd name="T56" fmla="*/ 113 w 250"/>
                <a:gd name="T57" fmla="*/ 142 h 309"/>
                <a:gd name="T58" fmla="*/ 61 w 250"/>
                <a:gd name="T59" fmla="*/ 161 h 309"/>
                <a:gd name="T60" fmla="*/ 2 w 250"/>
                <a:gd name="T61" fmla="*/ 179 h 309"/>
                <a:gd name="T62" fmla="*/ 0 w 250"/>
                <a:gd name="T63" fmla="*/ 188 h 309"/>
                <a:gd name="T64" fmla="*/ 22 w 250"/>
                <a:gd name="T65" fmla="*/ 214 h 309"/>
                <a:gd name="T66" fmla="*/ 63 w 250"/>
                <a:gd name="T67" fmla="*/ 188 h 309"/>
                <a:gd name="T68" fmla="*/ 109 w 250"/>
                <a:gd name="T69" fmla="*/ 168 h 309"/>
                <a:gd name="T70" fmla="*/ 110 w 250"/>
                <a:gd name="T71" fmla="*/ 220 h 309"/>
                <a:gd name="T72" fmla="*/ 85 w 250"/>
                <a:gd name="T73" fmla="*/ 266 h 309"/>
                <a:gd name="T74" fmla="*/ 28 w 250"/>
                <a:gd name="T75" fmla="*/ 280 h 309"/>
                <a:gd name="T76" fmla="*/ 51 w 250"/>
                <a:gd name="T77" fmla="*/ 307 h 309"/>
                <a:gd name="T78" fmla="*/ 141 w 250"/>
                <a:gd name="T79" fmla="*/ 177 h 309"/>
                <a:gd name="T80" fmla="*/ 126 w 250"/>
                <a:gd name="T81" fmla="*/ 202 h 309"/>
                <a:gd name="T82" fmla="*/ 136 w 250"/>
                <a:gd name="T83" fmla="*/ 157 h 309"/>
                <a:gd name="T84" fmla="*/ 187 w 250"/>
                <a:gd name="T85" fmla="*/ 60 h 309"/>
                <a:gd name="T86" fmla="*/ 172 w 250"/>
                <a:gd name="T87" fmla="*/ 91 h 309"/>
                <a:gd name="T88" fmla="*/ 164 w 250"/>
                <a:gd name="T89" fmla="*/ 88 h 309"/>
                <a:gd name="T90" fmla="*/ 183 w 250"/>
                <a:gd name="T91" fmla="*/ 6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0" h="309">
                  <a:moveTo>
                    <a:pt x="51" y="307"/>
                  </a:moveTo>
                  <a:cubicBezTo>
                    <a:pt x="66" y="307"/>
                    <a:pt x="85" y="294"/>
                    <a:pt x="94" y="286"/>
                  </a:cubicBezTo>
                  <a:cubicBezTo>
                    <a:pt x="106" y="275"/>
                    <a:pt x="135" y="244"/>
                    <a:pt x="144" y="229"/>
                  </a:cubicBezTo>
                  <a:cubicBezTo>
                    <a:pt x="147" y="229"/>
                    <a:pt x="153" y="234"/>
                    <a:pt x="156" y="234"/>
                  </a:cubicBezTo>
                  <a:cubicBezTo>
                    <a:pt x="166" y="237"/>
                    <a:pt x="171" y="230"/>
                    <a:pt x="171" y="221"/>
                  </a:cubicBezTo>
                  <a:cubicBezTo>
                    <a:pt x="171" y="210"/>
                    <a:pt x="163" y="204"/>
                    <a:pt x="155" y="204"/>
                  </a:cubicBezTo>
                  <a:cubicBezTo>
                    <a:pt x="157" y="196"/>
                    <a:pt x="162" y="189"/>
                    <a:pt x="163" y="182"/>
                  </a:cubicBezTo>
                  <a:cubicBezTo>
                    <a:pt x="163" y="178"/>
                    <a:pt x="163" y="179"/>
                    <a:pt x="165" y="177"/>
                  </a:cubicBezTo>
                  <a:cubicBezTo>
                    <a:pt x="168" y="173"/>
                    <a:pt x="169" y="168"/>
                    <a:pt x="164" y="164"/>
                  </a:cubicBezTo>
                  <a:cubicBezTo>
                    <a:pt x="160" y="161"/>
                    <a:pt x="155" y="158"/>
                    <a:pt x="151" y="154"/>
                  </a:cubicBezTo>
                  <a:cubicBezTo>
                    <a:pt x="149" y="153"/>
                    <a:pt x="148" y="152"/>
                    <a:pt x="151" y="151"/>
                  </a:cubicBezTo>
                  <a:cubicBezTo>
                    <a:pt x="164" y="145"/>
                    <a:pt x="176" y="141"/>
                    <a:pt x="189" y="138"/>
                  </a:cubicBezTo>
                  <a:cubicBezTo>
                    <a:pt x="192" y="137"/>
                    <a:pt x="193" y="137"/>
                    <a:pt x="191" y="140"/>
                  </a:cubicBezTo>
                  <a:cubicBezTo>
                    <a:pt x="188" y="143"/>
                    <a:pt x="188" y="143"/>
                    <a:pt x="188" y="143"/>
                  </a:cubicBezTo>
                  <a:cubicBezTo>
                    <a:pt x="186" y="146"/>
                    <a:pt x="190" y="147"/>
                    <a:pt x="191" y="146"/>
                  </a:cubicBezTo>
                  <a:cubicBezTo>
                    <a:pt x="196" y="142"/>
                    <a:pt x="203" y="138"/>
                    <a:pt x="210" y="138"/>
                  </a:cubicBezTo>
                  <a:cubicBezTo>
                    <a:pt x="218" y="139"/>
                    <a:pt x="225" y="138"/>
                    <a:pt x="230" y="135"/>
                  </a:cubicBezTo>
                  <a:cubicBezTo>
                    <a:pt x="237" y="132"/>
                    <a:pt x="237" y="132"/>
                    <a:pt x="237" y="132"/>
                  </a:cubicBezTo>
                  <a:cubicBezTo>
                    <a:pt x="242" y="129"/>
                    <a:pt x="249" y="127"/>
                    <a:pt x="249" y="119"/>
                  </a:cubicBezTo>
                  <a:cubicBezTo>
                    <a:pt x="249" y="111"/>
                    <a:pt x="250" y="112"/>
                    <a:pt x="244" y="108"/>
                  </a:cubicBezTo>
                  <a:cubicBezTo>
                    <a:pt x="240" y="105"/>
                    <a:pt x="235" y="103"/>
                    <a:pt x="225" y="103"/>
                  </a:cubicBezTo>
                  <a:cubicBezTo>
                    <a:pt x="217" y="102"/>
                    <a:pt x="211" y="112"/>
                    <a:pt x="177" y="121"/>
                  </a:cubicBezTo>
                  <a:cubicBezTo>
                    <a:pt x="168" y="125"/>
                    <a:pt x="161" y="129"/>
                    <a:pt x="151" y="131"/>
                  </a:cubicBezTo>
                  <a:cubicBezTo>
                    <a:pt x="146" y="132"/>
                    <a:pt x="147" y="128"/>
                    <a:pt x="149" y="125"/>
                  </a:cubicBezTo>
                  <a:cubicBezTo>
                    <a:pt x="154" y="117"/>
                    <a:pt x="156" y="108"/>
                    <a:pt x="160" y="99"/>
                  </a:cubicBezTo>
                  <a:cubicBezTo>
                    <a:pt x="162" y="95"/>
                    <a:pt x="162" y="95"/>
                    <a:pt x="164" y="99"/>
                  </a:cubicBezTo>
                  <a:cubicBezTo>
                    <a:pt x="167" y="103"/>
                    <a:pt x="169" y="107"/>
                    <a:pt x="172" y="111"/>
                  </a:cubicBezTo>
                  <a:cubicBezTo>
                    <a:pt x="173" y="112"/>
                    <a:pt x="176" y="112"/>
                    <a:pt x="179" y="110"/>
                  </a:cubicBezTo>
                  <a:cubicBezTo>
                    <a:pt x="181" y="107"/>
                    <a:pt x="184" y="105"/>
                    <a:pt x="187" y="102"/>
                  </a:cubicBezTo>
                  <a:cubicBezTo>
                    <a:pt x="194" y="97"/>
                    <a:pt x="202" y="89"/>
                    <a:pt x="210" y="80"/>
                  </a:cubicBezTo>
                  <a:cubicBezTo>
                    <a:pt x="218" y="73"/>
                    <a:pt x="223" y="67"/>
                    <a:pt x="223" y="63"/>
                  </a:cubicBezTo>
                  <a:cubicBezTo>
                    <a:pt x="221" y="53"/>
                    <a:pt x="213" y="52"/>
                    <a:pt x="212" y="43"/>
                  </a:cubicBezTo>
                  <a:cubicBezTo>
                    <a:pt x="211" y="38"/>
                    <a:pt x="211" y="37"/>
                    <a:pt x="205" y="37"/>
                  </a:cubicBezTo>
                  <a:cubicBezTo>
                    <a:pt x="196" y="38"/>
                    <a:pt x="188" y="47"/>
                    <a:pt x="179" y="49"/>
                  </a:cubicBezTo>
                  <a:cubicBezTo>
                    <a:pt x="181" y="46"/>
                    <a:pt x="190" y="28"/>
                    <a:pt x="190" y="24"/>
                  </a:cubicBezTo>
                  <a:cubicBezTo>
                    <a:pt x="188" y="9"/>
                    <a:pt x="174" y="0"/>
                    <a:pt x="157" y="0"/>
                  </a:cubicBezTo>
                  <a:cubicBezTo>
                    <a:pt x="150" y="0"/>
                    <a:pt x="149" y="0"/>
                    <a:pt x="148" y="7"/>
                  </a:cubicBezTo>
                  <a:cubicBezTo>
                    <a:pt x="148" y="14"/>
                    <a:pt x="160" y="13"/>
                    <a:pt x="153" y="30"/>
                  </a:cubicBezTo>
                  <a:cubicBezTo>
                    <a:pt x="152" y="35"/>
                    <a:pt x="150" y="51"/>
                    <a:pt x="148" y="55"/>
                  </a:cubicBezTo>
                  <a:cubicBezTo>
                    <a:pt x="142" y="70"/>
                    <a:pt x="142" y="65"/>
                    <a:pt x="130" y="72"/>
                  </a:cubicBezTo>
                  <a:cubicBezTo>
                    <a:pt x="126" y="75"/>
                    <a:pt x="119" y="81"/>
                    <a:pt x="112" y="85"/>
                  </a:cubicBezTo>
                  <a:cubicBezTo>
                    <a:pt x="113" y="75"/>
                    <a:pt x="104" y="49"/>
                    <a:pt x="99" y="49"/>
                  </a:cubicBezTo>
                  <a:cubicBezTo>
                    <a:pt x="93" y="49"/>
                    <a:pt x="93" y="51"/>
                    <a:pt x="93" y="56"/>
                  </a:cubicBezTo>
                  <a:cubicBezTo>
                    <a:pt x="93" y="60"/>
                    <a:pt x="95" y="57"/>
                    <a:pt x="95" y="61"/>
                  </a:cubicBezTo>
                  <a:cubicBezTo>
                    <a:pt x="95" y="65"/>
                    <a:pt x="95" y="69"/>
                    <a:pt x="95" y="73"/>
                  </a:cubicBezTo>
                  <a:cubicBezTo>
                    <a:pt x="95" y="79"/>
                    <a:pt x="94" y="82"/>
                    <a:pt x="91" y="85"/>
                  </a:cubicBezTo>
                  <a:cubicBezTo>
                    <a:pt x="89" y="88"/>
                    <a:pt x="89" y="90"/>
                    <a:pt x="89" y="93"/>
                  </a:cubicBezTo>
                  <a:cubicBezTo>
                    <a:pt x="90" y="101"/>
                    <a:pt x="87" y="103"/>
                    <a:pt x="85" y="105"/>
                  </a:cubicBezTo>
                  <a:cubicBezTo>
                    <a:pt x="82" y="107"/>
                    <a:pt x="84" y="108"/>
                    <a:pt x="84" y="111"/>
                  </a:cubicBezTo>
                  <a:cubicBezTo>
                    <a:pt x="84" y="113"/>
                    <a:pt x="86" y="112"/>
                    <a:pt x="86" y="114"/>
                  </a:cubicBezTo>
                  <a:cubicBezTo>
                    <a:pt x="86" y="119"/>
                    <a:pt x="88" y="134"/>
                    <a:pt x="97" y="131"/>
                  </a:cubicBezTo>
                  <a:cubicBezTo>
                    <a:pt x="105" y="128"/>
                    <a:pt x="108" y="119"/>
                    <a:pt x="112" y="112"/>
                  </a:cubicBezTo>
                  <a:cubicBezTo>
                    <a:pt x="115" y="108"/>
                    <a:pt x="117" y="106"/>
                    <a:pt x="121" y="103"/>
                  </a:cubicBezTo>
                  <a:cubicBezTo>
                    <a:pt x="125" y="100"/>
                    <a:pt x="131" y="95"/>
                    <a:pt x="134" y="91"/>
                  </a:cubicBezTo>
                  <a:cubicBezTo>
                    <a:pt x="137" y="88"/>
                    <a:pt x="141" y="82"/>
                    <a:pt x="138" y="91"/>
                  </a:cubicBezTo>
                  <a:cubicBezTo>
                    <a:pt x="136" y="98"/>
                    <a:pt x="135" y="101"/>
                    <a:pt x="133" y="108"/>
                  </a:cubicBezTo>
                  <a:cubicBezTo>
                    <a:pt x="130" y="117"/>
                    <a:pt x="128" y="124"/>
                    <a:pt x="124" y="134"/>
                  </a:cubicBezTo>
                  <a:cubicBezTo>
                    <a:pt x="122" y="139"/>
                    <a:pt x="121" y="140"/>
                    <a:pt x="113" y="142"/>
                  </a:cubicBezTo>
                  <a:cubicBezTo>
                    <a:pt x="79" y="154"/>
                    <a:pt x="79" y="154"/>
                    <a:pt x="79" y="154"/>
                  </a:cubicBezTo>
                  <a:cubicBezTo>
                    <a:pt x="77" y="155"/>
                    <a:pt x="65" y="160"/>
                    <a:pt x="61" y="161"/>
                  </a:cubicBezTo>
                  <a:cubicBezTo>
                    <a:pt x="54" y="163"/>
                    <a:pt x="50" y="166"/>
                    <a:pt x="43" y="169"/>
                  </a:cubicBezTo>
                  <a:cubicBezTo>
                    <a:pt x="25" y="176"/>
                    <a:pt x="29" y="179"/>
                    <a:pt x="2" y="179"/>
                  </a:cubicBezTo>
                  <a:cubicBezTo>
                    <a:pt x="1" y="181"/>
                    <a:pt x="0" y="182"/>
                    <a:pt x="0" y="186"/>
                  </a:cubicBezTo>
                  <a:cubicBezTo>
                    <a:pt x="0" y="187"/>
                    <a:pt x="0" y="187"/>
                    <a:pt x="0" y="188"/>
                  </a:cubicBezTo>
                  <a:cubicBezTo>
                    <a:pt x="0" y="195"/>
                    <a:pt x="14" y="214"/>
                    <a:pt x="21" y="214"/>
                  </a:cubicBezTo>
                  <a:cubicBezTo>
                    <a:pt x="22" y="214"/>
                    <a:pt x="22" y="214"/>
                    <a:pt x="22" y="214"/>
                  </a:cubicBezTo>
                  <a:cubicBezTo>
                    <a:pt x="28" y="214"/>
                    <a:pt x="37" y="203"/>
                    <a:pt x="41" y="199"/>
                  </a:cubicBezTo>
                  <a:cubicBezTo>
                    <a:pt x="48" y="194"/>
                    <a:pt x="55" y="192"/>
                    <a:pt x="63" y="188"/>
                  </a:cubicBezTo>
                  <a:cubicBezTo>
                    <a:pt x="70" y="184"/>
                    <a:pt x="79" y="182"/>
                    <a:pt x="86" y="178"/>
                  </a:cubicBezTo>
                  <a:cubicBezTo>
                    <a:pt x="95" y="175"/>
                    <a:pt x="101" y="170"/>
                    <a:pt x="109" y="168"/>
                  </a:cubicBezTo>
                  <a:cubicBezTo>
                    <a:pt x="109" y="181"/>
                    <a:pt x="98" y="184"/>
                    <a:pt x="98" y="201"/>
                  </a:cubicBezTo>
                  <a:cubicBezTo>
                    <a:pt x="98" y="208"/>
                    <a:pt x="107" y="216"/>
                    <a:pt x="110" y="220"/>
                  </a:cubicBezTo>
                  <a:cubicBezTo>
                    <a:pt x="114" y="221"/>
                    <a:pt x="118" y="223"/>
                    <a:pt x="122" y="224"/>
                  </a:cubicBezTo>
                  <a:cubicBezTo>
                    <a:pt x="113" y="236"/>
                    <a:pt x="113" y="237"/>
                    <a:pt x="85" y="266"/>
                  </a:cubicBezTo>
                  <a:cubicBezTo>
                    <a:pt x="77" y="275"/>
                    <a:pt x="61" y="286"/>
                    <a:pt x="52" y="286"/>
                  </a:cubicBezTo>
                  <a:cubicBezTo>
                    <a:pt x="44" y="286"/>
                    <a:pt x="35" y="282"/>
                    <a:pt x="28" y="280"/>
                  </a:cubicBezTo>
                  <a:cubicBezTo>
                    <a:pt x="19" y="277"/>
                    <a:pt x="17" y="283"/>
                    <a:pt x="17" y="293"/>
                  </a:cubicBezTo>
                  <a:cubicBezTo>
                    <a:pt x="18" y="309"/>
                    <a:pt x="37" y="306"/>
                    <a:pt x="51" y="307"/>
                  </a:cubicBezTo>
                  <a:close/>
                  <a:moveTo>
                    <a:pt x="138" y="157"/>
                  </a:moveTo>
                  <a:cubicBezTo>
                    <a:pt x="141" y="165"/>
                    <a:pt x="144" y="163"/>
                    <a:pt x="141" y="177"/>
                  </a:cubicBezTo>
                  <a:cubicBezTo>
                    <a:pt x="139" y="181"/>
                    <a:pt x="136" y="188"/>
                    <a:pt x="133" y="197"/>
                  </a:cubicBezTo>
                  <a:cubicBezTo>
                    <a:pt x="132" y="202"/>
                    <a:pt x="130" y="202"/>
                    <a:pt x="126" y="202"/>
                  </a:cubicBezTo>
                  <a:cubicBezTo>
                    <a:pt x="123" y="202"/>
                    <a:pt x="122" y="198"/>
                    <a:pt x="122" y="193"/>
                  </a:cubicBezTo>
                  <a:cubicBezTo>
                    <a:pt x="125" y="183"/>
                    <a:pt x="134" y="162"/>
                    <a:pt x="136" y="157"/>
                  </a:cubicBezTo>
                  <a:cubicBezTo>
                    <a:pt x="137" y="154"/>
                    <a:pt x="137" y="155"/>
                    <a:pt x="138" y="157"/>
                  </a:cubicBezTo>
                  <a:close/>
                  <a:moveTo>
                    <a:pt x="187" y="60"/>
                  </a:moveTo>
                  <a:cubicBezTo>
                    <a:pt x="192" y="59"/>
                    <a:pt x="191" y="58"/>
                    <a:pt x="188" y="63"/>
                  </a:cubicBezTo>
                  <a:cubicBezTo>
                    <a:pt x="184" y="71"/>
                    <a:pt x="173" y="91"/>
                    <a:pt x="172" y="91"/>
                  </a:cubicBezTo>
                  <a:cubicBezTo>
                    <a:pt x="168" y="91"/>
                    <a:pt x="169" y="90"/>
                    <a:pt x="165" y="90"/>
                  </a:cubicBezTo>
                  <a:cubicBezTo>
                    <a:pt x="164" y="90"/>
                    <a:pt x="164" y="90"/>
                    <a:pt x="164" y="88"/>
                  </a:cubicBezTo>
                  <a:cubicBezTo>
                    <a:pt x="167" y="84"/>
                    <a:pt x="169" y="73"/>
                    <a:pt x="173" y="69"/>
                  </a:cubicBezTo>
                  <a:cubicBezTo>
                    <a:pt x="177" y="67"/>
                    <a:pt x="181" y="66"/>
                    <a:pt x="183" y="61"/>
                  </a:cubicBezTo>
                  <a:lnTo>
                    <a:pt x="187"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 name="í$ḻîdê">
              <a:extLst>
                <a:ext uri="{FF2B5EF4-FFF2-40B4-BE49-F238E27FC236}">
                  <a16:creationId xmlns:a16="http://schemas.microsoft.com/office/drawing/2014/main" id="{90C6C603-8011-2936-7C77-F6401B64D23E}"/>
                </a:ext>
              </a:extLst>
            </p:cNvPr>
            <p:cNvSpPr/>
            <p:nvPr/>
          </p:nvSpPr>
          <p:spPr bwMode="auto">
            <a:xfrm>
              <a:off x="6459538" y="2708276"/>
              <a:ext cx="714375" cy="855663"/>
            </a:xfrm>
            <a:custGeom>
              <a:avLst/>
              <a:gdLst>
                <a:gd name="T0" fmla="*/ 81 w 217"/>
                <a:gd name="T1" fmla="*/ 129 h 259"/>
                <a:gd name="T2" fmla="*/ 94 w 217"/>
                <a:gd name="T3" fmla="*/ 123 h 259"/>
                <a:gd name="T4" fmla="*/ 106 w 217"/>
                <a:gd name="T5" fmla="*/ 123 h 259"/>
                <a:gd name="T6" fmla="*/ 137 w 217"/>
                <a:gd name="T7" fmla="*/ 99 h 259"/>
                <a:gd name="T8" fmla="*/ 130 w 217"/>
                <a:gd name="T9" fmla="*/ 120 h 259"/>
                <a:gd name="T10" fmla="*/ 156 w 217"/>
                <a:gd name="T11" fmla="*/ 109 h 259"/>
                <a:gd name="T12" fmla="*/ 173 w 217"/>
                <a:gd name="T13" fmla="*/ 89 h 259"/>
                <a:gd name="T14" fmla="*/ 149 w 217"/>
                <a:gd name="T15" fmla="*/ 77 h 259"/>
                <a:gd name="T16" fmla="*/ 140 w 217"/>
                <a:gd name="T17" fmla="*/ 75 h 259"/>
                <a:gd name="T18" fmla="*/ 100 w 217"/>
                <a:gd name="T19" fmla="*/ 99 h 259"/>
                <a:gd name="T20" fmla="*/ 96 w 217"/>
                <a:gd name="T21" fmla="*/ 80 h 259"/>
                <a:gd name="T22" fmla="*/ 78 w 217"/>
                <a:gd name="T23" fmla="*/ 106 h 259"/>
                <a:gd name="T24" fmla="*/ 58 w 217"/>
                <a:gd name="T25" fmla="*/ 142 h 259"/>
                <a:gd name="T26" fmla="*/ 135 w 217"/>
                <a:gd name="T27" fmla="*/ 57 h 259"/>
                <a:gd name="T28" fmla="*/ 68 w 217"/>
                <a:gd name="T29" fmla="*/ 62 h 259"/>
                <a:gd name="T30" fmla="*/ 97 w 217"/>
                <a:gd name="T31" fmla="*/ 52 h 259"/>
                <a:gd name="T32" fmla="*/ 103 w 217"/>
                <a:gd name="T33" fmla="*/ 17 h 259"/>
                <a:gd name="T34" fmla="*/ 103 w 217"/>
                <a:gd name="T35" fmla="*/ 1 h 259"/>
                <a:gd name="T36" fmla="*/ 143 w 217"/>
                <a:gd name="T37" fmla="*/ 25 h 259"/>
                <a:gd name="T38" fmla="*/ 164 w 217"/>
                <a:gd name="T39" fmla="*/ 22 h 259"/>
                <a:gd name="T40" fmla="*/ 183 w 217"/>
                <a:gd name="T41" fmla="*/ 43 h 259"/>
                <a:gd name="T42" fmla="*/ 137 w 217"/>
                <a:gd name="T43" fmla="*/ 64 h 259"/>
                <a:gd name="T44" fmla="*/ 28 w 217"/>
                <a:gd name="T45" fmla="*/ 257 h 259"/>
                <a:gd name="T46" fmla="*/ 24 w 217"/>
                <a:gd name="T47" fmla="*/ 247 h 259"/>
                <a:gd name="T48" fmla="*/ 99 w 217"/>
                <a:gd name="T49" fmla="*/ 165 h 259"/>
                <a:gd name="T50" fmla="*/ 84 w 217"/>
                <a:gd name="T51" fmla="*/ 134 h 259"/>
                <a:gd name="T52" fmla="*/ 113 w 217"/>
                <a:gd name="T53" fmla="*/ 150 h 259"/>
                <a:gd name="T54" fmla="*/ 124 w 217"/>
                <a:gd name="T55" fmla="*/ 122 h 259"/>
                <a:gd name="T56" fmla="*/ 138 w 217"/>
                <a:gd name="T57" fmla="*/ 131 h 259"/>
                <a:gd name="T58" fmla="*/ 146 w 217"/>
                <a:gd name="T59" fmla="*/ 148 h 259"/>
                <a:gd name="T60" fmla="*/ 133 w 217"/>
                <a:gd name="T61" fmla="*/ 173 h 259"/>
                <a:gd name="T62" fmla="*/ 207 w 217"/>
                <a:gd name="T63" fmla="*/ 236 h 259"/>
                <a:gd name="T64" fmla="*/ 173 w 217"/>
                <a:gd name="T65" fmla="*/ 251 h 259"/>
                <a:gd name="T66" fmla="*/ 136 w 217"/>
                <a:gd name="T67" fmla="*/ 224 h 259"/>
                <a:gd name="T68" fmla="*/ 113 w 217"/>
                <a:gd name="T69" fmla="*/ 194 h 259"/>
                <a:gd name="T70" fmla="*/ 95 w 217"/>
                <a:gd name="T71" fmla="*/ 213 h 259"/>
                <a:gd name="T72" fmla="*/ 28 w 217"/>
                <a:gd name="T73" fmla="*/ 257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7" h="259">
                  <a:moveTo>
                    <a:pt x="64" y="143"/>
                  </a:moveTo>
                  <a:cubicBezTo>
                    <a:pt x="68" y="141"/>
                    <a:pt x="75" y="134"/>
                    <a:pt x="81" y="129"/>
                  </a:cubicBezTo>
                  <a:cubicBezTo>
                    <a:pt x="81" y="128"/>
                    <a:pt x="83" y="129"/>
                    <a:pt x="84" y="129"/>
                  </a:cubicBezTo>
                  <a:cubicBezTo>
                    <a:pt x="88" y="127"/>
                    <a:pt x="91" y="124"/>
                    <a:pt x="94" y="123"/>
                  </a:cubicBezTo>
                  <a:cubicBezTo>
                    <a:pt x="96" y="123"/>
                    <a:pt x="98" y="125"/>
                    <a:pt x="100" y="125"/>
                  </a:cubicBezTo>
                  <a:cubicBezTo>
                    <a:pt x="101" y="126"/>
                    <a:pt x="105" y="124"/>
                    <a:pt x="106" y="123"/>
                  </a:cubicBezTo>
                  <a:cubicBezTo>
                    <a:pt x="113" y="121"/>
                    <a:pt x="114" y="115"/>
                    <a:pt x="121" y="113"/>
                  </a:cubicBezTo>
                  <a:cubicBezTo>
                    <a:pt x="122" y="113"/>
                    <a:pt x="134" y="99"/>
                    <a:pt x="137" y="99"/>
                  </a:cubicBezTo>
                  <a:cubicBezTo>
                    <a:pt x="138" y="99"/>
                    <a:pt x="140" y="102"/>
                    <a:pt x="130" y="112"/>
                  </a:cubicBezTo>
                  <a:cubicBezTo>
                    <a:pt x="128" y="114"/>
                    <a:pt x="128" y="118"/>
                    <a:pt x="130" y="120"/>
                  </a:cubicBezTo>
                  <a:cubicBezTo>
                    <a:pt x="132" y="121"/>
                    <a:pt x="135" y="121"/>
                    <a:pt x="138" y="120"/>
                  </a:cubicBezTo>
                  <a:cubicBezTo>
                    <a:pt x="144" y="117"/>
                    <a:pt x="150" y="112"/>
                    <a:pt x="156" y="109"/>
                  </a:cubicBezTo>
                  <a:cubicBezTo>
                    <a:pt x="162" y="105"/>
                    <a:pt x="168" y="106"/>
                    <a:pt x="173" y="101"/>
                  </a:cubicBezTo>
                  <a:cubicBezTo>
                    <a:pt x="175" y="100"/>
                    <a:pt x="174" y="91"/>
                    <a:pt x="173" y="89"/>
                  </a:cubicBezTo>
                  <a:cubicBezTo>
                    <a:pt x="170" y="86"/>
                    <a:pt x="167" y="86"/>
                    <a:pt x="163" y="83"/>
                  </a:cubicBezTo>
                  <a:cubicBezTo>
                    <a:pt x="160" y="82"/>
                    <a:pt x="153" y="80"/>
                    <a:pt x="149" y="77"/>
                  </a:cubicBezTo>
                  <a:cubicBezTo>
                    <a:pt x="148" y="76"/>
                    <a:pt x="150" y="75"/>
                    <a:pt x="148" y="75"/>
                  </a:cubicBezTo>
                  <a:cubicBezTo>
                    <a:pt x="146" y="74"/>
                    <a:pt x="142" y="73"/>
                    <a:pt x="140" y="75"/>
                  </a:cubicBezTo>
                  <a:cubicBezTo>
                    <a:pt x="126" y="87"/>
                    <a:pt x="115" y="99"/>
                    <a:pt x="108" y="101"/>
                  </a:cubicBezTo>
                  <a:cubicBezTo>
                    <a:pt x="106" y="102"/>
                    <a:pt x="101" y="102"/>
                    <a:pt x="100" y="99"/>
                  </a:cubicBezTo>
                  <a:cubicBezTo>
                    <a:pt x="100" y="93"/>
                    <a:pt x="103" y="89"/>
                    <a:pt x="102" y="84"/>
                  </a:cubicBezTo>
                  <a:cubicBezTo>
                    <a:pt x="101" y="82"/>
                    <a:pt x="97" y="79"/>
                    <a:pt x="96" y="80"/>
                  </a:cubicBezTo>
                  <a:cubicBezTo>
                    <a:pt x="91" y="84"/>
                    <a:pt x="93" y="88"/>
                    <a:pt x="89" y="92"/>
                  </a:cubicBezTo>
                  <a:cubicBezTo>
                    <a:pt x="86" y="97"/>
                    <a:pt x="83" y="103"/>
                    <a:pt x="78" y="106"/>
                  </a:cubicBezTo>
                  <a:cubicBezTo>
                    <a:pt x="74" y="110"/>
                    <a:pt x="54" y="128"/>
                    <a:pt x="56" y="136"/>
                  </a:cubicBezTo>
                  <a:cubicBezTo>
                    <a:pt x="55" y="138"/>
                    <a:pt x="56" y="141"/>
                    <a:pt x="58" y="142"/>
                  </a:cubicBezTo>
                  <a:cubicBezTo>
                    <a:pt x="59" y="143"/>
                    <a:pt x="63" y="144"/>
                    <a:pt x="64" y="143"/>
                  </a:cubicBezTo>
                  <a:close/>
                  <a:moveTo>
                    <a:pt x="135" y="57"/>
                  </a:moveTo>
                  <a:cubicBezTo>
                    <a:pt x="117" y="66"/>
                    <a:pt x="83" y="81"/>
                    <a:pt x="66" y="73"/>
                  </a:cubicBezTo>
                  <a:cubicBezTo>
                    <a:pt x="54" y="63"/>
                    <a:pt x="61" y="60"/>
                    <a:pt x="68" y="62"/>
                  </a:cubicBezTo>
                  <a:cubicBezTo>
                    <a:pt x="71" y="62"/>
                    <a:pt x="72" y="63"/>
                    <a:pt x="74" y="61"/>
                  </a:cubicBezTo>
                  <a:cubicBezTo>
                    <a:pt x="81" y="58"/>
                    <a:pt x="91" y="53"/>
                    <a:pt x="97" y="52"/>
                  </a:cubicBezTo>
                  <a:cubicBezTo>
                    <a:pt x="100" y="50"/>
                    <a:pt x="103" y="48"/>
                    <a:pt x="103" y="46"/>
                  </a:cubicBezTo>
                  <a:cubicBezTo>
                    <a:pt x="106" y="42"/>
                    <a:pt x="104" y="21"/>
                    <a:pt x="103" y="17"/>
                  </a:cubicBezTo>
                  <a:cubicBezTo>
                    <a:pt x="102" y="12"/>
                    <a:pt x="100" y="9"/>
                    <a:pt x="100" y="4"/>
                  </a:cubicBezTo>
                  <a:cubicBezTo>
                    <a:pt x="99" y="3"/>
                    <a:pt x="101" y="0"/>
                    <a:pt x="103" y="1"/>
                  </a:cubicBezTo>
                  <a:cubicBezTo>
                    <a:pt x="116" y="2"/>
                    <a:pt x="125" y="6"/>
                    <a:pt x="137" y="14"/>
                  </a:cubicBezTo>
                  <a:cubicBezTo>
                    <a:pt x="141" y="16"/>
                    <a:pt x="145" y="21"/>
                    <a:pt x="143" y="25"/>
                  </a:cubicBezTo>
                  <a:cubicBezTo>
                    <a:pt x="140" y="29"/>
                    <a:pt x="134" y="36"/>
                    <a:pt x="142" y="32"/>
                  </a:cubicBezTo>
                  <a:cubicBezTo>
                    <a:pt x="149" y="29"/>
                    <a:pt x="157" y="25"/>
                    <a:pt x="164" y="22"/>
                  </a:cubicBezTo>
                  <a:cubicBezTo>
                    <a:pt x="172" y="21"/>
                    <a:pt x="181" y="25"/>
                    <a:pt x="188" y="28"/>
                  </a:cubicBezTo>
                  <a:cubicBezTo>
                    <a:pt x="199" y="37"/>
                    <a:pt x="190" y="42"/>
                    <a:pt x="183" y="43"/>
                  </a:cubicBezTo>
                  <a:cubicBezTo>
                    <a:pt x="176" y="45"/>
                    <a:pt x="171" y="48"/>
                    <a:pt x="165" y="50"/>
                  </a:cubicBezTo>
                  <a:cubicBezTo>
                    <a:pt x="155" y="54"/>
                    <a:pt x="147" y="61"/>
                    <a:pt x="137" y="64"/>
                  </a:cubicBezTo>
                  <a:cubicBezTo>
                    <a:pt x="135" y="64"/>
                    <a:pt x="137" y="57"/>
                    <a:pt x="135" y="57"/>
                  </a:cubicBezTo>
                  <a:close/>
                  <a:moveTo>
                    <a:pt x="28" y="257"/>
                  </a:moveTo>
                  <a:cubicBezTo>
                    <a:pt x="23" y="259"/>
                    <a:pt x="0" y="259"/>
                    <a:pt x="12" y="252"/>
                  </a:cubicBezTo>
                  <a:cubicBezTo>
                    <a:pt x="15" y="249"/>
                    <a:pt x="20" y="249"/>
                    <a:pt x="24" y="247"/>
                  </a:cubicBezTo>
                  <a:cubicBezTo>
                    <a:pt x="57" y="230"/>
                    <a:pt x="79" y="202"/>
                    <a:pt x="100" y="176"/>
                  </a:cubicBezTo>
                  <a:cubicBezTo>
                    <a:pt x="103" y="172"/>
                    <a:pt x="102" y="170"/>
                    <a:pt x="99" y="165"/>
                  </a:cubicBezTo>
                  <a:cubicBezTo>
                    <a:pt x="92" y="154"/>
                    <a:pt x="85" y="148"/>
                    <a:pt x="78" y="140"/>
                  </a:cubicBezTo>
                  <a:cubicBezTo>
                    <a:pt x="73" y="135"/>
                    <a:pt x="80" y="132"/>
                    <a:pt x="84" y="134"/>
                  </a:cubicBezTo>
                  <a:cubicBezTo>
                    <a:pt x="91" y="139"/>
                    <a:pt x="102" y="147"/>
                    <a:pt x="108" y="152"/>
                  </a:cubicBezTo>
                  <a:cubicBezTo>
                    <a:pt x="112" y="155"/>
                    <a:pt x="111" y="155"/>
                    <a:pt x="113" y="150"/>
                  </a:cubicBezTo>
                  <a:cubicBezTo>
                    <a:pt x="117" y="142"/>
                    <a:pt x="120" y="133"/>
                    <a:pt x="119" y="125"/>
                  </a:cubicBezTo>
                  <a:cubicBezTo>
                    <a:pt x="121" y="122"/>
                    <a:pt x="121" y="122"/>
                    <a:pt x="124" y="122"/>
                  </a:cubicBezTo>
                  <a:cubicBezTo>
                    <a:pt x="127" y="122"/>
                    <a:pt x="127" y="122"/>
                    <a:pt x="130" y="124"/>
                  </a:cubicBezTo>
                  <a:cubicBezTo>
                    <a:pt x="132" y="126"/>
                    <a:pt x="135" y="128"/>
                    <a:pt x="138" y="131"/>
                  </a:cubicBezTo>
                  <a:cubicBezTo>
                    <a:pt x="140" y="133"/>
                    <a:pt x="142" y="135"/>
                    <a:pt x="144" y="138"/>
                  </a:cubicBezTo>
                  <a:cubicBezTo>
                    <a:pt x="148" y="142"/>
                    <a:pt x="148" y="142"/>
                    <a:pt x="146" y="148"/>
                  </a:cubicBezTo>
                  <a:cubicBezTo>
                    <a:pt x="143" y="156"/>
                    <a:pt x="136" y="162"/>
                    <a:pt x="132" y="168"/>
                  </a:cubicBezTo>
                  <a:cubicBezTo>
                    <a:pt x="129" y="172"/>
                    <a:pt x="131" y="171"/>
                    <a:pt x="133" y="173"/>
                  </a:cubicBezTo>
                  <a:cubicBezTo>
                    <a:pt x="143" y="182"/>
                    <a:pt x="155" y="198"/>
                    <a:pt x="166" y="209"/>
                  </a:cubicBezTo>
                  <a:cubicBezTo>
                    <a:pt x="180" y="222"/>
                    <a:pt x="197" y="233"/>
                    <a:pt x="207" y="236"/>
                  </a:cubicBezTo>
                  <a:cubicBezTo>
                    <a:pt x="217" y="239"/>
                    <a:pt x="215" y="245"/>
                    <a:pt x="210" y="245"/>
                  </a:cubicBezTo>
                  <a:cubicBezTo>
                    <a:pt x="200" y="246"/>
                    <a:pt x="182" y="249"/>
                    <a:pt x="173" y="251"/>
                  </a:cubicBezTo>
                  <a:cubicBezTo>
                    <a:pt x="166" y="253"/>
                    <a:pt x="163" y="249"/>
                    <a:pt x="158" y="247"/>
                  </a:cubicBezTo>
                  <a:cubicBezTo>
                    <a:pt x="150" y="241"/>
                    <a:pt x="142" y="234"/>
                    <a:pt x="136" y="224"/>
                  </a:cubicBezTo>
                  <a:cubicBezTo>
                    <a:pt x="130" y="214"/>
                    <a:pt x="124" y="204"/>
                    <a:pt x="118" y="194"/>
                  </a:cubicBezTo>
                  <a:cubicBezTo>
                    <a:pt x="115" y="191"/>
                    <a:pt x="116" y="191"/>
                    <a:pt x="113" y="194"/>
                  </a:cubicBezTo>
                  <a:cubicBezTo>
                    <a:pt x="111" y="196"/>
                    <a:pt x="109" y="201"/>
                    <a:pt x="106" y="203"/>
                  </a:cubicBezTo>
                  <a:cubicBezTo>
                    <a:pt x="103" y="205"/>
                    <a:pt x="99" y="209"/>
                    <a:pt x="95" y="213"/>
                  </a:cubicBezTo>
                  <a:cubicBezTo>
                    <a:pt x="88" y="219"/>
                    <a:pt x="82" y="226"/>
                    <a:pt x="74" y="232"/>
                  </a:cubicBezTo>
                  <a:cubicBezTo>
                    <a:pt x="55" y="248"/>
                    <a:pt x="38" y="254"/>
                    <a:pt x="28" y="2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2" name="ï$1íḋe">
              <a:extLst>
                <a:ext uri="{FF2B5EF4-FFF2-40B4-BE49-F238E27FC236}">
                  <a16:creationId xmlns:a16="http://schemas.microsoft.com/office/drawing/2014/main" id="{6DA98101-13B9-20C9-8797-3904CFF0F7A8}"/>
                </a:ext>
              </a:extLst>
            </p:cNvPr>
            <p:cNvSpPr/>
            <p:nvPr/>
          </p:nvSpPr>
          <p:spPr bwMode="auto">
            <a:xfrm>
              <a:off x="7197725" y="2711451"/>
              <a:ext cx="666750" cy="866775"/>
            </a:xfrm>
            <a:custGeom>
              <a:avLst/>
              <a:gdLst>
                <a:gd name="T0" fmla="*/ 45 w 202"/>
                <a:gd name="T1" fmla="*/ 155 h 262"/>
                <a:gd name="T2" fmla="*/ 14 w 202"/>
                <a:gd name="T3" fmla="*/ 126 h 262"/>
                <a:gd name="T4" fmla="*/ 20 w 202"/>
                <a:gd name="T5" fmla="*/ 149 h 262"/>
                <a:gd name="T6" fmla="*/ 37 w 202"/>
                <a:gd name="T7" fmla="*/ 169 h 262"/>
                <a:gd name="T8" fmla="*/ 114 w 202"/>
                <a:gd name="T9" fmla="*/ 143 h 262"/>
                <a:gd name="T10" fmla="*/ 117 w 202"/>
                <a:gd name="T11" fmla="*/ 141 h 262"/>
                <a:gd name="T12" fmla="*/ 115 w 202"/>
                <a:gd name="T13" fmla="*/ 137 h 262"/>
                <a:gd name="T14" fmla="*/ 91 w 202"/>
                <a:gd name="T15" fmla="*/ 121 h 262"/>
                <a:gd name="T16" fmla="*/ 103 w 202"/>
                <a:gd name="T17" fmla="*/ 122 h 262"/>
                <a:gd name="T18" fmla="*/ 91 w 202"/>
                <a:gd name="T19" fmla="*/ 121 h 262"/>
                <a:gd name="T20" fmla="*/ 5 w 202"/>
                <a:gd name="T21" fmla="*/ 211 h 262"/>
                <a:gd name="T22" fmla="*/ 40 w 202"/>
                <a:gd name="T23" fmla="*/ 221 h 262"/>
                <a:gd name="T24" fmla="*/ 110 w 202"/>
                <a:gd name="T25" fmla="*/ 247 h 262"/>
                <a:gd name="T26" fmla="*/ 143 w 202"/>
                <a:gd name="T27" fmla="*/ 259 h 262"/>
                <a:gd name="T28" fmla="*/ 175 w 202"/>
                <a:gd name="T29" fmla="*/ 242 h 262"/>
                <a:gd name="T30" fmla="*/ 193 w 202"/>
                <a:gd name="T31" fmla="*/ 223 h 262"/>
                <a:gd name="T32" fmla="*/ 119 w 202"/>
                <a:gd name="T33" fmla="*/ 224 h 262"/>
                <a:gd name="T34" fmla="*/ 45 w 202"/>
                <a:gd name="T35" fmla="*/ 207 h 262"/>
                <a:gd name="T36" fmla="*/ 53 w 202"/>
                <a:gd name="T37" fmla="*/ 193 h 262"/>
                <a:gd name="T38" fmla="*/ 30 w 202"/>
                <a:gd name="T39" fmla="*/ 181 h 262"/>
                <a:gd name="T40" fmla="*/ 38 w 202"/>
                <a:gd name="T41" fmla="*/ 195 h 262"/>
                <a:gd name="T42" fmla="*/ 32 w 202"/>
                <a:gd name="T43" fmla="*/ 205 h 262"/>
                <a:gd name="T44" fmla="*/ 114 w 202"/>
                <a:gd name="T45" fmla="*/ 57 h 262"/>
                <a:gd name="T46" fmla="*/ 118 w 202"/>
                <a:gd name="T47" fmla="*/ 66 h 262"/>
                <a:gd name="T48" fmla="*/ 104 w 202"/>
                <a:gd name="T49" fmla="*/ 83 h 262"/>
                <a:gd name="T50" fmla="*/ 151 w 202"/>
                <a:gd name="T51" fmla="*/ 61 h 262"/>
                <a:gd name="T52" fmla="*/ 162 w 202"/>
                <a:gd name="T53" fmla="*/ 10 h 262"/>
                <a:gd name="T54" fmla="*/ 145 w 202"/>
                <a:gd name="T55" fmla="*/ 2 h 262"/>
                <a:gd name="T56" fmla="*/ 103 w 202"/>
                <a:gd name="T57" fmla="*/ 29 h 262"/>
                <a:gd name="T58" fmla="*/ 37 w 202"/>
                <a:gd name="T59" fmla="*/ 67 h 262"/>
                <a:gd name="T60" fmla="*/ 61 w 202"/>
                <a:gd name="T61" fmla="*/ 82 h 262"/>
                <a:gd name="T62" fmla="*/ 130 w 202"/>
                <a:gd name="T63" fmla="*/ 26 h 262"/>
                <a:gd name="T64" fmla="*/ 114 w 202"/>
                <a:gd name="T65" fmla="*/ 57 h 262"/>
                <a:gd name="T66" fmla="*/ 128 w 202"/>
                <a:gd name="T67" fmla="*/ 91 h 262"/>
                <a:gd name="T68" fmla="*/ 136 w 202"/>
                <a:gd name="T69" fmla="*/ 108 h 262"/>
                <a:gd name="T70" fmla="*/ 133 w 202"/>
                <a:gd name="T71" fmla="*/ 191 h 262"/>
                <a:gd name="T72" fmla="*/ 118 w 202"/>
                <a:gd name="T73" fmla="*/ 194 h 262"/>
                <a:gd name="T74" fmla="*/ 118 w 202"/>
                <a:gd name="T75" fmla="*/ 170 h 262"/>
                <a:gd name="T76" fmla="*/ 116 w 202"/>
                <a:gd name="T77" fmla="*/ 158 h 262"/>
                <a:gd name="T78" fmla="*/ 128 w 202"/>
                <a:gd name="T79" fmla="*/ 145 h 262"/>
                <a:gd name="T80" fmla="*/ 116 w 202"/>
                <a:gd name="T81" fmla="*/ 123 h 262"/>
                <a:gd name="T82" fmla="*/ 113 w 202"/>
                <a:gd name="T83" fmla="*/ 107 h 262"/>
                <a:gd name="T84" fmla="*/ 112 w 202"/>
                <a:gd name="T85" fmla="*/ 101 h 262"/>
                <a:gd name="T86" fmla="*/ 154 w 202"/>
                <a:gd name="T87" fmla="*/ 119 h 262"/>
                <a:gd name="T88" fmla="*/ 135 w 202"/>
                <a:gd name="T89" fmla="*/ 215 h 262"/>
                <a:gd name="T90" fmla="*/ 113 w 202"/>
                <a:gd name="T91" fmla="*/ 200 h 262"/>
                <a:gd name="T92" fmla="*/ 101 w 202"/>
                <a:gd name="T93" fmla="*/ 192 h 262"/>
                <a:gd name="T94" fmla="*/ 100 w 202"/>
                <a:gd name="T95" fmla="*/ 165 h 262"/>
                <a:gd name="T96" fmla="*/ 93 w 202"/>
                <a:gd name="T97" fmla="*/ 166 h 262"/>
                <a:gd name="T98" fmla="*/ 95 w 202"/>
                <a:gd name="T99" fmla="*/ 143 h 262"/>
                <a:gd name="T100" fmla="*/ 89 w 202"/>
                <a:gd name="T101" fmla="*/ 128 h 262"/>
                <a:gd name="T102" fmla="*/ 81 w 202"/>
                <a:gd name="T103" fmla="*/ 135 h 262"/>
                <a:gd name="T104" fmla="*/ 86 w 202"/>
                <a:gd name="T105" fmla="*/ 169 h 262"/>
                <a:gd name="T106" fmla="*/ 76 w 202"/>
                <a:gd name="T107" fmla="*/ 191 h 262"/>
                <a:gd name="T108" fmla="*/ 61 w 202"/>
                <a:gd name="T109" fmla="*/ 170 h 262"/>
                <a:gd name="T110" fmla="*/ 66 w 202"/>
                <a:gd name="T111" fmla="*/ 141 h 262"/>
                <a:gd name="T112" fmla="*/ 71 w 202"/>
                <a:gd name="T113" fmla="*/ 109 h 262"/>
                <a:gd name="T114" fmla="*/ 74 w 202"/>
                <a:gd name="T115" fmla="*/ 102 h 262"/>
                <a:gd name="T116" fmla="*/ 78 w 202"/>
                <a:gd name="T117" fmla="*/ 118 h 262"/>
                <a:gd name="T118" fmla="*/ 96 w 202"/>
                <a:gd name="T119" fmla="*/ 100 h 262"/>
                <a:gd name="T120" fmla="*/ 146 w 202"/>
                <a:gd name="T121" fmla="*/ 78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262">
                  <a:moveTo>
                    <a:pt x="37" y="169"/>
                  </a:moveTo>
                  <a:cubicBezTo>
                    <a:pt x="43" y="169"/>
                    <a:pt x="45" y="160"/>
                    <a:pt x="45" y="155"/>
                  </a:cubicBezTo>
                  <a:cubicBezTo>
                    <a:pt x="46" y="147"/>
                    <a:pt x="44" y="145"/>
                    <a:pt x="40" y="142"/>
                  </a:cubicBezTo>
                  <a:cubicBezTo>
                    <a:pt x="32" y="135"/>
                    <a:pt x="26" y="126"/>
                    <a:pt x="14" y="126"/>
                  </a:cubicBezTo>
                  <a:cubicBezTo>
                    <a:pt x="11" y="126"/>
                    <a:pt x="10" y="127"/>
                    <a:pt x="11" y="130"/>
                  </a:cubicBezTo>
                  <a:cubicBezTo>
                    <a:pt x="13" y="134"/>
                    <a:pt x="19" y="146"/>
                    <a:pt x="20" y="149"/>
                  </a:cubicBezTo>
                  <a:cubicBezTo>
                    <a:pt x="23" y="155"/>
                    <a:pt x="24" y="169"/>
                    <a:pt x="30" y="169"/>
                  </a:cubicBezTo>
                  <a:cubicBezTo>
                    <a:pt x="33" y="169"/>
                    <a:pt x="35" y="169"/>
                    <a:pt x="37" y="169"/>
                  </a:cubicBezTo>
                  <a:close/>
                  <a:moveTo>
                    <a:pt x="114" y="138"/>
                  </a:moveTo>
                  <a:cubicBezTo>
                    <a:pt x="114" y="140"/>
                    <a:pt x="114" y="141"/>
                    <a:pt x="114" y="143"/>
                  </a:cubicBezTo>
                  <a:cubicBezTo>
                    <a:pt x="114" y="144"/>
                    <a:pt x="114" y="144"/>
                    <a:pt x="116" y="143"/>
                  </a:cubicBezTo>
                  <a:cubicBezTo>
                    <a:pt x="116" y="142"/>
                    <a:pt x="117" y="141"/>
                    <a:pt x="117" y="141"/>
                  </a:cubicBezTo>
                  <a:cubicBezTo>
                    <a:pt x="118" y="140"/>
                    <a:pt x="118" y="140"/>
                    <a:pt x="117" y="139"/>
                  </a:cubicBezTo>
                  <a:cubicBezTo>
                    <a:pt x="116" y="138"/>
                    <a:pt x="116" y="138"/>
                    <a:pt x="115" y="137"/>
                  </a:cubicBezTo>
                  <a:cubicBezTo>
                    <a:pt x="114" y="137"/>
                    <a:pt x="114" y="137"/>
                    <a:pt x="114" y="138"/>
                  </a:cubicBezTo>
                  <a:close/>
                  <a:moveTo>
                    <a:pt x="91" y="121"/>
                  </a:moveTo>
                  <a:cubicBezTo>
                    <a:pt x="94" y="118"/>
                    <a:pt x="97" y="116"/>
                    <a:pt x="100" y="113"/>
                  </a:cubicBezTo>
                  <a:cubicBezTo>
                    <a:pt x="101" y="116"/>
                    <a:pt x="102" y="119"/>
                    <a:pt x="103" y="122"/>
                  </a:cubicBezTo>
                  <a:cubicBezTo>
                    <a:pt x="103" y="123"/>
                    <a:pt x="103" y="125"/>
                    <a:pt x="101" y="123"/>
                  </a:cubicBezTo>
                  <a:cubicBezTo>
                    <a:pt x="96" y="123"/>
                    <a:pt x="91" y="122"/>
                    <a:pt x="91" y="121"/>
                  </a:cubicBezTo>
                  <a:close/>
                  <a:moveTo>
                    <a:pt x="8" y="205"/>
                  </a:moveTo>
                  <a:cubicBezTo>
                    <a:pt x="4" y="205"/>
                    <a:pt x="0" y="209"/>
                    <a:pt x="5" y="211"/>
                  </a:cubicBezTo>
                  <a:cubicBezTo>
                    <a:pt x="11" y="214"/>
                    <a:pt x="15" y="211"/>
                    <a:pt x="23" y="214"/>
                  </a:cubicBezTo>
                  <a:cubicBezTo>
                    <a:pt x="30" y="216"/>
                    <a:pt x="33" y="219"/>
                    <a:pt x="40" y="221"/>
                  </a:cubicBezTo>
                  <a:cubicBezTo>
                    <a:pt x="52" y="225"/>
                    <a:pt x="63" y="229"/>
                    <a:pt x="76" y="233"/>
                  </a:cubicBezTo>
                  <a:cubicBezTo>
                    <a:pt x="89" y="238"/>
                    <a:pt x="98" y="242"/>
                    <a:pt x="110" y="247"/>
                  </a:cubicBezTo>
                  <a:cubicBezTo>
                    <a:pt x="121" y="252"/>
                    <a:pt x="131" y="261"/>
                    <a:pt x="143" y="262"/>
                  </a:cubicBezTo>
                  <a:cubicBezTo>
                    <a:pt x="143" y="261"/>
                    <a:pt x="143" y="260"/>
                    <a:pt x="143" y="259"/>
                  </a:cubicBezTo>
                  <a:cubicBezTo>
                    <a:pt x="145" y="259"/>
                    <a:pt x="146" y="259"/>
                    <a:pt x="148" y="259"/>
                  </a:cubicBezTo>
                  <a:cubicBezTo>
                    <a:pt x="148" y="259"/>
                    <a:pt x="172" y="244"/>
                    <a:pt x="175" y="242"/>
                  </a:cubicBezTo>
                  <a:cubicBezTo>
                    <a:pt x="181" y="239"/>
                    <a:pt x="193" y="235"/>
                    <a:pt x="199" y="229"/>
                  </a:cubicBezTo>
                  <a:cubicBezTo>
                    <a:pt x="202" y="224"/>
                    <a:pt x="198" y="223"/>
                    <a:pt x="193" y="223"/>
                  </a:cubicBezTo>
                  <a:cubicBezTo>
                    <a:pt x="183" y="225"/>
                    <a:pt x="172" y="230"/>
                    <a:pt x="159" y="230"/>
                  </a:cubicBezTo>
                  <a:cubicBezTo>
                    <a:pt x="146" y="230"/>
                    <a:pt x="130" y="226"/>
                    <a:pt x="119" y="224"/>
                  </a:cubicBezTo>
                  <a:cubicBezTo>
                    <a:pt x="107" y="222"/>
                    <a:pt x="90" y="220"/>
                    <a:pt x="80" y="217"/>
                  </a:cubicBezTo>
                  <a:cubicBezTo>
                    <a:pt x="70" y="215"/>
                    <a:pt x="54" y="208"/>
                    <a:pt x="45" y="207"/>
                  </a:cubicBezTo>
                  <a:cubicBezTo>
                    <a:pt x="43" y="208"/>
                    <a:pt x="43" y="205"/>
                    <a:pt x="44" y="205"/>
                  </a:cubicBezTo>
                  <a:cubicBezTo>
                    <a:pt x="47" y="204"/>
                    <a:pt x="53" y="199"/>
                    <a:pt x="53" y="193"/>
                  </a:cubicBezTo>
                  <a:cubicBezTo>
                    <a:pt x="53" y="192"/>
                    <a:pt x="53" y="191"/>
                    <a:pt x="53" y="190"/>
                  </a:cubicBezTo>
                  <a:cubicBezTo>
                    <a:pt x="52" y="180"/>
                    <a:pt x="31" y="173"/>
                    <a:pt x="30" y="181"/>
                  </a:cubicBezTo>
                  <a:cubicBezTo>
                    <a:pt x="30" y="182"/>
                    <a:pt x="30" y="183"/>
                    <a:pt x="30" y="184"/>
                  </a:cubicBezTo>
                  <a:cubicBezTo>
                    <a:pt x="30" y="189"/>
                    <a:pt x="38" y="191"/>
                    <a:pt x="38" y="195"/>
                  </a:cubicBezTo>
                  <a:cubicBezTo>
                    <a:pt x="38" y="197"/>
                    <a:pt x="38" y="198"/>
                    <a:pt x="38" y="200"/>
                  </a:cubicBezTo>
                  <a:cubicBezTo>
                    <a:pt x="38" y="203"/>
                    <a:pt x="35" y="205"/>
                    <a:pt x="32" y="205"/>
                  </a:cubicBezTo>
                  <a:cubicBezTo>
                    <a:pt x="23" y="204"/>
                    <a:pt x="17" y="204"/>
                    <a:pt x="8" y="205"/>
                  </a:cubicBezTo>
                  <a:close/>
                  <a:moveTo>
                    <a:pt x="114" y="57"/>
                  </a:moveTo>
                  <a:cubicBezTo>
                    <a:pt x="114" y="60"/>
                    <a:pt x="116" y="60"/>
                    <a:pt x="118" y="62"/>
                  </a:cubicBezTo>
                  <a:cubicBezTo>
                    <a:pt x="120" y="63"/>
                    <a:pt x="120" y="64"/>
                    <a:pt x="118" y="66"/>
                  </a:cubicBezTo>
                  <a:cubicBezTo>
                    <a:pt x="113" y="71"/>
                    <a:pt x="103" y="74"/>
                    <a:pt x="100" y="80"/>
                  </a:cubicBezTo>
                  <a:cubicBezTo>
                    <a:pt x="98" y="83"/>
                    <a:pt x="102" y="83"/>
                    <a:pt x="104" y="83"/>
                  </a:cubicBezTo>
                  <a:cubicBezTo>
                    <a:pt x="114" y="79"/>
                    <a:pt x="121" y="75"/>
                    <a:pt x="129" y="73"/>
                  </a:cubicBezTo>
                  <a:cubicBezTo>
                    <a:pt x="136" y="72"/>
                    <a:pt x="151" y="73"/>
                    <a:pt x="151" y="61"/>
                  </a:cubicBezTo>
                  <a:cubicBezTo>
                    <a:pt x="151" y="53"/>
                    <a:pt x="143" y="51"/>
                    <a:pt x="140" y="46"/>
                  </a:cubicBezTo>
                  <a:cubicBezTo>
                    <a:pt x="145" y="38"/>
                    <a:pt x="162" y="21"/>
                    <a:pt x="162" y="10"/>
                  </a:cubicBezTo>
                  <a:cubicBezTo>
                    <a:pt x="162" y="10"/>
                    <a:pt x="162" y="9"/>
                    <a:pt x="162" y="9"/>
                  </a:cubicBezTo>
                  <a:cubicBezTo>
                    <a:pt x="162" y="5"/>
                    <a:pt x="150" y="3"/>
                    <a:pt x="145" y="2"/>
                  </a:cubicBezTo>
                  <a:cubicBezTo>
                    <a:pt x="137" y="0"/>
                    <a:pt x="136" y="4"/>
                    <a:pt x="131" y="8"/>
                  </a:cubicBezTo>
                  <a:cubicBezTo>
                    <a:pt x="121" y="15"/>
                    <a:pt x="112" y="22"/>
                    <a:pt x="103" y="29"/>
                  </a:cubicBezTo>
                  <a:cubicBezTo>
                    <a:pt x="92" y="37"/>
                    <a:pt x="57" y="57"/>
                    <a:pt x="40" y="63"/>
                  </a:cubicBezTo>
                  <a:cubicBezTo>
                    <a:pt x="37" y="64"/>
                    <a:pt x="37" y="63"/>
                    <a:pt x="37" y="67"/>
                  </a:cubicBezTo>
                  <a:cubicBezTo>
                    <a:pt x="37" y="71"/>
                    <a:pt x="36" y="72"/>
                    <a:pt x="41" y="74"/>
                  </a:cubicBezTo>
                  <a:cubicBezTo>
                    <a:pt x="47" y="77"/>
                    <a:pt x="56" y="82"/>
                    <a:pt x="61" y="82"/>
                  </a:cubicBezTo>
                  <a:cubicBezTo>
                    <a:pt x="62" y="82"/>
                    <a:pt x="64" y="82"/>
                    <a:pt x="65" y="82"/>
                  </a:cubicBezTo>
                  <a:cubicBezTo>
                    <a:pt x="71" y="82"/>
                    <a:pt x="120" y="34"/>
                    <a:pt x="130" y="26"/>
                  </a:cubicBezTo>
                  <a:cubicBezTo>
                    <a:pt x="135" y="29"/>
                    <a:pt x="115" y="43"/>
                    <a:pt x="114" y="54"/>
                  </a:cubicBezTo>
                  <a:cubicBezTo>
                    <a:pt x="114" y="55"/>
                    <a:pt x="114" y="56"/>
                    <a:pt x="114" y="57"/>
                  </a:cubicBezTo>
                  <a:close/>
                  <a:moveTo>
                    <a:pt x="112" y="101"/>
                  </a:moveTo>
                  <a:cubicBezTo>
                    <a:pt x="115" y="97"/>
                    <a:pt x="122" y="91"/>
                    <a:pt x="128" y="91"/>
                  </a:cubicBezTo>
                  <a:cubicBezTo>
                    <a:pt x="129" y="91"/>
                    <a:pt x="129" y="91"/>
                    <a:pt x="129" y="91"/>
                  </a:cubicBezTo>
                  <a:cubicBezTo>
                    <a:pt x="135" y="91"/>
                    <a:pt x="136" y="102"/>
                    <a:pt x="136" y="108"/>
                  </a:cubicBezTo>
                  <a:cubicBezTo>
                    <a:pt x="136" y="130"/>
                    <a:pt x="136" y="153"/>
                    <a:pt x="136" y="175"/>
                  </a:cubicBezTo>
                  <a:cubicBezTo>
                    <a:pt x="136" y="181"/>
                    <a:pt x="135" y="186"/>
                    <a:pt x="133" y="191"/>
                  </a:cubicBezTo>
                  <a:cubicBezTo>
                    <a:pt x="132" y="194"/>
                    <a:pt x="132" y="194"/>
                    <a:pt x="129" y="194"/>
                  </a:cubicBezTo>
                  <a:cubicBezTo>
                    <a:pt x="125" y="194"/>
                    <a:pt x="121" y="195"/>
                    <a:pt x="118" y="194"/>
                  </a:cubicBezTo>
                  <a:cubicBezTo>
                    <a:pt x="116" y="194"/>
                    <a:pt x="116" y="194"/>
                    <a:pt x="117" y="191"/>
                  </a:cubicBezTo>
                  <a:cubicBezTo>
                    <a:pt x="118" y="185"/>
                    <a:pt x="118" y="177"/>
                    <a:pt x="118" y="170"/>
                  </a:cubicBezTo>
                  <a:cubicBezTo>
                    <a:pt x="118" y="167"/>
                    <a:pt x="116" y="167"/>
                    <a:pt x="116" y="165"/>
                  </a:cubicBezTo>
                  <a:cubicBezTo>
                    <a:pt x="116" y="163"/>
                    <a:pt x="116" y="160"/>
                    <a:pt x="116" y="158"/>
                  </a:cubicBezTo>
                  <a:cubicBezTo>
                    <a:pt x="116" y="156"/>
                    <a:pt x="117" y="157"/>
                    <a:pt x="119" y="155"/>
                  </a:cubicBezTo>
                  <a:cubicBezTo>
                    <a:pt x="122" y="153"/>
                    <a:pt x="128" y="146"/>
                    <a:pt x="128" y="145"/>
                  </a:cubicBezTo>
                  <a:cubicBezTo>
                    <a:pt x="128" y="142"/>
                    <a:pt x="128" y="140"/>
                    <a:pt x="128" y="137"/>
                  </a:cubicBezTo>
                  <a:cubicBezTo>
                    <a:pt x="128" y="129"/>
                    <a:pt x="121" y="126"/>
                    <a:pt x="116" y="123"/>
                  </a:cubicBezTo>
                  <a:cubicBezTo>
                    <a:pt x="114" y="122"/>
                    <a:pt x="114" y="122"/>
                    <a:pt x="114" y="120"/>
                  </a:cubicBezTo>
                  <a:cubicBezTo>
                    <a:pt x="114" y="116"/>
                    <a:pt x="113" y="111"/>
                    <a:pt x="113" y="107"/>
                  </a:cubicBezTo>
                  <a:cubicBezTo>
                    <a:pt x="113" y="105"/>
                    <a:pt x="113" y="105"/>
                    <a:pt x="112" y="103"/>
                  </a:cubicBezTo>
                  <a:cubicBezTo>
                    <a:pt x="111" y="102"/>
                    <a:pt x="111" y="102"/>
                    <a:pt x="112" y="101"/>
                  </a:cubicBezTo>
                  <a:close/>
                  <a:moveTo>
                    <a:pt x="146" y="78"/>
                  </a:moveTo>
                  <a:cubicBezTo>
                    <a:pt x="151" y="83"/>
                    <a:pt x="153" y="102"/>
                    <a:pt x="154" y="119"/>
                  </a:cubicBezTo>
                  <a:cubicBezTo>
                    <a:pt x="154" y="140"/>
                    <a:pt x="154" y="154"/>
                    <a:pt x="154" y="172"/>
                  </a:cubicBezTo>
                  <a:cubicBezTo>
                    <a:pt x="154" y="189"/>
                    <a:pt x="152" y="215"/>
                    <a:pt x="135" y="215"/>
                  </a:cubicBezTo>
                  <a:cubicBezTo>
                    <a:pt x="135" y="215"/>
                    <a:pt x="135" y="215"/>
                    <a:pt x="134" y="215"/>
                  </a:cubicBezTo>
                  <a:cubicBezTo>
                    <a:pt x="124" y="215"/>
                    <a:pt x="119" y="205"/>
                    <a:pt x="113" y="200"/>
                  </a:cubicBezTo>
                  <a:cubicBezTo>
                    <a:pt x="112" y="198"/>
                    <a:pt x="111" y="200"/>
                    <a:pt x="109" y="200"/>
                  </a:cubicBezTo>
                  <a:cubicBezTo>
                    <a:pt x="104" y="199"/>
                    <a:pt x="101" y="197"/>
                    <a:pt x="101" y="192"/>
                  </a:cubicBezTo>
                  <a:cubicBezTo>
                    <a:pt x="100" y="183"/>
                    <a:pt x="101" y="176"/>
                    <a:pt x="102" y="167"/>
                  </a:cubicBezTo>
                  <a:cubicBezTo>
                    <a:pt x="103" y="165"/>
                    <a:pt x="103" y="165"/>
                    <a:pt x="100" y="165"/>
                  </a:cubicBezTo>
                  <a:cubicBezTo>
                    <a:pt x="99" y="166"/>
                    <a:pt x="98" y="166"/>
                    <a:pt x="95" y="166"/>
                  </a:cubicBezTo>
                  <a:cubicBezTo>
                    <a:pt x="94" y="166"/>
                    <a:pt x="94" y="166"/>
                    <a:pt x="93" y="166"/>
                  </a:cubicBezTo>
                  <a:cubicBezTo>
                    <a:pt x="89" y="166"/>
                    <a:pt x="88" y="163"/>
                    <a:pt x="88" y="159"/>
                  </a:cubicBezTo>
                  <a:cubicBezTo>
                    <a:pt x="88" y="152"/>
                    <a:pt x="95" y="150"/>
                    <a:pt x="95" y="143"/>
                  </a:cubicBezTo>
                  <a:cubicBezTo>
                    <a:pt x="95" y="141"/>
                    <a:pt x="95" y="138"/>
                    <a:pt x="95" y="136"/>
                  </a:cubicBezTo>
                  <a:cubicBezTo>
                    <a:pt x="95" y="132"/>
                    <a:pt x="92" y="130"/>
                    <a:pt x="89" y="128"/>
                  </a:cubicBezTo>
                  <a:cubicBezTo>
                    <a:pt x="86" y="127"/>
                    <a:pt x="86" y="127"/>
                    <a:pt x="84" y="130"/>
                  </a:cubicBezTo>
                  <a:cubicBezTo>
                    <a:pt x="83" y="132"/>
                    <a:pt x="81" y="133"/>
                    <a:pt x="81" y="135"/>
                  </a:cubicBezTo>
                  <a:cubicBezTo>
                    <a:pt x="81" y="135"/>
                    <a:pt x="81" y="136"/>
                    <a:pt x="81" y="137"/>
                  </a:cubicBezTo>
                  <a:cubicBezTo>
                    <a:pt x="81" y="147"/>
                    <a:pt x="86" y="156"/>
                    <a:pt x="86" y="169"/>
                  </a:cubicBezTo>
                  <a:cubicBezTo>
                    <a:pt x="86" y="172"/>
                    <a:pt x="86" y="175"/>
                    <a:pt x="86" y="178"/>
                  </a:cubicBezTo>
                  <a:cubicBezTo>
                    <a:pt x="86" y="184"/>
                    <a:pt x="82" y="190"/>
                    <a:pt x="76" y="191"/>
                  </a:cubicBezTo>
                  <a:cubicBezTo>
                    <a:pt x="75" y="191"/>
                    <a:pt x="73" y="191"/>
                    <a:pt x="72" y="191"/>
                  </a:cubicBezTo>
                  <a:cubicBezTo>
                    <a:pt x="62" y="191"/>
                    <a:pt x="61" y="179"/>
                    <a:pt x="61" y="170"/>
                  </a:cubicBezTo>
                  <a:cubicBezTo>
                    <a:pt x="61" y="164"/>
                    <a:pt x="61" y="159"/>
                    <a:pt x="61" y="153"/>
                  </a:cubicBezTo>
                  <a:cubicBezTo>
                    <a:pt x="61" y="147"/>
                    <a:pt x="65" y="144"/>
                    <a:pt x="66" y="141"/>
                  </a:cubicBezTo>
                  <a:cubicBezTo>
                    <a:pt x="67" y="139"/>
                    <a:pt x="68" y="128"/>
                    <a:pt x="68" y="125"/>
                  </a:cubicBezTo>
                  <a:cubicBezTo>
                    <a:pt x="69" y="119"/>
                    <a:pt x="70" y="115"/>
                    <a:pt x="71" y="109"/>
                  </a:cubicBezTo>
                  <a:cubicBezTo>
                    <a:pt x="72" y="105"/>
                    <a:pt x="72" y="104"/>
                    <a:pt x="73" y="103"/>
                  </a:cubicBezTo>
                  <a:cubicBezTo>
                    <a:pt x="73" y="103"/>
                    <a:pt x="73" y="103"/>
                    <a:pt x="74" y="102"/>
                  </a:cubicBezTo>
                  <a:cubicBezTo>
                    <a:pt x="78" y="101"/>
                    <a:pt x="79" y="100"/>
                    <a:pt x="78" y="105"/>
                  </a:cubicBezTo>
                  <a:cubicBezTo>
                    <a:pt x="78" y="109"/>
                    <a:pt x="78" y="114"/>
                    <a:pt x="78" y="118"/>
                  </a:cubicBezTo>
                  <a:cubicBezTo>
                    <a:pt x="78" y="120"/>
                    <a:pt x="77" y="122"/>
                    <a:pt x="80" y="120"/>
                  </a:cubicBezTo>
                  <a:cubicBezTo>
                    <a:pt x="85" y="116"/>
                    <a:pt x="93" y="103"/>
                    <a:pt x="96" y="100"/>
                  </a:cubicBezTo>
                  <a:cubicBezTo>
                    <a:pt x="102" y="94"/>
                    <a:pt x="110" y="87"/>
                    <a:pt x="118" y="83"/>
                  </a:cubicBezTo>
                  <a:cubicBezTo>
                    <a:pt x="125" y="79"/>
                    <a:pt x="136" y="72"/>
                    <a:pt x="14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3" name="i$lïḋê">
              <a:extLst>
                <a:ext uri="{FF2B5EF4-FFF2-40B4-BE49-F238E27FC236}">
                  <a16:creationId xmlns:a16="http://schemas.microsoft.com/office/drawing/2014/main" id="{9258AF2F-D8A8-3F0B-881D-A7B555102A70}"/>
                </a:ext>
              </a:extLst>
            </p:cNvPr>
            <p:cNvSpPr/>
            <p:nvPr/>
          </p:nvSpPr>
          <p:spPr bwMode="auto">
            <a:xfrm>
              <a:off x="7853363" y="2755901"/>
              <a:ext cx="696913" cy="808038"/>
            </a:xfrm>
            <a:custGeom>
              <a:avLst/>
              <a:gdLst>
                <a:gd name="T0" fmla="*/ 166 w 211"/>
                <a:gd name="T1" fmla="*/ 176 h 245"/>
                <a:gd name="T2" fmla="*/ 119 w 211"/>
                <a:gd name="T3" fmla="*/ 144 h 245"/>
                <a:gd name="T4" fmla="*/ 133 w 211"/>
                <a:gd name="T5" fmla="*/ 115 h 245"/>
                <a:gd name="T6" fmla="*/ 179 w 211"/>
                <a:gd name="T7" fmla="*/ 92 h 245"/>
                <a:gd name="T8" fmla="*/ 158 w 211"/>
                <a:gd name="T9" fmla="*/ 69 h 245"/>
                <a:gd name="T10" fmla="*/ 147 w 211"/>
                <a:gd name="T11" fmla="*/ 77 h 245"/>
                <a:gd name="T12" fmla="*/ 146 w 211"/>
                <a:gd name="T13" fmla="*/ 75 h 245"/>
                <a:gd name="T14" fmla="*/ 163 w 211"/>
                <a:gd name="T15" fmla="*/ 28 h 245"/>
                <a:gd name="T16" fmla="*/ 164 w 211"/>
                <a:gd name="T17" fmla="*/ 17 h 245"/>
                <a:gd name="T18" fmla="*/ 148 w 211"/>
                <a:gd name="T19" fmla="*/ 1 h 245"/>
                <a:gd name="T20" fmla="*/ 137 w 211"/>
                <a:gd name="T21" fmla="*/ 6 h 245"/>
                <a:gd name="T22" fmla="*/ 136 w 211"/>
                <a:gd name="T23" fmla="*/ 19 h 245"/>
                <a:gd name="T24" fmla="*/ 133 w 211"/>
                <a:gd name="T25" fmla="*/ 30 h 245"/>
                <a:gd name="T26" fmla="*/ 131 w 211"/>
                <a:gd name="T27" fmla="*/ 36 h 245"/>
                <a:gd name="T28" fmla="*/ 118 w 211"/>
                <a:gd name="T29" fmla="*/ 79 h 245"/>
                <a:gd name="T30" fmla="*/ 84 w 211"/>
                <a:gd name="T31" fmla="*/ 98 h 245"/>
                <a:gd name="T32" fmla="*/ 65 w 211"/>
                <a:gd name="T33" fmla="*/ 97 h 245"/>
                <a:gd name="T34" fmla="*/ 61 w 211"/>
                <a:gd name="T35" fmla="*/ 102 h 245"/>
                <a:gd name="T36" fmla="*/ 83 w 211"/>
                <a:gd name="T37" fmla="*/ 120 h 245"/>
                <a:gd name="T38" fmla="*/ 99 w 211"/>
                <a:gd name="T39" fmla="*/ 120 h 245"/>
                <a:gd name="T40" fmla="*/ 5 w 211"/>
                <a:gd name="T41" fmla="*/ 237 h 245"/>
                <a:gd name="T42" fmla="*/ 9 w 211"/>
                <a:gd name="T43" fmla="*/ 245 h 245"/>
                <a:gd name="T44" fmla="*/ 68 w 211"/>
                <a:gd name="T45" fmla="*/ 205 h 245"/>
                <a:gd name="T46" fmla="*/ 111 w 211"/>
                <a:gd name="T47" fmla="*/ 153 h 245"/>
                <a:gd name="T48" fmla="*/ 162 w 211"/>
                <a:gd name="T49" fmla="*/ 214 h 245"/>
                <a:gd name="T50" fmla="*/ 170 w 211"/>
                <a:gd name="T51" fmla="*/ 214 h 245"/>
                <a:gd name="T52" fmla="*/ 203 w 211"/>
                <a:gd name="T53" fmla="*/ 192 h 245"/>
                <a:gd name="T54" fmla="*/ 203 w 211"/>
                <a:gd name="T55" fmla="*/ 183 h 245"/>
                <a:gd name="T56" fmla="*/ 166 w 211"/>
                <a:gd name="T57" fmla="*/ 176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1" h="245">
                  <a:moveTo>
                    <a:pt x="166" y="176"/>
                  </a:moveTo>
                  <a:cubicBezTo>
                    <a:pt x="159" y="174"/>
                    <a:pt x="119" y="147"/>
                    <a:pt x="119" y="144"/>
                  </a:cubicBezTo>
                  <a:cubicBezTo>
                    <a:pt x="120" y="144"/>
                    <a:pt x="129" y="126"/>
                    <a:pt x="133" y="115"/>
                  </a:cubicBezTo>
                  <a:cubicBezTo>
                    <a:pt x="135" y="97"/>
                    <a:pt x="166" y="105"/>
                    <a:pt x="179" y="92"/>
                  </a:cubicBezTo>
                  <a:cubicBezTo>
                    <a:pt x="186" y="83"/>
                    <a:pt x="167" y="69"/>
                    <a:pt x="158" y="69"/>
                  </a:cubicBezTo>
                  <a:cubicBezTo>
                    <a:pt x="155" y="69"/>
                    <a:pt x="151" y="74"/>
                    <a:pt x="147" y="77"/>
                  </a:cubicBezTo>
                  <a:cubicBezTo>
                    <a:pt x="145" y="79"/>
                    <a:pt x="145" y="77"/>
                    <a:pt x="146" y="75"/>
                  </a:cubicBezTo>
                  <a:cubicBezTo>
                    <a:pt x="149" y="64"/>
                    <a:pt x="160" y="38"/>
                    <a:pt x="163" y="28"/>
                  </a:cubicBezTo>
                  <a:cubicBezTo>
                    <a:pt x="165" y="24"/>
                    <a:pt x="164" y="20"/>
                    <a:pt x="164" y="17"/>
                  </a:cubicBezTo>
                  <a:cubicBezTo>
                    <a:pt x="164" y="14"/>
                    <a:pt x="156" y="5"/>
                    <a:pt x="148" y="1"/>
                  </a:cubicBezTo>
                  <a:cubicBezTo>
                    <a:pt x="144" y="0"/>
                    <a:pt x="138" y="0"/>
                    <a:pt x="137" y="6"/>
                  </a:cubicBezTo>
                  <a:cubicBezTo>
                    <a:pt x="137" y="10"/>
                    <a:pt x="137" y="15"/>
                    <a:pt x="136" y="19"/>
                  </a:cubicBezTo>
                  <a:cubicBezTo>
                    <a:pt x="135" y="24"/>
                    <a:pt x="134" y="24"/>
                    <a:pt x="133" y="30"/>
                  </a:cubicBezTo>
                  <a:cubicBezTo>
                    <a:pt x="133" y="33"/>
                    <a:pt x="132" y="34"/>
                    <a:pt x="131" y="36"/>
                  </a:cubicBezTo>
                  <a:cubicBezTo>
                    <a:pt x="129" y="47"/>
                    <a:pt x="124" y="55"/>
                    <a:pt x="118" y="79"/>
                  </a:cubicBezTo>
                  <a:cubicBezTo>
                    <a:pt x="117" y="88"/>
                    <a:pt x="103" y="94"/>
                    <a:pt x="84" y="98"/>
                  </a:cubicBezTo>
                  <a:cubicBezTo>
                    <a:pt x="77" y="99"/>
                    <a:pt x="69" y="99"/>
                    <a:pt x="65" y="97"/>
                  </a:cubicBezTo>
                  <a:cubicBezTo>
                    <a:pt x="63" y="97"/>
                    <a:pt x="60" y="100"/>
                    <a:pt x="61" y="102"/>
                  </a:cubicBezTo>
                  <a:cubicBezTo>
                    <a:pt x="64" y="109"/>
                    <a:pt x="76" y="120"/>
                    <a:pt x="83" y="120"/>
                  </a:cubicBezTo>
                  <a:cubicBezTo>
                    <a:pt x="88" y="120"/>
                    <a:pt x="94" y="120"/>
                    <a:pt x="99" y="120"/>
                  </a:cubicBezTo>
                  <a:cubicBezTo>
                    <a:pt x="80" y="163"/>
                    <a:pt x="38" y="206"/>
                    <a:pt x="5" y="237"/>
                  </a:cubicBezTo>
                  <a:cubicBezTo>
                    <a:pt x="0" y="242"/>
                    <a:pt x="1" y="245"/>
                    <a:pt x="9" y="245"/>
                  </a:cubicBezTo>
                  <a:cubicBezTo>
                    <a:pt x="15" y="245"/>
                    <a:pt x="61" y="211"/>
                    <a:pt x="68" y="205"/>
                  </a:cubicBezTo>
                  <a:cubicBezTo>
                    <a:pt x="77" y="198"/>
                    <a:pt x="109" y="163"/>
                    <a:pt x="111" y="153"/>
                  </a:cubicBezTo>
                  <a:cubicBezTo>
                    <a:pt x="127" y="157"/>
                    <a:pt x="146" y="214"/>
                    <a:pt x="162" y="214"/>
                  </a:cubicBezTo>
                  <a:cubicBezTo>
                    <a:pt x="164" y="214"/>
                    <a:pt x="167" y="214"/>
                    <a:pt x="170" y="214"/>
                  </a:cubicBezTo>
                  <a:cubicBezTo>
                    <a:pt x="178" y="214"/>
                    <a:pt x="193" y="199"/>
                    <a:pt x="203" y="192"/>
                  </a:cubicBezTo>
                  <a:cubicBezTo>
                    <a:pt x="207" y="190"/>
                    <a:pt x="211" y="183"/>
                    <a:pt x="203" y="183"/>
                  </a:cubicBezTo>
                  <a:cubicBezTo>
                    <a:pt x="189" y="184"/>
                    <a:pt x="182" y="188"/>
                    <a:pt x="166"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5" name="îṣľîďè">
              <a:extLst>
                <a:ext uri="{FF2B5EF4-FFF2-40B4-BE49-F238E27FC236}">
                  <a16:creationId xmlns:a16="http://schemas.microsoft.com/office/drawing/2014/main" id="{9B3F1DC1-988F-9983-8632-35F76ACD09BA}"/>
                </a:ext>
              </a:extLst>
            </p:cNvPr>
            <p:cNvSpPr/>
            <p:nvPr/>
          </p:nvSpPr>
          <p:spPr bwMode="auto">
            <a:xfrm>
              <a:off x="8669338" y="2854326"/>
              <a:ext cx="117475" cy="254000"/>
            </a:xfrm>
            <a:custGeom>
              <a:avLst/>
              <a:gdLst>
                <a:gd name="T0" fmla="*/ 0 w 36"/>
                <a:gd name="T1" fmla="*/ 6 h 77"/>
                <a:gd name="T2" fmla="*/ 11 w 36"/>
                <a:gd name="T3" fmla="*/ 10 h 77"/>
                <a:gd name="T4" fmla="*/ 33 w 36"/>
                <a:gd name="T5" fmla="*/ 49 h 77"/>
                <a:gd name="T6" fmla="*/ 11 w 36"/>
                <a:gd name="T7" fmla="*/ 54 h 77"/>
                <a:gd name="T8" fmla="*/ 0 w 36"/>
                <a:gd name="T9" fmla="*/ 6 h 77"/>
              </a:gdLst>
              <a:ahLst/>
              <a:cxnLst>
                <a:cxn ang="0">
                  <a:pos x="T0" y="T1"/>
                </a:cxn>
                <a:cxn ang="0">
                  <a:pos x="T2" y="T3"/>
                </a:cxn>
                <a:cxn ang="0">
                  <a:pos x="T4" y="T5"/>
                </a:cxn>
                <a:cxn ang="0">
                  <a:pos x="T6" y="T7"/>
                </a:cxn>
                <a:cxn ang="0">
                  <a:pos x="T8" y="T9"/>
                </a:cxn>
              </a:cxnLst>
              <a:rect l="0" t="0" r="r" b="b"/>
              <a:pathLst>
                <a:path w="36" h="77">
                  <a:moveTo>
                    <a:pt x="0" y="6"/>
                  </a:moveTo>
                  <a:cubicBezTo>
                    <a:pt x="1" y="0"/>
                    <a:pt x="5" y="1"/>
                    <a:pt x="11" y="10"/>
                  </a:cubicBezTo>
                  <a:cubicBezTo>
                    <a:pt x="25" y="26"/>
                    <a:pt x="32" y="39"/>
                    <a:pt x="33" y="49"/>
                  </a:cubicBezTo>
                  <a:cubicBezTo>
                    <a:pt x="36" y="67"/>
                    <a:pt x="15" y="77"/>
                    <a:pt x="11" y="54"/>
                  </a:cubicBezTo>
                  <a:cubicBezTo>
                    <a:pt x="8" y="42"/>
                    <a:pt x="3" y="1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ïṧliḓé">
              <a:extLst>
                <a:ext uri="{FF2B5EF4-FFF2-40B4-BE49-F238E27FC236}">
                  <a16:creationId xmlns:a16="http://schemas.microsoft.com/office/drawing/2014/main" id="{94AA94B4-9A46-1ED9-2213-B2098FAC4750}"/>
                </a:ext>
              </a:extLst>
            </p:cNvPr>
            <p:cNvSpPr/>
            <p:nvPr/>
          </p:nvSpPr>
          <p:spPr bwMode="auto">
            <a:xfrm>
              <a:off x="8605838" y="2536826"/>
              <a:ext cx="712788" cy="1154113"/>
            </a:xfrm>
            <a:custGeom>
              <a:avLst/>
              <a:gdLst>
                <a:gd name="T0" fmla="*/ 36 w 216"/>
                <a:gd name="T1" fmla="*/ 185 h 349"/>
                <a:gd name="T2" fmla="*/ 10 w 216"/>
                <a:gd name="T3" fmla="*/ 220 h 349"/>
                <a:gd name="T4" fmla="*/ 30 w 216"/>
                <a:gd name="T5" fmla="*/ 249 h 349"/>
                <a:gd name="T6" fmla="*/ 49 w 216"/>
                <a:gd name="T7" fmla="*/ 207 h 349"/>
                <a:gd name="T8" fmla="*/ 19 w 216"/>
                <a:gd name="T9" fmla="*/ 237 h 349"/>
                <a:gd name="T10" fmla="*/ 72 w 216"/>
                <a:gd name="T11" fmla="*/ 98 h 349"/>
                <a:gd name="T12" fmla="*/ 88 w 216"/>
                <a:gd name="T13" fmla="*/ 93 h 349"/>
                <a:gd name="T14" fmla="*/ 115 w 216"/>
                <a:gd name="T15" fmla="*/ 27 h 349"/>
                <a:gd name="T16" fmla="*/ 114 w 216"/>
                <a:gd name="T17" fmla="*/ 12 h 349"/>
                <a:gd name="T18" fmla="*/ 144 w 216"/>
                <a:gd name="T19" fmla="*/ 19 h 349"/>
                <a:gd name="T20" fmla="*/ 99 w 216"/>
                <a:gd name="T21" fmla="*/ 72 h 349"/>
                <a:gd name="T22" fmla="*/ 181 w 216"/>
                <a:gd name="T23" fmla="*/ 102 h 349"/>
                <a:gd name="T24" fmla="*/ 196 w 216"/>
                <a:gd name="T25" fmla="*/ 133 h 349"/>
                <a:gd name="T26" fmla="*/ 209 w 216"/>
                <a:gd name="T27" fmla="*/ 160 h 349"/>
                <a:gd name="T28" fmla="*/ 128 w 216"/>
                <a:gd name="T29" fmla="*/ 215 h 349"/>
                <a:gd name="T30" fmla="*/ 108 w 216"/>
                <a:gd name="T31" fmla="*/ 217 h 349"/>
                <a:gd name="T32" fmla="*/ 70 w 216"/>
                <a:gd name="T33" fmla="*/ 211 h 349"/>
                <a:gd name="T34" fmla="*/ 130 w 216"/>
                <a:gd name="T35" fmla="*/ 189 h 349"/>
                <a:gd name="T36" fmla="*/ 117 w 216"/>
                <a:gd name="T37" fmla="*/ 183 h 349"/>
                <a:gd name="T38" fmla="*/ 127 w 216"/>
                <a:gd name="T39" fmla="*/ 176 h 349"/>
                <a:gd name="T40" fmla="*/ 59 w 216"/>
                <a:gd name="T41" fmla="*/ 191 h 349"/>
                <a:gd name="T42" fmla="*/ 111 w 216"/>
                <a:gd name="T43" fmla="*/ 162 h 349"/>
                <a:gd name="T44" fmla="*/ 111 w 216"/>
                <a:gd name="T45" fmla="*/ 147 h 349"/>
                <a:gd name="T46" fmla="*/ 88 w 216"/>
                <a:gd name="T47" fmla="*/ 143 h 349"/>
                <a:gd name="T48" fmla="*/ 45 w 216"/>
                <a:gd name="T49" fmla="*/ 182 h 349"/>
                <a:gd name="T50" fmla="*/ 75 w 216"/>
                <a:gd name="T51" fmla="*/ 128 h 349"/>
                <a:gd name="T52" fmla="*/ 56 w 216"/>
                <a:gd name="T53" fmla="*/ 123 h 349"/>
                <a:gd name="T54" fmla="*/ 43 w 216"/>
                <a:gd name="T55" fmla="*/ 50 h 349"/>
                <a:gd name="T56" fmla="*/ 52 w 216"/>
                <a:gd name="T57" fmla="*/ 157 h 349"/>
                <a:gd name="T58" fmla="*/ 21 w 216"/>
                <a:gd name="T59" fmla="*/ 98 h 349"/>
                <a:gd name="T60" fmla="*/ 29 w 216"/>
                <a:gd name="T61" fmla="*/ 151 h 349"/>
                <a:gd name="T62" fmla="*/ 105 w 216"/>
                <a:gd name="T63" fmla="*/ 254 h 349"/>
                <a:gd name="T64" fmla="*/ 42 w 216"/>
                <a:gd name="T65" fmla="*/ 264 h 349"/>
                <a:gd name="T66" fmla="*/ 132 w 216"/>
                <a:gd name="T67" fmla="*/ 225 h 349"/>
                <a:gd name="T68" fmla="*/ 181 w 216"/>
                <a:gd name="T69" fmla="*/ 226 h 349"/>
                <a:gd name="T70" fmla="*/ 159 w 216"/>
                <a:gd name="T71" fmla="*/ 241 h 349"/>
                <a:gd name="T72" fmla="*/ 137 w 216"/>
                <a:gd name="T73" fmla="*/ 238 h 349"/>
                <a:gd name="T74" fmla="*/ 120 w 216"/>
                <a:gd name="T75" fmla="*/ 349 h 349"/>
                <a:gd name="T76" fmla="*/ 60 w 216"/>
                <a:gd name="T77" fmla="*/ 310 h 349"/>
                <a:gd name="T78" fmla="*/ 84 w 216"/>
                <a:gd name="T79" fmla="*/ 315 h 349"/>
                <a:gd name="T80" fmla="*/ 148 w 216"/>
                <a:gd name="T81" fmla="*/ 118 h 349"/>
                <a:gd name="T82" fmla="*/ 125 w 216"/>
                <a:gd name="T83" fmla="*/ 154 h 349"/>
                <a:gd name="T84" fmla="*/ 180 w 216"/>
                <a:gd name="T85" fmla="*/ 58 h 349"/>
                <a:gd name="T86" fmla="*/ 129 w 216"/>
                <a:gd name="T87" fmla="*/ 70 h 349"/>
                <a:gd name="T88" fmla="*/ 136 w 216"/>
                <a:gd name="T89" fmla="*/ 102 h 349"/>
                <a:gd name="T90" fmla="*/ 120 w 216"/>
                <a:gd name="T91" fmla="*/ 93 h 349"/>
                <a:gd name="T92" fmla="*/ 99 w 216"/>
                <a:gd name="T93" fmla="*/ 123 h 349"/>
                <a:gd name="T94" fmla="*/ 107 w 216"/>
                <a:gd name="T95" fmla="*/ 113 h 349"/>
                <a:gd name="T96" fmla="*/ 136 w 216"/>
                <a:gd name="T97" fmla="*/ 102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349">
                  <a:moveTo>
                    <a:pt x="15" y="235"/>
                  </a:moveTo>
                  <a:cubicBezTo>
                    <a:pt x="15" y="220"/>
                    <a:pt x="36" y="213"/>
                    <a:pt x="36" y="187"/>
                  </a:cubicBezTo>
                  <a:cubicBezTo>
                    <a:pt x="36" y="186"/>
                    <a:pt x="36" y="186"/>
                    <a:pt x="36" y="185"/>
                  </a:cubicBezTo>
                  <a:cubicBezTo>
                    <a:pt x="36" y="181"/>
                    <a:pt x="34" y="182"/>
                    <a:pt x="30" y="182"/>
                  </a:cubicBezTo>
                  <a:cubicBezTo>
                    <a:pt x="30" y="183"/>
                    <a:pt x="30" y="184"/>
                    <a:pt x="30" y="185"/>
                  </a:cubicBezTo>
                  <a:cubicBezTo>
                    <a:pt x="27" y="197"/>
                    <a:pt x="13" y="209"/>
                    <a:pt x="10" y="220"/>
                  </a:cubicBezTo>
                  <a:cubicBezTo>
                    <a:pt x="8" y="229"/>
                    <a:pt x="0" y="261"/>
                    <a:pt x="13" y="264"/>
                  </a:cubicBezTo>
                  <a:cubicBezTo>
                    <a:pt x="14" y="264"/>
                    <a:pt x="16" y="264"/>
                    <a:pt x="17" y="264"/>
                  </a:cubicBezTo>
                  <a:cubicBezTo>
                    <a:pt x="22" y="264"/>
                    <a:pt x="27" y="253"/>
                    <a:pt x="30" y="249"/>
                  </a:cubicBezTo>
                  <a:cubicBezTo>
                    <a:pt x="33" y="245"/>
                    <a:pt x="35" y="236"/>
                    <a:pt x="37" y="230"/>
                  </a:cubicBezTo>
                  <a:cubicBezTo>
                    <a:pt x="39" y="223"/>
                    <a:pt x="41" y="213"/>
                    <a:pt x="47" y="210"/>
                  </a:cubicBezTo>
                  <a:cubicBezTo>
                    <a:pt x="49" y="209"/>
                    <a:pt x="49" y="209"/>
                    <a:pt x="49" y="207"/>
                  </a:cubicBezTo>
                  <a:cubicBezTo>
                    <a:pt x="49" y="206"/>
                    <a:pt x="48" y="206"/>
                    <a:pt x="48" y="205"/>
                  </a:cubicBezTo>
                  <a:cubicBezTo>
                    <a:pt x="48" y="203"/>
                    <a:pt x="49" y="203"/>
                    <a:pt x="47" y="203"/>
                  </a:cubicBezTo>
                  <a:cubicBezTo>
                    <a:pt x="32" y="205"/>
                    <a:pt x="26" y="227"/>
                    <a:pt x="19" y="237"/>
                  </a:cubicBezTo>
                  <a:cubicBezTo>
                    <a:pt x="16" y="242"/>
                    <a:pt x="16" y="240"/>
                    <a:pt x="15" y="235"/>
                  </a:cubicBezTo>
                  <a:close/>
                  <a:moveTo>
                    <a:pt x="43" y="50"/>
                  </a:moveTo>
                  <a:cubicBezTo>
                    <a:pt x="57" y="72"/>
                    <a:pt x="64" y="82"/>
                    <a:pt x="72" y="98"/>
                  </a:cubicBezTo>
                  <a:cubicBezTo>
                    <a:pt x="73" y="101"/>
                    <a:pt x="73" y="105"/>
                    <a:pt x="73" y="108"/>
                  </a:cubicBezTo>
                  <a:cubicBezTo>
                    <a:pt x="72" y="112"/>
                    <a:pt x="77" y="110"/>
                    <a:pt x="82" y="113"/>
                  </a:cubicBezTo>
                  <a:cubicBezTo>
                    <a:pt x="86" y="105"/>
                    <a:pt x="90" y="97"/>
                    <a:pt x="88" y="93"/>
                  </a:cubicBezTo>
                  <a:cubicBezTo>
                    <a:pt x="85" y="89"/>
                    <a:pt x="78" y="82"/>
                    <a:pt x="78" y="76"/>
                  </a:cubicBezTo>
                  <a:cubicBezTo>
                    <a:pt x="82" y="69"/>
                    <a:pt x="89" y="67"/>
                    <a:pt x="94" y="62"/>
                  </a:cubicBezTo>
                  <a:cubicBezTo>
                    <a:pt x="103" y="56"/>
                    <a:pt x="109" y="34"/>
                    <a:pt x="115" y="27"/>
                  </a:cubicBezTo>
                  <a:cubicBezTo>
                    <a:pt x="116" y="25"/>
                    <a:pt x="116" y="25"/>
                    <a:pt x="116" y="22"/>
                  </a:cubicBezTo>
                  <a:cubicBezTo>
                    <a:pt x="116" y="21"/>
                    <a:pt x="117" y="19"/>
                    <a:pt x="116" y="18"/>
                  </a:cubicBezTo>
                  <a:cubicBezTo>
                    <a:pt x="116" y="14"/>
                    <a:pt x="116" y="15"/>
                    <a:pt x="114" y="12"/>
                  </a:cubicBezTo>
                  <a:cubicBezTo>
                    <a:pt x="113" y="11"/>
                    <a:pt x="112" y="10"/>
                    <a:pt x="112" y="8"/>
                  </a:cubicBezTo>
                  <a:cubicBezTo>
                    <a:pt x="114" y="0"/>
                    <a:pt x="120" y="2"/>
                    <a:pt x="125" y="2"/>
                  </a:cubicBezTo>
                  <a:cubicBezTo>
                    <a:pt x="134" y="5"/>
                    <a:pt x="139" y="14"/>
                    <a:pt x="144" y="19"/>
                  </a:cubicBezTo>
                  <a:cubicBezTo>
                    <a:pt x="148" y="22"/>
                    <a:pt x="149" y="28"/>
                    <a:pt x="146" y="32"/>
                  </a:cubicBezTo>
                  <a:cubicBezTo>
                    <a:pt x="141" y="38"/>
                    <a:pt x="129" y="49"/>
                    <a:pt x="126" y="51"/>
                  </a:cubicBezTo>
                  <a:cubicBezTo>
                    <a:pt x="121" y="55"/>
                    <a:pt x="100" y="68"/>
                    <a:pt x="99" y="72"/>
                  </a:cubicBezTo>
                  <a:cubicBezTo>
                    <a:pt x="100" y="72"/>
                    <a:pt x="143" y="55"/>
                    <a:pt x="148" y="53"/>
                  </a:cubicBezTo>
                  <a:cubicBezTo>
                    <a:pt x="159" y="49"/>
                    <a:pt x="204" y="26"/>
                    <a:pt x="204" y="53"/>
                  </a:cubicBezTo>
                  <a:cubicBezTo>
                    <a:pt x="204" y="64"/>
                    <a:pt x="185" y="92"/>
                    <a:pt x="181" y="102"/>
                  </a:cubicBezTo>
                  <a:cubicBezTo>
                    <a:pt x="174" y="118"/>
                    <a:pt x="160" y="132"/>
                    <a:pt x="153" y="146"/>
                  </a:cubicBezTo>
                  <a:cubicBezTo>
                    <a:pt x="158" y="145"/>
                    <a:pt x="175" y="140"/>
                    <a:pt x="181" y="137"/>
                  </a:cubicBezTo>
                  <a:cubicBezTo>
                    <a:pt x="189" y="135"/>
                    <a:pt x="183" y="133"/>
                    <a:pt x="196" y="133"/>
                  </a:cubicBezTo>
                  <a:cubicBezTo>
                    <a:pt x="203" y="134"/>
                    <a:pt x="209" y="133"/>
                    <a:pt x="216" y="133"/>
                  </a:cubicBezTo>
                  <a:cubicBezTo>
                    <a:pt x="216" y="139"/>
                    <a:pt x="216" y="146"/>
                    <a:pt x="216" y="151"/>
                  </a:cubicBezTo>
                  <a:cubicBezTo>
                    <a:pt x="214" y="155"/>
                    <a:pt x="211" y="158"/>
                    <a:pt x="209" y="160"/>
                  </a:cubicBezTo>
                  <a:cubicBezTo>
                    <a:pt x="206" y="162"/>
                    <a:pt x="204" y="164"/>
                    <a:pt x="201" y="167"/>
                  </a:cubicBezTo>
                  <a:cubicBezTo>
                    <a:pt x="190" y="180"/>
                    <a:pt x="156" y="189"/>
                    <a:pt x="141" y="187"/>
                  </a:cubicBezTo>
                  <a:cubicBezTo>
                    <a:pt x="148" y="199"/>
                    <a:pt x="135" y="210"/>
                    <a:pt x="128" y="215"/>
                  </a:cubicBezTo>
                  <a:cubicBezTo>
                    <a:pt x="120" y="220"/>
                    <a:pt x="116" y="224"/>
                    <a:pt x="104" y="230"/>
                  </a:cubicBezTo>
                  <a:cubicBezTo>
                    <a:pt x="101" y="232"/>
                    <a:pt x="96" y="231"/>
                    <a:pt x="100" y="226"/>
                  </a:cubicBezTo>
                  <a:cubicBezTo>
                    <a:pt x="103" y="223"/>
                    <a:pt x="114" y="214"/>
                    <a:pt x="108" y="217"/>
                  </a:cubicBezTo>
                  <a:cubicBezTo>
                    <a:pt x="103" y="217"/>
                    <a:pt x="91" y="227"/>
                    <a:pt x="87" y="227"/>
                  </a:cubicBezTo>
                  <a:cubicBezTo>
                    <a:pt x="77" y="227"/>
                    <a:pt x="69" y="224"/>
                    <a:pt x="67" y="215"/>
                  </a:cubicBezTo>
                  <a:cubicBezTo>
                    <a:pt x="66" y="211"/>
                    <a:pt x="66" y="211"/>
                    <a:pt x="70" y="211"/>
                  </a:cubicBezTo>
                  <a:cubicBezTo>
                    <a:pt x="81" y="211"/>
                    <a:pt x="93" y="206"/>
                    <a:pt x="100" y="203"/>
                  </a:cubicBezTo>
                  <a:cubicBezTo>
                    <a:pt x="110" y="199"/>
                    <a:pt x="114" y="192"/>
                    <a:pt x="128" y="190"/>
                  </a:cubicBezTo>
                  <a:cubicBezTo>
                    <a:pt x="129" y="190"/>
                    <a:pt x="130" y="190"/>
                    <a:pt x="130" y="189"/>
                  </a:cubicBezTo>
                  <a:cubicBezTo>
                    <a:pt x="130" y="187"/>
                    <a:pt x="129" y="187"/>
                    <a:pt x="127" y="188"/>
                  </a:cubicBezTo>
                  <a:cubicBezTo>
                    <a:pt x="123" y="188"/>
                    <a:pt x="120" y="188"/>
                    <a:pt x="116" y="188"/>
                  </a:cubicBezTo>
                  <a:cubicBezTo>
                    <a:pt x="113" y="188"/>
                    <a:pt x="112" y="183"/>
                    <a:pt x="117" y="183"/>
                  </a:cubicBezTo>
                  <a:cubicBezTo>
                    <a:pt x="145" y="182"/>
                    <a:pt x="186" y="160"/>
                    <a:pt x="180" y="151"/>
                  </a:cubicBezTo>
                  <a:cubicBezTo>
                    <a:pt x="170" y="153"/>
                    <a:pt x="151" y="165"/>
                    <a:pt x="141" y="167"/>
                  </a:cubicBezTo>
                  <a:cubicBezTo>
                    <a:pt x="135" y="168"/>
                    <a:pt x="133" y="176"/>
                    <a:pt x="127" y="176"/>
                  </a:cubicBezTo>
                  <a:cubicBezTo>
                    <a:pt x="121" y="176"/>
                    <a:pt x="119" y="173"/>
                    <a:pt x="116" y="173"/>
                  </a:cubicBezTo>
                  <a:cubicBezTo>
                    <a:pt x="104" y="175"/>
                    <a:pt x="85" y="191"/>
                    <a:pt x="64" y="195"/>
                  </a:cubicBezTo>
                  <a:cubicBezTo>
                    <a:pt x="57" y="196"/>
                    <a:pt x="53" y="197"/>
                    <a:pt x="59" y="191"/>
                  </a:cubicBezTo>
                  <a:cubicBezTo>
                    <a:pt x="61" y="188"/>
                    <a:pt x="64" y="187"/>
                    <a:pt x="68" y="185"/>
                  </a:cubicBezTo>
                  <a:cubicBezTo>
                    <a:pt x="77" y="180"/>
                    <a:pt x="101" y="167"/>
                    <a:pt x="105" y="164"/>
                  </a:cubicBezTo>
                  <a:cubicBezTo>
                    <a:pt x="111" y="162"/>
                    <a:pt x="111" y="162"/>
                    <a:pt x="111" y="162"/>
                  </a:cubicBezTo>
                  <a:cubicBezTo>
                    <a:pt x="111" y="162"/>
                    <a:pt x="112" y="161"/>
                    <a:pt x="112" y="161"/>
                  </a:cubicBezTo>
                  <a:cubicBezTo>
                    <a:pt x="112" y="161"/>
                    <a:pt x="112" y="161"/>
                    <a:pt x="112" y="161"/>
                  </a:cubicBezTo>
                  <a:cubicBezTo>
                    <a:pt x="112" y="157"/>
                    <a:pt x="111" y="152"/>
                    <a:pt x="111" y="147"/>
                  </a:cubicBezTo>
                  <a:cubicBezTo>
                    <a:pt x="105" y="149"/>
                    <a:pt x="107" y="152"/>
                    <a:pt x="100" y="152"/>
                  </a:cubicBezTo>
                  <a:cubicBezTo>
                    <a:pt x="99" y="152"/>
                    <a:pt x="99" y="152"/>
                    <a:pt x="98" y="152"/>
                  </a:cubicBezTo>
                  <a:cubicBezTo>
                    <a:pt x="92" y="152"/>
                    <a:pt x="89" y="148"/>
                    <a:pt x="88" y="143"/>
                  </a:cubicBezTo>
                  <a:cubicBezTo>
                    <a:pt x="80" y="143"/>
                    <a:pt x="77" y="157"/>
                    <a:pt x="71" y="163"/>
                  </a:cubicBezTo>
                  <a:cubicBezTo>
                    <a:pt x="63" y="172"/>
                    <a:pt x="52" y="181"/>
                    <a:pt x="48" y="183"/>
                  </a:cubicBezTo>
                  <a:cubicBezTo>
                    <a:pt x="47" y="183"/>
                    <a:pt x="46" y="183"/>
                    <a:pt x="45" y="182"/>
                  </a:cubicBezTo>
                  <a:cubicBezTo>
                    <a:pt x="43" y="182"/>
                    <a:pt x="44" y="182"/>
                    <a:pt x="44" y="180"/>
                  </a:cubicBezTo>
                  <a:cubicBezTo>
                    <a:pt x="45" y="178"/>
                    <a:pt x="45" y="176"/>
                    <a:pt x="46" y="176"/>
                  </a:cubicBezTo>
                  <a:cubicBezTo>
                    <a:pt x="59" y="161"/>
                    <a:pt x="76" y="129"/>
                    <a:pt x="75" y="128"/>
                  </a:cubicBezTo>
                  <a:cubicBezTo>
                    <a:pt x="69" y="122"/>
                    <a:pt x="69" y="122"/>
                    <a:pt x="69" y="122"/>
                  </a:cubicBezTo>
                  <a:cubicBezTo>
                    <a:pt x="65" y="126"/>
                    <a:pt x="61" y="127"/>
                    <a:pt x="57" y="124"/>
                  </a:cubicBezTo>
                  <a:cubicBezTo>
                    <a:pt x="56" y="124"/>
                    <a:pt x="56" y="123"/>
                    <a:pt x="56" y="123"/>
                  </a:cubicBezTo>
                  <a:cubicBezTo>
                    <a:pt x="53" y="121"/>
                    <a:pt x="51" y="117"/>
                    <a:pt x="50" y="112"/>
                  </a:cubicBezTo>
                  <a:cubicBezTo>
                    <a:pt x="49" y="90"/>
                    <a:pt x="37" y="66"/>
                    <a:pt x="33" y="49"/>
                  </a:cubicBezTo>
                  <a:cubicBezTo>
                    <a:pt x="31" y="41"/>
                    <a:pt x="34" y="38"/>
                    <a:pt x="43" y="50"/>
                  </a:cubicBezTo>
                  <a:close/>
                  <a:moveTo>
                    <a:pt x="29" y="151"/>
                  </a:moveTo>
                  <a:cubicBezTo>
                    <a:pt x="32" y="156"/>
                    <a:pt x="31" y="160"/>
                    <a:pt x="38" y="162"/>
                  </a:cubicBezTo>
                  <a:cubicBezTo>
                    <a:pt x="47" y="164"/>
                    <a:pt x="46" y="158"/>
                    <a:pt x="52" y="157"/>
                  </a:cubicBezTo>
                  <a:cubicBezTo>
                    <a:pt x="52" y="154"/>
                    <a:pt x="52" y="151"/>
                    <a:pt x="52" y="148"/>
                  </a:cubicBezTo>
                  <a:cubicBezTo>
                    <a:pt x="52" y="132"/>
                    <a:pt x="40" y="122"/>
                    <a:pt x="37" y="112"/>
                  </a:cubicBezTo>
                  <a:cubicBezTo>
                    <a:pt x="33" y="109"/>
                    <a:pt x="26" y="98"/>
                    <a:pt x="21" y="98"/>
                  </a:cubicBezTo>
                  <a:cubicBezTo>
                    <a:pt x="15" y="98"/>
                    <a:pt x="25" y="128"/>
                    <a:pt x="25" y="135"/>
                  </a:cubicBezTo>
                  <a:cubicBezTo>
                    <a:pt x="26" y="135"/>
                    <a:pt x="27" y="135"/>
                    <a:pt x="28" y="135"/>
                  </a:cubicBezTo>
                  <a:cubicBezTo>
                    <a:pt x="28" y="140"/>
                    <a:pt x="28" y="145"/>
                    <a:pt x="29" y="151"/>
                  </a:cubicBezTo>
                  <a:close/>
                  <a:moveTo>
                    <a:pt x="108" y="321"/>
                  </a:moveTo>
                  <a:cubicBezTo>
                    <a:pt x="109" y="302"/>
                    <a:pt x="109" y="280"/>
                    <a:pt x="108" y="260"/>
                  </a:cubicBezTo>
                  <a:cubicBezTo>
                    <a:pt x="108" y="257"/>
                    <a:pt x="107" y="256"/>
                    <a:pt x="105" y="254"/>
                  </a:cubicBezTo>
                  <a:cubicBezTo>
                    <a:pt x="103" y="253"/>
                    <a:pt x="103" y="254"/>
                    <a:pt x="101" y="255"/>
                  </a:cubicBezTo>
                  <a:cubicBezTo>
                    <a:pt x="89" y="262"/>
                    <a:pt x="68" y="274"/>
                    <a:pt x="57" y="274"/>
                  </a:cubicBezTo>
                  <a:cubicBezTo>
                    <a:pt x="49" y="274"/>
                    <a:pt x="44" y="271"/>
                    <a:pt x="42" y="264"/>
                  </a:cubicBezTo>
                  <a:cubicBezTo>
                    <a:pt x="42" y="260"/>
                    <a:pt x="41" y="259"/>
                    <a:pt x="44" y="258"/>
                  </a:cubicBezTo>
                  <a:cubicBezTo>
                    <a:pt x="71" y="252"/>
                    <a:pt x="80" y="249"/>
                    <a:pt x="103" y="237"/>
                  </a:cubicBezTo>
                  <a:cubicBezTo>
                    <a:pt x="110" y="233"/>
                    <a:pt x="122" y="226"/>
                    <a:pt x="132" y="225"/>
                  </a:cubicBezTo>
                  <a:cubicBezTo>
                    <a:pt x="148" y="224"/>
                    <a:pt x="146" y="216"/>
                    <a:pt x="159" y="215"/>
                  </a:cubicBezTo>
                  <a:cubicBezTo>
                    <a:pt x="163" y="214"/>
                    <a:pt x="166" y="216"/>
                    <a:pt x="171" y="216"/>
                  </a:cubicBezTo>
                  <a:cubicBezTo>
                    <a:pt x="175" y="216"/>
                    <a:pt x="181" y="221"/>
                    <a:pt x="181" y="226"/>
                  </a:cubicBezTo>
                  <a:cubicBezTo>
                    <a:pt x="181" y="227"/>
                    <a:pt x="181" y="227"/>
                    <a:pt x="181" y="228"/>
                  </a:cubicBezTo>
                  <a:cubicBezTo>
                    <a:pt x="181" y="237"/>
                    <a:pt x="173" y="238"/>
                    <a:pt x="165" y="239"/>
                  </a:cubicBezTo>
                  <a:cubicBezTo>
                    <a:pt x="163" y="240"/>
                    <a:pt x="161" y="240"/>
                    <a:pt x="159" y="241"/>
                  </a:cubicBezTo>
                  <a:cubicBezTo>
                    <a:pt x="148" y="246"/>
                    <a:pt x="133" y="248"/>
                    <a:pt x="129" y="250"/>
                  </a:cubicBezTo>
                  <a:cubicBezTo>
                    <a:pt x="129" y="249"/>
                    <a:pt x="129" y="248"/>
                    <a:pt x="129" y="247"/>
                  </a:cubicBezTo>
                  <a:cubicBezTo>
                    <a:pt x="131" y="244"/>
                    <a:pt x="138" y="241"/>
                    <a:pt x="137" y="238"/>
                  </a:cubicBezTo>
                  <a:cubicBezTo>
                    <a:pt x="136" y="237"/>
                    <a:pt x="120" y="246"/>
                    <a:pt x="113" y="250"/>
                  </a:cubicBezTo>
                  <a:cubicBezTo>
                    <a:pt x="132" y="265"/>
                    <a:pt x="133" y="297"/>
                    <a:pt x="133" y="318"/>
                  </a:cubicBezTo>
                  <a:cubicBezTo>
                    <a:pt x="133" y="326"/>
                    <a:pt x="125" y="349"/>
                    <a:pt x="120" y="349"/>
                  </a:cubicBezTo>
                  <a:cubicBezTo>
                    <a:pt x="116" y="349"/>
                    <a:pt x="112" y="349"/>
                    <a:pt x="109" y="349"/>
                  </a:cubicBezTo>
                  <a:cubicBezTo>
                    <a:pt x="99" y="349"/>
                    <a:pt x="89" y="335"/>
                    <a:pt x="83" y="330"/>
                  </a:cubicBezTo>
                  <a:cubicBezTo>
                    <a:pt x="78" y="326"/>
                    <a:pt x="60" y="317"/>
                    <a:pt x="60" y="310"/>
                  </a:cubicBezTo>
                  <a:cubicBezTo>
                    <a:pt x="60" y="307"/>
                    <a:pt x="59" y="306"/>
                    <a:pt x="63" y="307"/>
                  </a:cubicBezTo>
                  <a:cubicBezTo>
                    <a:pt x="66" y="308"/>
                    <a:pt x="67" y="310"/>
                    <a:pt x="70" y="312"/>
                  </a:cubicBezTo>
                  <a:cubicBezTo>
                    <a:pt x="74" y="314"/>
                    <a:pt x="78" y="314"/>
                    <a:pt x="84" y="315"/>
                  </a:cubicBezTo>
                  <a:cubicBezTo>
                    <a:pt x="91" y="316"/>
                    <a:pt x="101" y="323"/>
                    <a:pt x="108" y="321"/>
                  </a:cubicBezTo>
                  <a:close/>
                  <a:moveTo>
                    <a:pt x="156" y="99"/>
                  </a:moveTo>
                  <a:cubicBezTo>
                    <a:pt x="157" y="108"/>
                    <a:pt x="152" y="118"/>
                    <a:pt x="148" y="118"/>
                  </a:cubicBezTo>
                  <a:cubicBezTo>
                    <a:pt x="143" y="119"/>
                    <a:pt x="138" y="122"/>
                    <a:pt x="134" y="126"/>
                  </a:cubicBezTo>
                  <a:cubicBezTo>
                    <a:pt x="128" y="130"/>
                    <a:pt x="123" y="132"/>
                    <a:pt x="118" y="138"/>
                  </a:cubicBezTo>
                  <a:cubicBezTo>
                    <a:pt x="120" y="143"/>
                    <a:pt x="122" y="148"/>
                    <a:pt x="125" y="154"/>
                  </a:cubicBezTo>
                  <a:cubicBezTo>
                    <a:pt x="127" y="157"/>
                    <a:pt x="136" y="143"/>
                    <a:pt x="139" y="139"/>
                  </a:cubicBezTo>
                  <a:cubicBezTo>
                    <a:pt x="140" y="138"/>
                    <a:pt x="141" y="136"/>
                    <a:pt x="142" y="134"/>
                  </a:cubicBezTo>
                  <a:cubicBezTo>
                    <a:pt x="159" y="110"/>
                    <a:pt x="168" y="84"/>
                    <a:pt x="180" y="58"/>
                  </a:cubicBezTo>
                  <a:cubicBezTo>
                    <a:pt x="185" y="45"/>
                    <a:pt x="168" y="55"/>
                    <a:pt x="159" y="58"/>
                  </a:cubicBezTo>
                  <a:cubicBezTo>
                    <a:pt x="151" y="61"/>
                    <a:pt x="139" y="68"/>
                    <a:pt x="130" y="69"/>
                  </a:cubicBezTo>
                  <a:cubicBezTo>
                    <a:pt x="129" y="69"/>
                    <a:pt x="129" y="70"/>
                    <a:pt x="129" y="70"/>
                  </a:cubicBezTo>
                  <a:cubicBezTo>
                    <a:pt x="130" y="71"/>
                    <a:pt x="129" y="71"/>
                    <a:pt x="130" y="71"/>
                  </a:cubicBezTo>
                  <a:cubicBezTo>
                    <a:pt x="140" y="77"/>
                    <a:pt x="151" y="88"/>
                    <a:pt x="156" y="99"/>
                  </a:cubicBezTo>
                  <a:close/>
                  <a:moveTo>
                    <a:pt x="136" y="102"/>
                  </a:moveTo>
                  <a:cubicBezTo>
                    <a:pt x="136" y="95"/>
                    <a:pt x="123" y="78"/>
                    <a:pt x="122" y="73"/>
                  </a:cubicBezTo>
                  <a:cubicBezTo>
                    <a:pt x="119" y="73"/>
                    <a:pt x="115" y="74"/>
                    <a:pt x="112" y="75"/>
                  </a:cubicBezTo>
                  <a:cubicBezTo>
                    <a:pt x="114" y="82"/>
                    <a:pt x="122" y="86"/>
                    <a:pt x="120" y="93"/>
                  </a:cubicBezTo>
                  <a:cubicBezTo>
                    <a:pt x="120" y="96"/>
                    <a:pt x="115" y="103"/>
                    <a:pt x="113" y="103"/>
                  </a:cubicBezTo>
                  <a:cubicBezTo>
                    <a:pt x="111" y="103"/>
                    <a:pt x="111" y="103"/>
                    <a:pt x="109" y="106"/>
                  </a:cubicBezTo>
                  <a:cubicBezTo>
                    <a:pt x="105" y="112"/>
                    <a:pt x="99" y="118"/>
                    <a:pt x="99" y="123"/>
                  </a:cubicBezTo>
                  <a:cubicBezTo>
                    <a:pt x="102" y="125"/>
                    <a:pt x="104" y="127"/>
                    <a:pt x="105" y="129"/>
                  </a:cubicBezTo>
                  <a:cubicBezTo>
                    <a:pt x="107" y="131"/>
                    <a:pt x="107" y="130"/>
                    <a:pt x="107" y="128"/>
                  </a:cubicBezTo>
                  <a:cubicBezTo>
                    <a:pt x="107" y="123"/>
                    <a:pt x="107" y="118"/>
                    <a:pt x="107" y="113"/>
                  </a:cubicBezTo>
                  <a:cubicBezTo>
                    <a:pt x="107" y="109"/>
                    <a:pt x="111" y="112"/>
                    <a:pt x="111" y="114"/>
                  </a:cubicBezTo>
                  <a:cubicBezTo>
                    <a:pt x="112" y="116"/>
                    <a:pt x="113" y="125"/>
                    <a:pt x="115" y="125"/>
                  </a:cubicBezTo>
                  <a:cubicBezTo>
                    <a:pt x="119" y="122"/>
                    <a:pt x="136" y="107"/>
                    <a:pt x="13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ïṩļiḓe">
              <a:extLst>
                <a:ext uri="{FF2B5EF4-FFF2-40B4-BE49-F238E27FC236}">
                  <a16:creationId xmlns:a16="http://schemas.microsoft.com/office/drawing/2014/main" id="{C51D96A9-7FE7-CBC8-1C57-4447B3D93B6E}"/>
                </a:ext>
              </a:extLst>
            </p:cNvPr>
            <p:cNvSpPr/>
            <p:nvPr/>
          </p:nvSpPr>
          <p:spPr bwMode="auto">
            <a:xfrm>
              <a:off x="3209925" y="2844801"/>
              <a:ext cx="1184275" cy="1173163"/>
            </a:xfrm>
            <a:custGeom>
              <a:avLst/>
              <a:gdLst>
                <a:gd name="T0" fmla="*/ 217 w 359"/>
                <a:gd name="T1" fmla="*/ 4 h 355"/>
                <a:gd name="T2" fmla="*/ 234 w 359"/>
                <a:gd name="T3" fmla="*/ 29 h 355"/>
                <a:gd name="T4" fmla="*/ 260 w 359"/>
                <a:gd name="T5" fmla="*/ 19 h 355"/>
                <a:gd name="T6" fmla="*/ 270 w 359"/>
                <a:gd name="T7" fmla="*/ 48 h 355"/>
                <a:gd name="T8" fmla="*/ 299 w 359"/>
                <a:gd name="T9" fmla="*/ 46 h 355"/>
                <a:gd name="T10" fmla="*/ 301 w 359"/>
                <a:gd name="T11" fmla="*/ 76 h 355"/>
                <a:gd name="T12" fmla="*/ 330 w 359"/>
                <a:gd name="T13" fmla="*/ 81 h 355"/>
                <a:gd name="T14" fmla="*/ 324 w 359"/>
                <a:gd name="T15" fmla="*/ 110 h 355"/>
                <a:gd name="T16" fmla="*/ 350 w 359"/>
                <a:gd name="T17" fmla="*/ 123 h 355"/>
                <a:gd name="T18" fmla="*/ 337 w 359"/>
                <a:gd name="T19" fmla="*/ 150 h 355"/>
                <a:gd name="T20" fmla="*/ 359 w 359"/>
                <a:gd name="T21" fmla="*/ 172 h 355"/>
                <a:gd name="T22" fmla="*/ 338 w 359"/>
                <a:gd name="T23" fmla="*/ 194 h 355"/>
                <a:gd name="T24" fmla="*/ 335 w 359"/>
                <a:gd name="T25" fmla="*/ 213 h 355"/>
                <a:gd name="T26" fmla="*/ 348 w 359"/>
                <a:gd name="T27" fmla="*/ 240 h 355"/>
                <a:gd name="T28" fmla="*/ 321 w 359"/>
                <a:gd name="T29" fmla="*/ 251 h 355"/>
                <a:gd name="T30" fmla="*/ 326 w 359"/>
                <a:gd name="T31" fmla="*/ 281 h 355"/>
                <a:gd name="T32" fmla="*/ 296 w 359"/>
                <a:gd name="T33" fmla="*/ 285 h 355"/>
                <a:gd name="T34" fmla="*/ 293 w 359"/>
                <a:gd name="T35" fmla="*/ 315 h 355"/>
                <a:gd name="T36" fmla="*/ 271 w 359"/>
                <a:gd name="T37" fmla="*/ 307 h 355"/>
                <a:gd name="T38" fmla="*/ 261 w 359"/>
                <a:gd name="T39" fmla="*/ 337 h 355"/>
                <a:gd name="T40" fmla="*/ 234 w 359"/>
                <a:gd name="T41" fmla="*/ 327 h 355"/>
                <a:gd name="T42" fmla="*/ 217 w 359"/>
                <a:gd name="T43" fmla="*/ 352 h 355"/>
                <a:gd name="T44" fmla="*/ 193 w 359"/>
                <a:gd name="T45" fmla="*/ 336 h 355"/>
                <a:gd name="T46" fmla="*/ 170 w 359"/>
                <a:gd name="T47" fmla="*/ 355 h 355"/>
                <a:gd name="T48" fmla="*/ 151 w 359"/>
                <a:gd name="T49" fmla="*/ 334 h 355"/>
                <a:gd name="T50" fmla="*/ 123 w 359"/>
                <a:gd name="T51" fmla="*/ 347 h 355"/>
                <a:gd name="T52" fmla="*/ 109 w 359"/>
                <a:gd name="T53" fmla="*/ 319 h 355"/>
                <a:gd name="T54" fmla="*/ 78 w 359"/>
                <a:gd name="T55" fmla="*/ 325 h 355"/>
                <a:gd name="T56" fmla="*/ 83 w 359"/>
                <a:gd name="T57" fmla="*/ 303 h 355"/>
                <a:gd name="T58" fmla="*/ 59 w 359"/>
                <a:gd name="T59" fmla="*/ 310 h 355"/>
                <a:gd name="T60" fmla="*/ 58 w 359"/>
                <a:gd name="T61" fmla="*/ 280 h 355"/>
                <a:gd name="T62" fmla="*/ 29 w 359"/>
                <a:gd name="T63" fmla="*/ 274 h 355"/>
                <a:gd name="T64" fmla="*/ 35 w 359"/>
                <a:gd name="T65" fmla="*/ 245 h 355"/>
                <a:gd name="T66" fmla="*/ 9 w 359"/>
                <a:gd name="T67" fmla="*/ 232 h 355"/>
                <a:gd name="T68" fmla="*/ 3 w 359"/>
                <a:gd name="T69" fmla="*/ 211 h 355"/>
                <a:gd name="T70" fmla="*/ 22 w 359"/>
                <a:gd name="T71" fmla="*/ 206 h 355"/>
                <a:gd name="T72" fmla="*/ 20 w 359"/>
                <a:gd name="T73" fmla="*/ 191 h 355"/>
                <a:gd name="T74" fmla="*/ 0 w 359"/>
                <a:gd name="T75" fmla="*/ 178 h 355"/>
                <a:gd name="T76" fmla="*/ 20 w 359"/>
                <a:gd name="T77" fmla="*/ 168 h 355"/>
                <a:gd name="T78" fmla="*/ 3 w 359"/>
                <a:gd name="T79" fmla="*/ 145 h 355"/>
                <a:gd name="T80" fmla="*/ 28 w 359"/>
                <a:gd name="T81" fmla="*/ 128 h 355"/>
                <a:gd name="T82" fmla="*/ 18 w 359"/>
                <a:gd name="T83" fmla="*/ 101 h 355"/>
                <a:gd name="T84" fmla="*/ 46 w 359"/>
                <a:gd name="T85" fmla="*/ 91 h 355"/>
                <a:gd name="T86" fmla="*/ 43 w 359"/>
                <a:gd name="T87" fmla="*/ 61 h 355"/>
                <a:gd name="T88" fmla="*/ 59 w 359"/>
                <a:gd name="T89" fmla="*/ 45 h 355"/>
                <a:gd name="T90" fmla="*/ 86 w 359"/>
                <a:gd name="T91" fmla="*/ 51 h 355"/>
                <a:gd name="T92" fmla="*/ 81 w 359"/>
                <a:gd name="T93" fmla="*/ 28 h 355"/>
                <a:gd name="T94" fmla="*/ 111 w 359"/>
                <a:gd name="T95" fmla="*/ 35 h 355"/>
                <a:gd name="T96" fmla="*/ 124 w 359"/>
                <a:gd name="T97" fmla="*/ 9 h 355"/>
                <a:gd name="T98" fmla="*/ 151 w 359"/>
                <a:gd name="T99" fmla="*/ 22 h 355"/>
                <a:gd name="T100" fmla="*/ 170 w 359"/>
                <a:gd name="T101" fmla="*/ 0 h 355"/>
                <a:gd name="T102" fmla="*/ 193 w 359"/>
                <a:gd name="T103" fmla="*/ 20 h 355"/>
                <a:gd name="T104" fmla="*/ 82 w 359"/>
                <a:gd name="T105" fmla="*/ 280 h 355"/>
                <a:gd name="T106" fmla="*/ 322 w 359"/>
                <a:gd name="T107" fmla="*/ 178 h 355"/>
                <a:gd name="T108" fmla="*/ 38 w 359"/>
                <a:gd name="T109" fmla="*/ 178 h 355"/>
                <a:gd name="T110" fmla="*/ 267 w 359"/>
                <a:gd name="T111" fmla="*/ 290 h 355"/>
                <a:gd name="T112" fmla="*/ 180 w 359"/>
                <a:gd name="T113" fmla="*/ 32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9" h="355">
                  <a:moveTo>
                    <a:pt x="212" y="23"/>
                  </a:moveTo>
                  <a:cubicBezTo>
                    <a:pt x="217" y="4"/>
                    <a:pt x="217" y="4"/>
                    <a:pt x="217" y="4"/>
                  </a:cubicBezTo>
                  <a:cubicBezTo>
                    <a:pt x="239" y="11"/>
                    <a:pt x="239" y="11"/>
                    <a:pt x="239" y="11"/>
                  </a:cubicBezTo>
                  <a:cubicBezTo>
                    <a:pt x="234" y="29"/>
                    <a:pt x="234" y="29"/>
                    <a:pt x="234" y="29"/>
                  </a:cubicBezTo>
                  <a:cubicBezTo>
                    <a:pt x="239" y="31"/>
                    <a:pt x="245" y="33"/>
                    <a:pt x="250" y="36"/>
                  </a:cubicBezTo>
                  <a:cubicBezTo>
                    <a:pt x="260" y="19"/>
                    <a:pt x="260" y="19"/>
                    <a:pt x="260" y="19"/>
                  </a:cubicBezTo>
                  <a:cubicBezTo>
                    <a:pt x="280" y="31"/>
                    <a:pt x="280" y="31"/>
                    <a:pt x="280" y="31"/>
                  </a:cubicBezTo>
                  <a:cubicBezTo>
                    <a:pt x="270" y="48"/>
                    <a:pt x="270" y="48"/>
                    <a:pt x="270" y="48"/>
                  </a:cubicBezTo>
                  <a:cubicBezTo>
                    <a:pt x="275" y="51"/>
                    <a:pt x="280" y="55"/>
                    <a:pt x="285" y="59"/>
                  </a:cubicBezTo>
                  <a:cubicBezTo>
                    <a:pt x="299" y="46"/>
                    <a:pt x="299" y="46"/>
                    <a:pt x="299" y="46"/>
                  </a:cubicBezTo>
                  <a:cubicBezTo>
                    <a:pt x="315" y="62"/>
                    <a:pt x="315" y="62"/>
                    <a:pt x="315" y="62"/>
                  </a:cubicBezTo>
                  <a:cubicBezTo>
                    <a:pt x="301" y="76"/>
                    <a:pt x="301" y="76"/>
                    <a:pt x="301" y="76"/>
                  </a:cubicBezTo>
                  <a:cubicBezTo>
                    <a:pt x="305" y="81"/>
                    <a:pt x="309" y="86"/>
                    <a:pt x="312" y="91"/>
                  </a:cubicBezTo>
                  <a:cubicBezTo>
                    <a:pt x="330" y="81"/>
                    <a:pt x="330" y="81"/>
                    <a:pt x="330" y="81"/>
                  </a:cubicBezTo>
                  <a:cubicBezTo>
                    <a:pt x="341" y="100"/>
                    <a:pt x="341" y="100"/>
                    <a:pt x="341" y="100"/>
                  </a:cubicBezTo>
                  <a:cubicBezTo>
                    <a:pt x="324" y="110"/>
                    <a:pt x="324" y="110"/>
                    <a:pt x="324" y="110"/>
                  </a:cubicBezTo>
                  <a:cubicBezTo>
                    <a:pt x="326" y="116"/>
                    <a:pt x="329" y="122"/>
                    <a:pt x="331" y="128"/>
                  </a:cubicBezTo>
                  <a:cubicBezTo>
                    <a:pt x="350" y="123"/>
                    <a:pt x="350" y="123"/>
                    <a:pt x="350" y="123"/>
                  </a:cubicBezTo>
                  <a:cubicBezTo>
                    <a:pt x="356" y="145"/>
                    <a:pt x="356" y="145"/>
                    <a:pt x="356" y="145"/>
                  </a:cubicBezTo>
                  <a:cubicBezTo>
                    <a:pt x="337" y="150"/>
                    <a:pt x="337" y="150"/>
                    <a:pt x="337" y="150"/>
                  </a:cubicBezTo>
                  <a:cubicBezTo>
                    <a:pt x="338" y="157"/>
                    <a:pt x="339" y="164"/>
                    <a:pt x="339" y="171"/>
                  </a:cubicBezTo>
                  <a:cubicBezTo>
                    <a:pt x="359" y="172"/>
                    <a:pt x="359" y="172"/>
                    <a:pt x="359" y="172"/>
                  </a:cubicBezTo>
                  <a:cubicBezTo>
                    <a:pt x="358" y="194"/>
                    <a:pt x="358" y="194"/>
                    <a:pt x="358" y="194"/>
                  </a:cubicBezTo>
                  <a:cubicBezTo>
                    <a:pt x="338" y="194"/>
                    <a:pt x="338" y="194"/>
                    <a:pt x="338" y="194"/>
                  </a:cubicBezTo>
                  <a:cubicBezTo>
                    <a:pt x="338" y="195"/>
                    <a:pt x="338" y="196"/>
                    <a:pt x="338" y="198"/>
                  </a:cubicBezTo>
                  <a:cubicBezTo>
                    <a:pt x="337" y="203"/>
                    <a:pt x="336" y="208"/>
                    <a:pt x="335" y="213"/>
                  </a:cubicBezTo>
                  <a:cubicBezTo>
                    <a:pt x="354" y="218"/>
                    <a:pt x="354" y="218"/>
                    <a:pt x="354" y="218"/>
                  </a:cubicBezTo>
                  <a:cubicBezTo>
                    <a:pt x="348" y="240"/>
                    <a:pt x="348" y="240"/>
                    <a:pt x="348" y="240"/>
                  </a:cubicBezTo>
                  <a:cubicBezTo>
                    <a:pt x="329" y="234"/>
                    <a:pt x="329" y="234"/>
                    <a:pt x="329" y="234"/>
                  </a:cubicBezTo>
                  <a:cubicBezTo>
                    <a:pt x="326" y="240"/>
                    <a:pt x="324" y="246"/>
                    <a:pt x="321" y="251"/>
                  </a:cubicBezTo>
                  <a:cubicBezTo>
                    <a:pt x="338" y="261"/>
                    <a:pt x="338" y="261"/>
                    <a:pt x="338" y="261"/>
                  </a:cubicBezTo>
                  <a:cubicBezTo>
                    <a:pt x="326" y="281"/>
                    <a:pt x="326" y="281"/>
                    <a:pt x="326" y="281"/>
                  </a:cubicBezTo>
                  <a:cubicBezTo>
                    <a:pt x="309" y="271"/>
                    <a:pt x="309" y="271"/>
                    <a:pt x="309" y="271"/>
                  </a:cubicBezTo>
                  <a:cubicBezTo>
                    <a:pt x="305" y="276"/>
                    <a:pt x="301" y="281"/>
                    <a:pt x="296" y="285"/>
                  </a:cubicBezTo>
                  <a:cubicBezTo>
                    <a:pt x="310" y="299"/>
                    <a:pt x="310" y="299"/>
                    <a:pt x="310" y="299"/>
                  </a:cubicBezTo>
                  <a:cubicBezTo>
                    <a:pt x="293" y="315"/>
                    <a:pt x="293" y="315"/>
                    <a:pt x="293" y="315"/>
                  </a:cubicBezTo>
                  <a:cubicBezTo>
                    <a:pt x="280" y="301"/>
                    <a:pt x="280" y="301"/>
                    <a:pt x="280" y="301"/>
                  </a:cubicBezTo>
                  <a:cubicBezTo>
                    <a:pt x="277" y="303"/>
                    <a:pt x="274" y="305"/>
                    <a:pt x="271" y="307"/>
                  </a:cubicBezTo>
                  <a:cubicBezTo>
                    <a:pt x="281" y="325"/>
                    <a:pt x="281" y="325"/>
                    <a:pt x="281" y="325"/>
                  </a:cubicBezTo>
                  <a:cubicBezTo>
                    <a:pt x="261" y="337"/>
                    <a:pt x="261" y="337"/>
                    <a:pt x="261" y="337"/>
                  </a:cubicBezTo>
                  <a:cubicBezTo>
                    <a:pt x="251" y="319"/>
                    <a:pt x="251" y="319"/>
                    <a:pt x="251" y="319"/>
                  </a:cubicBezTo>
                  <a:cubicBezTo>
                    <a:pt x="246" y="322"/>
                    <a:pt x="240" y="325"/>
                    <a:pt x="234" y="327"/>
                  </a:cubicBezTo>
                  <a:cubicBezTo>
                    <a:pt x="239" y="346"/>
                    <a:pt x="239" y="346"/>
                    <a:pt x="239" y="346"/>
                  </a:cubicBezTo>
                  <a:cubicBezTo>
                    <a:pt x="217" y="352"/>
                    <a:pt x="217" y="352"/>
                    <a:pt x="217" y="352"/>
                  </a:cubicBezTo>
                  <a:cubicBezTo>
                    <a:pt x="212" y="333"/>
                    <a:pt x="212" y="333"/>
                    <a:pt x="212" y="333"/>
                  </a:cubicBezTo>
                  <a:cubicBezTo>
                    <a:pt x="205" y="334"/>
                    <a:pt x="199" y="335"/>
                    <a:pt x="193" y="336"/>
                  </a:cubicBezTo>
                  <a:cubicBezTo>
                    <a:pt x="193" y="355"/>
                    <a:pt x="193" y="355"/>
                    <a:pt x="193" y="355"/>
                  </a:cubicBezTo>
                  <a:cubicBezTo>
                    <a:pt x="170" y="355"/>
                    <a:pt x="170" y="355"/>
                    <a:pt x="170" y="355"/>
                  </a:cubicBezTo>
                  <a:cubicBezTo>
                    <a:pt x="170" y="336"/>
                    <a:pt x="170" y="336"/>
                    <a:pt x="170" y="336"/>
                  </a:cubicBezTo>
                  <a:cubicBezTo>
                    <a:pt x="163" y="336"/>
                    <a:pt x="157" y="335"/>
                    <a:pt x="151" y="334"/>
                  </a:cubicBezTo>
                  <a:cubicBezTo>
                    <a:pt x="146" y="353"/>
                    <a:pt x="146" y="353"/>
                    <a:pt x="146" y="353"/>
                  </a:cubicBezTo>
                  <a:cubicBezTo>
                    <a:pt x="123" y="347"/>
                    <a:pt x="123" y="347"/>
                    <a:pt x="123" y="347"/>
                  </a:cubicBezTo>
                  <a:cubicBezTo>
                    <a:pt x="129" y="328"/>
                    <a:pt x="129" y="328"/>
                    <a:pt x="129" y="328"/>
                  </a:cubicBezTo>
                  <a:cubicBezTo>
                    <a:pt x="122" y="325"/>
                    <a:pt x="115" y="322"/>
                    <a:pt x="109" y="319"/>
                  </a:cubicBezTo>
                  <a:cubicBezTo>
                    <a:pt x="98" y="337"/>
                    <a:pt x="98" y="337"/>
                    <a:pt x="98" y="337"/>
                  </a:cubicBezTo>
                  <a:cubicBezTo>
                    <a:pt x="78" y="325"/>
                    <a:pt x="78" y="325"/>
                    <a:pt x="78" y="325"/>
                  </a:cubicBezTo>
                  <a:cubicBezTo>
                    <a:pt x="89" y="307"/>
                    <a:pt x="89" y="307"/>
                    <a:pt x="89" y="307"/>
                  </a:cubicBezTo>
                  <a:cubicBezTo>
                    <a:pt x="87" y="306"/>
                    <a:pt x="85" y="305"/>
                    <a:pt x="83" y="303"/>
                  </a:cubicBezTo>
                  <a:cubicBezTo>
                    <a:pt x="80" y="301"/>
                    <a:pt x="77" y="298"/>
                    <a:pt x="74" y="296"/>
                  </a:cubicBezTo>
                  <a:cubicBezTo>
                    <a:pt x="59" y="310"/>
                    <a:pt x="59" y="310"/>
                    <a:pt x="59" y="310"/>
                  </a:cubicBezTo>
                  <a:cubicBezTo>
                    <a:pt x="43" y="294"/>
                    <a:pt x="43" y="294"/>
                    <a:pt x="43" y="294"/>
                  </a:cubicBezTo>
                  <a:cubicBezTo>
                    <a:pt x="58" y="280"/>
                    <a:pt x="58" y="280"/>
                    <a:pt x="58" y="280"/>
                  </a:cubicBezTo>
                  <a:cubicBezTo>
                    <a:pt x="54" y="275"/>
                    <a:pt x="50" y="270"/>
                    <a:pt x="46" y="265"/>
                  </a:cubicBezTo>
                  <a:cubicBezTo>
                    <a:pt x="29" y="274"/>
                    <a:pt x="29" y="274"/>
                    <a:pt x="29" y="274"/>
                  </a:cubicBezTo>
                  <a:cubicBezTo>
                    <a:pt x="18" y="255"/>
                    <a:pt x="18" y="255"/>
                    <a:pt x="18" y="255"/>
                  </a:cubicBezTo>
                  <a:cubicBezTo>
                    <a:pt x="35" y="245"/>
                    <a:pt x="35" y="245"/>
                    <a:pt x="35" y="245"/>
                  </a:cubicBezTo>
                  <a:cubicBezTo>
                    <a:pt x="32" y="239"/>
                    <a:pt x="30" y="234"/>
                    <a:pt x="28" y="228"/>
                  </a:cubicBezTo>
                  <a:cubicBezTo>
                    <a:pt x="9" y="232"/>
                    <a:pt x="9" y="232"/>
                    <a:pt x="9" y="232"/>
                  </a:cubicBezTo>
                  <a:cubicBezTo>
                    <a:pt x="8" y="231"/>
                    <a:pt x="8" y="231"/>
                    <a:pt x="8" y="230"/>
                  </a:cubicBezTo>
                  <a:cubicBezTo>
                    <a:pt x="3" y="211"/>
                    <a:pt x="3" y="211"/>
                    <a:pt x="3" y="211"/>
                  </a:cubicBezTo>
                  <a:cubicBezTo>
                    <a:pt x="3" y="211"/>
                    <a:pt x="3" y="211"/>
                    <a:pt x="3" y="210"/>
                  </a:cubicBezTo>
                  <a:cubicBezTo>
                    <a:pt x="22" y="206"/>
                    <a:pt x="22" y="206"/>
                    <a:pt x="22" y="206"/>
                  </a:cubicBezTo>
                  <a:cubicBezTo>
                    <a:pt x="22" y="205"/>
                    <a:pt x="22" y="204"/>
                    <a:pt x="22" y="204"/>
                  </a:cubicBezTo>
                  <a:cubicBezTo>
                    <a:pt x="21" y="200"/>
                    <a:pt x="21" y="195"/>
                    <a:pt x="20" y="191"/>
                  </a:cubicBezTo>
                  <a:cubicBezTo>
                    <a:pt x="1" y="191"/>
                    <a:pt x="1" y="191"/>
                    <a:pt x="1" y="191"/>
                  </a:cubicBezTo>
                  <a:cubicBezTo>
                    <a:pt x="0" y="186"/>
                    <a:pt x="0" y="182"/>
                    <a:pt x="0" y="178"/>
                  </a:cubicBezTo>
                  <a:cubicBezTo>
                    <a:pt x="0" y="175"/>
                    <a:pt x="0" y="171"/>
                    <a:pt x="1" y="168"/>
                  </a:cubicBezTo>
                  <a:cubicBezTo>
                    <a:pt x="20" y="168"/>
                    <a:pt x="20" y="168"/>
                    <a:pt x="20" y="168"/>
                  </a:cubicBezTo>
                  <a:cubicBezTo>
                    <a:pt x="21" y="162"/>
                    <a:pt x="21" y="156"/>
                    <a:pt x="22" y="150"/>
                  </a:cubicBezTo>
                  <a:cubicBezTo>
                    <a:pt x="3" y="145"/>
                    <a:pt x="3" y="145"/>
                    <a:pt x="3" y="145"/>
                  </a:cubicBezTo>
                  <a:cubicBezTo>
                    <a:pt x="5" y="137"/>
                    <a:pt x="7" y="130"/>
                    <a:pt x="9" y="123"/>
                  </a:cubicBezTo>
                  <a:cubicBezTo>
                    <a:pt x="28" y="128"/>
                    <a:pt x="28" y="128"/>
                    <a:pt x="28" y="128"/>
                  </a:cubicBezTo>
                  <a:cubicBezTo>
                    <a:pt x="30" y="122"/>
                    <a:pt x="32" y="116"/>
                    <a:pt x="35" y="110"/>
                  </a:cubicBezTo>
                  <a:cubicBezTo>
                    <a:pt x="18" y="101"/>
                    <a:pt x="18" y="101"/>
                    <a:pt x="18" y="101"/>
                  </a:cubicBezTo>
                  <a:cubicBezTo>
                    <a:pt x="21" y="94"/>
                    <a:pt x="25" y="87"/>
                    <a:pt x="29" y="81"/>
                  </a:cubicBezTo>
                  <a:cubicBezTo>
                    <a:pt x="46" y="91"/>
                    <a:pt x="46" y="91"/>
                    <a:pt x="46" y="91"/>
                  </a:cubicBezTo>
                  <a:cubicBezTo>
                    <a:pt x="50" y="85"/>
                    <a:pt x="54" y="81"/>
                    <a:pt x="58" y="76"/>
                  </a:cubicBezTo>
                  <a:cubicBezTo>
                    <a:pt x="43" y="61"/>
                    <a:pt x="43" y="61"/>
                    <a:pt x="43" y="61"/>
                  </a:cubicBezTo>
                  <a:cubicBezTo>
                    <a:pt x="44" y="60"/>
                    <a:pt x="45" y="60"/>
                    <a:pt x="46" y="59"/>
                  </a:cubicBezTo>
                  <a:cubicBezTo>
                    <a:pt x="59" y="45"/>
                    <a:pt x="59" y="45"/>
                    <a:pt x="59" y="45"/>
                  </a:cubicBezTo>
                  <a:cubicBezTo>
                    <a:pt x="74" y="60"/>
                    <a:pt x="74" y="60"/>
                    <a:pt x="74" y="60"/>
                  </a:cubicBezTo>
                  <a:cubicBezTo>
                    <a:pt x="78" y="56"/>
                    <a:pt x="82" y="53"/>
                    <a:pt x="86" y="51"/>
                  </a:cubicBezTo>
                  <a:cubicBezTo>
                    <a:pt x="87" y="49"/>
                    <a:pt x="89" y="48"/>
                    <a:pt x="91" y="47"/>
                  </a:cubicBezTo>
                  <a:cubicBezTo>
                    <a:pt x="81" y="28"/>
                    <a:pt x="81" y="28"/>
                    <a:pt x="81" y="28"/>
                  </a:cubicBezTo>
                  <a:cubicBezTo>
                    <a:pt x="101" y="18"/>
                    <a:pt x="101" y="18"/>
                    <a:pt x="101" y="18"/>
                  </a:cubicBezTo>
                  <a:cubicBezTo>
                    <a:pt x="111" y="35"/>
                    <a:pt x="111" y="35"/>
                    <a:pt x="111" y="35"/>
                  </a:cubicBezTo>
                  <a:cubicBezTo>
                    <a:pt x="117" y="33"/>
                    <a:pt x="122" y="30"/>
                    <a:pt x="128" y="28"/>
                  </a:cubicBezTo>
                  <a:cubicBezTo>
                    <a:pt x="124" y="9"/>
                    <a:pt x="124" y="9"/>
                    <a:pt x="124" y="9"/>
                  </a:cubicBezTo>
                  <a:cubicBezTo>
                    <a:pt x="146" y="3"/>
                    <a:pt x="146" y="3"/>
                    <a:pt x="146" y="3"/>
                  </a:cubicBezTo>
                  <a:cubicBezTo>
                    <a:pt x="151" y="22"/>
                    <a:pt x="151" y="22"/>
                    <a:pt x="151" y="22"/>
                  </a:cubicBezTo>
                  <a:cubicBezTo>
                    <a:pt x="157" y="21"/>
                    <a:pt x="163" y="20"/>
                    <a:pt x="170" y="20"/>
                  </a:cubicBezTo>
                  <a:cubicBezTo>
                    <a:pt x="170" y="0"/>
                    <a:pt x="170" y="0"/>
                    <a:pt x="170" y="0"/>
                  </a:cubicBezTo>
                  <a:cubicBezTo>
                    <a:pt x="193" y="1"/>
                    <a:pt x="193" y="1"/>
                    <a:pt x="193" y="1"/>
                  </a:cubicBezTo>
                  <a:cubicBezTo>
                    <a:pt x="193" y="20"/>
                    <a:pt x="193" y="20"/>
                    <a:pt x="193" y="20"/>
                  </a:cubicBezTo>
                  <a:cubicBezTo>
                    <a:pt x="199" y="20"/>
                    <a:pt x="205" y="21"/>
                    <a:pt x="212" y="23"/>
                  </a:cubicBezTo>
                  <a:close/>
                  <a:moveTo>
                    <a:pt x="82" y="280"/>
                  </a:moveTo>
                  <a:cubicBezTo>
                    <a:pt x="278" y="280"/>
                    <a:pt x="278" y="280"/>
                    <a:pt x="278" y="280"/>
                  </a:cubicBezTo>
                  <a:cubicBezTo>
                    <a:pt x="305" y="254"/>
                    <a:pt x="322" y="218"/>
                    <a:pt x="322" y="178"/>
                  </a:cubicBezTo>
                  <a:cubicBezTo>
                    <a:pt x="322" y="100"/>
                    <a:pt x="258" y="36"/>
                    <a:pt x="180" y="36"/>
                  </a:cubicBezTo>
                  <a:cubicBezTo>
                    <a:pt x="102" y="36"/>
                    <a:pt x="38" y="100"/>
                    <a:pt x="38" y="178"/>
                  </a:cubicBezTo>
                  <a:cubicBezTo>
                    <a:pt x="38" y="218"/>
                    <a:pt x="55" y="254"/>
                    <a:pt x="82" y="280"/>
                  </a:cubicBezTo>
                  <a:close/>
                  <a:moveTo>
                    <a:pt x="267" y="290"/>
                  </a:moveTo>
                  <a:cubicBezTo>
                    <a:pt x="92" y="290"/>
                    <a:pt x="92" y="290"/>
                    <a:pt x="92" y="290"/>
                  </a:cubicBezTo>
                  <a:cubicBezTo>
                    <a:pt x="117" y="309"/>
                    <a:pt x="147" y="320"/>
                    <a:pt x="180" y="320"/>
                  </a:cubicBezTo>
                  <a:cubicBezTo>
                    <a:pt x="213" y="320"/>
                    <a:pt x="243" y="309"/>
                    <a:pt x="267" y="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ṡľïḑê">
              <a:extLst>
                <a:ext uri="{FF2B5EF4-FFF2-40B4-BE49-F238E27FC236}">
                  <a16:creationId xmlns:a16="http://schemas.microsoft.com/office/drawing/2014/main" id="{9B857326-2AD9-3F8C-2D00-C016CA09BAB5}"/>
                </a:ext>
              </a:extLst>
            </p:cNvPr>
            <p:cNvSpPr/>
            <p:nvPr/>
          </p:nvSpPr>
          <p:spPr bwMode="auto">
            <a:xfrm>
              <a:off x="3635375" y="3617913"/>
              <a:ext cx="3556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2" name="iŝľïḋê">
              <a:extLst>
                <a:ext uri="{FF2B5EF4-FFF2-40B4-BE49-F238E27FC236}">
                  <a16:creationId xmlns:a16="http://schemas.microsoft.com/office/drawing/2014/main" id="{291D0446-5597-BAA3-03FB-2BD67B5BC140}"/>
                </a:ext>
              </a:extLst>
            </p:cNvPr>
            <p:cNvSpPr/>
            <p:nvPr/>
          </p:nvSpPr>
          <p:spPr bwMode="auto">
            <a:xfrm>
              <a:off x="3576638" y="3654426"/>
              <a:ext cx="474663" cy="101600"/>
            </a:xfrm>
            <a:custGeom>
              <a:avLst/>
              <a:gdLst>
                <a:gd name="T0" fmla="*/ 0 w 144"/>
                <a:gd name="T1" fmla="*/ 0 h 31"/>
                <a:gd name="T2" fmla="*/ 144 w 144"/>
                <a:gd name="T3" fmla="*/ 0 h 31"/>
                <a:gd name="T4" fmla="*/ 144 w 144"/>
                <a:gd name="T5" fmla="*/ 31 h 31"/>
                <a:gd name="T6" fmla="*/ 0 w 144"/>
                <a:gd name="T7" fmla="*/ 31 h 31"/>
                <a:gd name="T8" fmla="*/ 0 w 144"/>
                <a:gd name="T9" fmla="*/ 0 h 31"/>
                <a:gd name="T10" fmla="*/ 41 w 144"/>
                <a:gd name="T11" fmla="*/ 5 h 31"/>
                <a:gd name="T12" fmla="*/ 36 w 144"/>
                <a:gd name="T13" fmla="*/ 5 h 31"/>
                <a:gd name="T14" fmla="*/ 30 w 144"/>
                <a:gd name="T15" fmla="*/ 10 h 31"/>
                <a:gd name="T16" fmla="*/ 30 w 144"/>
                <a:gd name="T17" fmla="*/ 15 h 31"/>
                <a:gd name="T18" fmla="*/ 35 w 144"/>
                <a:gd name="T19" fmla="*/ 15 h 31"/>
                <a:gd name="T20" fmla="*/ 35 w 144"/>
                <a:gd name="T21" fmla="*/ 28 h 31"/>
                <a:gd name="T22" fmla="*/ 41 w 144"/>
                <a:gd name="T23" fmla="*/ 28 h 31"/>
                <a:gd name="T24" fmla="*/ 41 w 144"/>
                <a:gd name="T25" fmla="*/ 5 h 31"/>
                <a:gd name="T26" fmla="*/ 61 w 144"/>
                <a:gd name="T27" fmla="*/ 23 h 31"/>
                <a:gd name="T28" fmla="*/ 64 w 144"/>
                <a:gd name="T29" fmla="*/ 21 h 31"/>
                <a:gd name="T30" fmla="*/ 61 w 144"/>
                <a:gd name="T31" fmla="*/ 18 h 31"/>
                <a:gd name="T32" fmla="*/ 58 w 144"/>
                <a:gd name="T33" fmla="*/ 21 h 31"/>
                <a:gd name="T34" fmla="*/ 61 w 144"/>
                <a:gd name="T35" fmla="*/ 23 h 31"/>
                <a:gd name="T36" fmla="*/ 61 w 144"/>
                <a:gd name="T37" fmla="*/ 14 h 31"/>
                <a:gd name="T38" fmla="*/ 63 w 144"/>
                <a:gd name="T39" fmla="*/ 12 h 31"/>
                <a:gd name="T40" fmla="*/ 61 w 144"/>
                <a:gd name="T41" fmla="*/ 9 h 31"/>
                <a:gd name="T42" fmla="*/ 58 w 144"/>
                <a:gd name="T43" fmla="*/ 12 h 31"/>
                <a:gd name="T44" fmla="*/ 61 w 144"/>
                <a:gd name="T45" fmla="*/ 14 h 31"/>
                <a:gd name="T46" fmla="*/ 55 w 144"/>
                <a:gd name="T47" fmla="*/ 16 h 31"/>
                <a:gd name="T48" fmla="*/ 51 w 144"/>
                <a:gd name="T49" fmla="*/ 21 h 31"/>
                <a:gd name="T50" fmla="*/ 61 w 144"/>
                <a:gd name="T51" fmla="*/ 28 h 31"/>
                <a:gd name="T52" fmla="*/ 70 w 144"/>
                <a:gd name="T53" fmla="*/ 21 h 31"/>
                <a:gd name="T54" fmla="*/ 67 w 144"/>
                <a:gd name="T55" fmla="*/ 16 h 31"/>
                <a:gd name="T56" fmla="*/ 70 w 144"/>
                <a:gd name="T57" fmla="*/ 11 h 31"/>
                <a:gd name="T58" fmla="*/ 61 w 144"/>
                <a:gd name="T59" fmla="*/ 5 h 31"/>
                <a:gd name="T60" fmla="*/ 52 w 144"/>
                <a:gd name="T61" fmla="*/ 11 h 31"/>
                <a:gd name="T62" fmla="*/ 55 w 144"/>
                <a:gd name="T63" fmla="*/ 16 h 31"/>
                <a:gd name="T64" fmla="*/ 84 w 144"/>
                <a:gd name="T65" fmla="*/ 16 h 31"/>
                <a:gd name="T66" fmla="*/ 87 w 144"/>
                <a:gd name="T67" fmla="*/ 13 h 31"/>
                <a:gd name="T68" fmla="*/ 84 w 144"/>
                <a:gd name="T69" fmla="*/ 10 h 31"/>
                <a:gd name="T70" fmla="*/ 81 w 144"/>
                <a:gd name="T71" fmla="*/ 13 h 31"/>
                <a:gd name="T72" fmla="*/ 84 w 144"/>
                <a:gd name="T73" fmla="*/ 16 h 31"/>
                <a:gd name="T74" fmla="*/ 75 w 144"/>
                <a:gd name="T75" fmla="*/ 22 h 31"/>
                <a:gd name="T76" fmla="*/ 84 w 144"/>
                <a:gd name="T77" fmla="*/ 28 h 31"/>
                <a:gd name="T78" fmla="*/ 94 w 144"/>
                <a:gd name="T79" fmla="*/ 17 h 31"/>
                <a:gd name="T80" fmla="*/ 83 w 144"/>
                <a:gd name="T81" fmla="*/ 5 h 31"/>
                <a:gd name="T82" fmla="*/ 74 w 144"/>
                <a:gd name="T83" fmla="*/ 13 h 31"/>
                <a:gd name="T84" fmla="*/ 82 w 144"/>
                <a:gd name="T85" fmla="*/ 20 h 31"/>
                <a:gd name="T86" fmla="*/ 87 w 144"/>
                <a:gd name="T87" fmla="*/ 19 h 31"/>
                <a:gd name="T88" fmla="*/ 84 w 144"/>
                <a:gd name="T89" fmla="*/ 24 h 31"/>
                <a:gd name="T90" fmla="*/ 81 w 144"/>
                <a:gd name="T91" fmla="*/ 22 h 31"/>
                <a:gd name="T92" fmla="*/ 75 w 144"/>
                <a:gd name="T93" fmla="*/ 22 h 31"/>
                <a:gd name="T94" fmla="*/ 108 w 144"/>
                <a:gd name="T95" fmla="*/ 17 h 31"/>
                <a:gd name="T96" fmla="*/ 105 w 144"/>
                <a:gd name="T97" fmla="*/ 21 h 31"/>
                <a:gd name="T98" fmla="*/ 108 w 144"/>
                <a:gd name="T99" fmla="*/ 24 h 31"/>
                <a:gd name="T100" fmla="*/ 111 w 144"/>
                <a:gd name="T101" fmla="*/ 20 h 31"/>
                <a:gd name="T102" fmla="*/ 108 w 144"/>
                <a:gd name="T103" fmla="*/ 17 h 31"/>
                <a:gd name="T104" fmla="*/ 117 w 144"/>
                <a:gd name="T105" fmla="*/ 11 h 31"/>
                <a:gd name="T106" fmla="*/ 108 w 144"/>
                <a:gd name="T107" fmla="*/ 5 h 31"/>
                <a:gd name="T108" fmla="*/ 98 w 144"/>
                <a:gd name="T109" fmla="*/ 17 h 31"/>
                <a:gd name="T110" fmla="*/ 109 w 144"/>
                <a:gd name="T111" fmla="*/ 28 h 31"/>
                <a:gd name="T112" fmla="*/ 118 w 144"/>
                <a:gd name="T113" fmla="*/ 20 h 31"/>
                <a:gd name="T114" fmla="*/ 110 w 144"/>
                <a:gd name="T115" fmla="*/ 13 h 31"/>
                <a:gd name="T116" fmla="*/ 105 w 144"/>
                <a:gd name="T117" fmla="*/ 15 h 31"/>
                <a:gd name="T118" fmla="*/ 108 w 144"/>
                <a:gd name="T119" fmla="*/ 9 h 31"/>
                <a:gd name="T120" fmla="*/ 111 w 144"/>
                <a:gd name="T121" fmla="*/ 11 h 31"/>
                <a:gd name="T122" fmla="*/ 117 w 144"/>
                <a:gd name="T123" fmla="*/ 1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4" h="31">
                  <a:moveTo>
                    <a:pt x="0" y="0"/>
                  </a:moveTo>
                  <a:cubicBezTo>
                    <a:pt x="144" y="0"/>
                    <a:pt x="144" y="0"/>
                    <a:pt x="144" y="0"/>
                  </a:cubicBezTo>
                  <a:cubicBezTo>
                    <a:pt x="144" y="31"/>
                    <a:pt x="144" y="31"/>
                    <a:pt x="144" y="31"/>
                  </a:cubicBezTo>
                  <a:cubicBezTo>
                    <a:pt x="0" y="31"/>
                    <a:pt x="0" y="31"/>
                    <a:pt x="0" y="31"/>
                  </a:cubicBezTo>
                  <a:cubicBezTo>
                    <a:pt x="0" y="0"/>
                    <a:pt x="0" y="0"/>
                    <a:pt x="0" y="0"/>
                  </a:cubicBezTo>
                  <a:close/>
                  <a:moveTo>
                    <a:pt x="41" y="5"/>
                  </a:moveTo>
                  <a:cubicBezTo>
                    <a:pt x="36" y="5"/>
                    <a:pt x="36" y="5"/>
                    <a:pt x="36" y="5"/>
                  </a:cubicBezTo>
                  <a:cubicBezTo>
                    <a:pt x="36" y="8"/>
                    <a:pt x="33" y="10"/>
                    <a:pt x="30" y="10"/>
                  </a:cubicBezTo>
                  <a:cubicBezTo>
                    <a:pt x="30" y="15"/>
                    <a:pt x="30" y="15"/>
                    <a:pt x="30" y="15"/>
                  </a:cubicBezTo>
                  <a:cubicBezTo>
                    <a:pt x="35" y="15"/>
                    <a:pt x="35" y="15"/>
                    <a:pt x="35" y="15"/>
                  </a:cubicBezTo>
                  <a:cubicBezTo>
                    <a:pt x="35" y="28"/>
                    <a:pt x="35" y="28"/>
                    <a:pt x="35" y="28"/>
                  </a:cubicBezTo>
                  <a:cubicBezTo>
                    <a:pt x="41" y="28"/>
                    <a:pt x="41" y="28"/>
                    <a:pt x="41" y="28"/>
                  </a:cubicBezTo>
                  <a:cubicBezTo>
                    <a:pt x="41" y="5"/>
                    <a:pt x="41" y="5"/>
                    <a:pt x="41" y="5"/>
                  </a:cubicBezTo>
                  <a:close/>
                  <a:moveTo>
                    <a:pt x="61" y="23"/>
                  </a:moveTo>
                  <a:cubicBezTo>
                    <a:pt x="63" y="23"/>
                    <a:pt x="64" y="22"/>
                    <a:pt x="64" y="21"/>
                  </a:cubicBezTo>
                  <a:cubicBezTo>
                    <a:pt x="64" y="19"/>
                    <a:pt x="63" y="18"/>
                    <a:pt x="61" y="18"/>
                  </a:cubicBezTo>
                  <a:cubicBezTo>
                    <a:pt x="59" y="18"/>
                    <a:pt x="58" y="19"/>
                    <a:pt x="58" y="21"/>
                  </a:cubicBezTo>
                  <a:cubicBezTo>
                    <a:pt x="58" y="23"/>
                    <a:pt x="59" y="24"/>
                    <a:pt x="61" y="23"/>
                  </a:cubicBezTo>
                  <a:close/>
                  <a:moveTo>
                    <a:pt x="61" y="14"/>
                  </a:moveTo>
                  <a:cubicBezTo>
                    <a:pt x="62" y="14"/>
                    <a:pt x="63" y="13"/>
                    <a:pt x="63" y="12"/>
                  </a:cubicBezTo>
                  <a:cubicBezTo>
                    <a:pt x="63" y="10"/>
                    <a:pt x="62" y="9"/>
                    <a:pt x="61" y="9"/>
                  </a:cubicBezTo>
                  <a:cubicBezTo>
                    <a:pt x="59" y="9"/>
                    <a:pt x="58" y="10"/>
                    <a:pt x="58" y="12"/>
                  </a:cubicBezTo>
                  <a:cubicBezTo>
                    <a:pt x="58" y="13"/>
                    <a:pt x="59" y="14"/>
                    <a:pt x="61" y="14"/>
                  </a:cubicBezTo>
                  <a:close/>
                  <a:moveTo>
                    <a:pt x="55" y="16"/>
                  </a:moveTo>
                  <a:cubicBezTo>
                    <a:pt x="52" y="17"/>
                    <a:pt x="51" y="19"/>
                    <a:pt x="51" y="21"/>
                  </a:cubicBezTo>
                  <a:cubicBezTo>
                    <a:pt x="51" y="26"/>
                    <a:pt x="54" y="28"/>
                    <a:pt x="61" y="28"/>
                  </a:cubicBezTo>
                  <a:cubicBezTo>
                    <a:pt x="67" y="28"/>
                    <a:pt x="70" y="26"/>
                    <a:pt x="70" y="21"/>
                  </a:cubicBezTo>
                  <a:cubicBezTo>
                    <a:pt x="70" y="19"/>
                    <a:pt x="69" y="17"/>
                    <a:pt x="67" y="16"/>
                  </a:cubicBezTo>
                  <a:cubicBezTo>
                    <a:pt x="69" y="15"/>
                    <a:pt x="70" y="14"/>
                    <a:pt x="70" y="11"/>
                  </a:cubicBezTo>
                  <a:cubicBezTo>
                    <a:pt x="69" y="7"/>
                    <a:pt x="66" y="5"/>
                    <a:pt x="61" y="5"/>
                  </a:cubicBezTo>
                  <a:cubicBezTo>
                    <a:pt x="55" y="5"/>
                    <a:pt x="52" y="7"/>
                    <a:pt x="52" y="11"/>
                  </a:cubicBezTo>
                  <a:cubicBezTo>
                    <a:pt x="51" y="13"/>
                    <a:pt x="52" y="15"/>
                    <a:pt x="55" y="16"/>
                  </a:cubicBezTo>
                  <a:close/>
                  <a:moveTo>
                    <a:pt x="84" y="16"/>
                  </a:moveTo>
                  <a:cubicBezTo>
                    <a:pt x="86" y="16"/>
                    <a:pt x="87" y="15"/>
                    <a:pt x="87" y="13"/>
                  </a:cubicBezTo>
                  <a:cubicBezTo>
                    <a:pt x="87" y="11"/>
                    <a:pt x="86" y="10"/>
                    <a:pt x="84" y="10"/>
                  </a:cubicBezTo>
                  <a:cubicBezTo>
                    <a:pt x="82" y="10"/>
                    <a:pt x="81" y="11"/>
                    <a:pt x="81" y="13"/>
                  </a:cubicBezTo>
                  <a:cubicBezTo>
                    <a:pt x="81" y="15"/>
                    <a:pt x="82" y="16"/>
                    <a:pt x="84" y="16"/>
                  </a:cubicBezTo>
                  <a:close/>
                  <a:moveTo>
                    <a:pt x="75" y="22"/>
                  </a:moveTo>
                  <a:cubicBezTo>
                    <a:pt x="76" y="26"/>
                    <a:pt x="79" y="28"/>
                    <a:pt x="84" y="28"/>
                  </a:cubicBezTo>
                  <a:cubicBezTo>
                    <a:pt x="90" y="28"/>
                    <a:pt x="94" y="24"/>
                    <a:pt x="94" y="17"/>
                  </a:cubicBezTo>
                  <a:cubicBezTo>
                    <a:pt x="94" y="9"/>
                    <a:pt x="90" y="5"/>
                    <a:pt x="83" y="5"/>
                  </a:cubicBezTo>
                  <a:cubicBezTo>
                    <a:pt x="77" y="5"/>
                    <a:pt x="74" y="8"/>
                    <a:pt x="74" y="13"/>
                  </a:cubicBezTo>
                  <a:cubicBezTo>
                    <a:pt x="75" y="18"/>
                    <a:pt x="77" y="20"/>
                    <a:pt x="82" y="20"/>
                  </a:cubicBezTo>
                  <a:cubicBezTo>
                    <a:pt x="84" y="20"/>
                    <a:pt x="86" y="20"/>
                    <a:pt x="87" y="19"/>
                  </a:cubicBezTo>
                  <a:cubicBezTo>
                    <a:pt x="87" y="22"/>
                    <a:pt x="86" y="24"/>
                    <a:pt x="84" y="24"/>
                  </a:cubicBezTo>
                  <a:cubicBezTo>
                    <a:pt x="82" y="24"/>
                    <a:pt x="81" y="23"/>
                    <a:pt x="81" y="22"/>
                  </a:cubicBezTo>
                  <a:cubicBezTo>
                    <a:pt x="75" y="22"/>
                    <a:pt x="75" y="22"/>
                    <a:pt x="75" y="22"/>
                  </a:cubicBezTo>
                  <a:close/>
                  <a:moveTo>
                    <a:pt x="108" y="17"/>
                  </a:moveTo>
                  <a:cubicBezTo>
                    <a:pt x="106" y="17"/>
                    <a:pt x="105" y="18"/>
                    <a:pt x="105" y="21"/>
                  </a:cubicBezTo>
                  <a:cubicBezTo>
                    <a:pt x="105" y="22"/>
                    <a:pt x="106" y="23"/>
                    <a:pt x="108" y="24"/>
                  </a:cubicBezTo>
                  <a:cubicBezTo>
                    <a:pt x="110" y="24"/>
                    <a:pt x="111" y="22"/>
                    <a:pt x="111" y="20"/>
                  </a:cubicBezTo>
                  <a:cubicBezTo>
                    <a:pt x="111" y="19"/>
                    <a:pt x="110" y="18"/>
                    <a:pt x="108" y="17"/>
                  </a:cubicBezTo>
                  <a:close/>
                  <a:moveTo>
                    <a:pt x="117" y="11"/>
                  </a:moveTo>
                  <a:cubicBezTo>
                    <a:pt x="116" y="7"/>
                    <a:pt x="113" y="5"/>
                    <a:pt x="108" y="5"/>
                  </a:cubicBezTo>
                  <a:cubicBezTo>
                    <a:pt x="101" y="5"/>
                    <a:pt x="98" y="9"/>
                    <a:pt x="98" y="17"/>
                  </a:cubicBezTo>
                  <a:cubicBezTo>
                    <a:pt x="98" y="24"/>
                    <a:pt x="101" y="28"/>
                    <a:pt x="109" y="28"/>
                  </a:cubicBezTo>
                  <a:cubicBezTo>
                    <a:pt x="114" y="28"/>
                    <a:pt x="117" y="25"/>
                    <a:pt x="118" y="20"/>
                  </a:cubicBezTo>
                  <a:cubicBezTo>
                    <a:pt x="117" y="16"/>
                    <a:pt x="115" y="13"/>
                    <a:pt x="110" y="13"/>
                  </a:cubicBezTo>
                  <a:cubicBezTo>
                    <a:pt x="108" y="13"/>
                    <a:pt x="106" y="14"/>
                    <a:pt x="105" y="15"/>
                  </a:cubicBezTo>
                  <a:cubicBezTo>
                    <a:pt x="105" y="11"/>
                    <a:pt x="106" y="9"/>
                    <a:pt x="108" y="9"/>
                  </a:cubicBezTo>
                  <a:cubicBezTo>
                    <a:pt x="109" y="9"/>
                    <a:pt x="110" y="10"/>
                    <a:pt x="111" y="11"/>
                  </a:cubicBezTo>
                  <a:lnTo>
                    <a:pt x="117"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í$ľïdé">
              <a:extLst>
                <a:ext uri="{FF2B5EF4-FFF2-40B4-BE49-F238E27FC236}">
                  <a16:creationId xmlns:a16="http://schemas.microsoft.com/office/drawing/2014/main" id="{92CD492F-F944-8EE3-3F15-96674187DECE}"/>
                </a:ext>
              </a:extLst>
            </p:cNvPr>
            <p:cNvSpPr/>
            <p:nvPr/>
          </p:nvSpPr>
          <p:spPr bwMode="auto">
            <a:xfrm>
              <a:off x="3810000" y="3059113"/>
              <a:ext cx="42863" cy="241300"/>
            </a:xfrm>
            <a:custGeom>
              <a:avLst/>
              <a:gdLst>
                <a:gd name="T0" fmla="*/ 0 w 13"/>
                <a:gd name="T1" fmla="*/ 70 h 73"/>
                <a:gd name="T2" fmla="*/ 0 w 13"/>
                <a:gd name="T3" fmla="*/ 51 h 73"/>
                <a:gd name="T4" fmla="*/ 0 w 13"/>
                <a:gd name="T5" fmla="*/ 3 h 73"/>
                <a:gd name="T6" fmla="*/ 2 w 13"/>
                <a:gd name="T7" fmla="*/ 0 h 73"/>
                <a:gd name="T8" fmla="*/ 11 w 13"/>
                <a:gd name="T9" fmla="*/ 0 h 73"/>
                <a:gd name="T10" fmla="*/ 13 w 13"/>
                <a:gd name="T11" fmla="*/ 3 h 73"/>
                <a:gd name="T12" fmla="*/ 13 w 13"/>
                <a:gd name="T13" fmla="*/ 51 h 73"/>
                <a:gd name="T14" fmla="*/ 13 w 13"/>
                <a:gd name="T15" fmla="*/ 70 h 73"/>
                <a:gd name="T16" fmla="*/ 13 w 13"/>
                <a:gd name="T17" fmla="*/ 73 h 73"/>
                <a:gd name="T18" fmla="*/ 11 w 13"/>
                <a:gd name="T19" fmla="*/ 73 h 73"/>
                <a:gd name="T20" fmla="*/ 2 w 13"/>
                <a:gd name="T21" fmla="*/ 73 h 73"/>
                <a:gd name="T22" fmla="*/ 0 w 13"/>
                <a:gd name="T23" fmla="*/ 73 h 73"/>
                <a:gd name="T24" fmla="*/ 0 w 13"/>
                <a:gd name="T25" fmla="*/ 70 h 73"/>
                <a:gd name="T26" fmla="*/ 0 w 13"/>
                <a:gd name="T2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73">
                  <a:moveTo>
                    <a:pt x="0" y="70"/>
                  </a:moveTo>
                  <a:cubicBezTo>
                    <a:pt x="0" y="51"/>
                    <a:pt x="0" y="51"/>
                    <a:pt x="0" y="51"/>
                  </a:cubicBezTo>
                  <a:cubicBezTo>
                    <a:pt x="0" y="3"/>
                    <a:pt x="0" y="3"/>
                    <a:pt x="0" y="3"/>
                  </a:cubicBezTo>
                  <a:cubicBezTo>
                    <a:pt x="0" y="1"/>
                    <a:pt x="1" y="0"/>
                    <a:pt x="2" y="0"/>
                  </a:cubicBezTo>
                  <a:cubicBezTo>
                    <a:pt x="11" y="0"/>
                    <a:pt x="11" y="0"/>
                    <a:pt x="11" y="0"/>
                  </a:cubicBezTo>
                  <a:cubicBezTo>
                    <a:pt x="12" y="0"/>
                    <a:pt x="13" y="1"/>
                    <a:pt x="13" y="3"/>
                  </a:cubicBezTo>
                  <a:cubicBezTo>
                    <a:pt x="13" y="51"/>
                    <a:pt x="13" y="51"/>
                    <a:pt x="13" y="51"/>
                  </a:cubicBezTo>
                  <a:cubicBezTo>
                    <a:pt x="13" y="70"/>
                    <a:pt x="13" y="70"/>
                    <a:pt x="13" y="70"/>
                  </a:cubicBezTo>
                  <a:cubicBezTo>
                    <a:pt x="13" y="73"/>
                    <a:pt x="13" y="73"/>
                    <a:pt x="13" y="73"/>
                  </a:cubicBezTo>
                  <a:cubicBezTo>
                    <a:pt x="11" y="73"/>
                    <a:pt x="11" y="73"/>
                    <a:pt x="11" y="73"/>
                  </a:cubicBezTo>
                  <a:cubicBezTo>
                    <a:pt x="2" y="73"/>
                    <a:pt x="2" y="73"/>
                    <a:pt x="2" y="73"/>
                  </a:cubicBezTo>
                  <a:cubicBezTo>
                    <a:pt x="0" y="73"/>
                    <a:pt x="0" y="73"/>
                    <a:pt x="0" y="73"/>
                  </a:cubicBezTo>
                  <a:cubicBezTo>
                    <a:pt x="0" y="70"/>
                    <a:pt x="0" y="70"/>
                    <a:pt x="0" y="70"/>
                  </a:cubicBezTo>
                  <a:cubicBezTo>
                    <a:pt x="0" y="70"/>
                    <a:pt x="0" y="70"/>
                    <a:pt x="0"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4" name="iṧľîḓe">
              <a:extLst>
                <a:ext uri="{FF2B5EF4-FFF2-40B4-BE49-F238E27FC236}">
                  <a16:creationId xmlns:a16="http://schemas.microsoft.com/office/drawing/2014/main" id="{8AB5D941-0B82-6E74-67BE-6BC1DD83AF98}"/>
                </a:ext>
              </a:extLst>
            </p:cNvPr>
            <p:cNvSpPr/>
            <p:nvPr/>
          </p:nvSpPr>
          <p:spPr bwMode="auto">
            <a:xfrm>
              <a:off x="3865563" y="3079751"/>
              <a:ext cx="188913" cy="239713"/>
            </a:xfrm>
            <a:custGeom>
              <a:avLst/>
              <a:gdLst>
                <a:gd name="T0" fmla="*/ 0 w 57"/>
                <a:gd name="T1" fmla="*/ 65 h 73"/>
                <a:gd name="T2" fmla="*/ 0 w 57"/>
                <a:gd name="T3" fmla="*/ 47 h 73"/>
                <a:gd name="T4" fmla="*/ 0 w 57"/>
                <a:gd name="T5" fmla="*/ 2 h 73"/>
                <a:gd name="T6" fmla="*/ 2 w 57"/>
                <a:gd name="T7" fmla="*/ 0 h 73"/>
                <a:gd name="T8" fmla="*/ 10 w 57"/>
                <a:gd name="T9" fmla="*/ 0 h 73"/>
                <a:gd name="T10" fmla="*/ 11 w 57"/>
                <a:gd name="T11" fmla="*/ 2 h 73"/>
                <a:gd name="T12" fmla="*/ 11 w 57"/>
                <a:gd name="T13" fmla="*/ 16 h 73"/>
                <a:gd name="T14" fmla="*/ 17 w 57"/>
                <a:gd name="T15" fmla="*/ 12 h 73"/>
                <a:gd name="T16" fmla="*/ 20 w 57"/>
                <a:gd name="T17" fmla="*/ 13 h 73"/>
                <a:gd name="T18" fmla="*/ 46 w 57"/>
                <a:gd name="T19" fmla="*/ 50 h 73"/>
                <a:gd name="T20" fmla="*/ 56 w 57"/>
                <a:gd name="T21" fmla="*/ 64 h 73"/>
                <a:gd name="T22" fmla="*/ 57 w 57"/>
                <a:gd name="T23" fmla="*/ 66 h 73"/>
                <a:gd name="T24" fmla="*/ 55 w 57"/>
                <a:gd name="T25" fmla="*/ 67 h 73"/>
                <a:gd name="T26" fmla="*/ 49 w 57"/>
                <a:gd name="T27" fmla="*/ 72 h 73"/>
                <a:gd name="T28" fmla="*/ 47 w 57"/>
                <a:gd name="T29" fmla="*/ 73 h 73"/>
                <a:gd name="T30" fmla="*/ 46 w 57"/>
                <a:gd name="T31" fmla="*/ 71 h 73"/>
                <a:gd name="T32" fmla="*/ 46 w 57"/>
                <a:gd name="T33" fmla="*/ 71 h 73"/>
                <a:gd name="T34" fmla="*/ 36 w 57"/>
                <a:gd name="T35" fmla="*/ 56 h 73"/>
                <a:gd name="T36" fmla="*/ 11 w 57"/>
                <a:gd name="T37" fmla="*/ 21 h 73"/>
                <a:gd name="T38" fmla="*/ 11 w 57"/>
                <a:gd name="T39" fmla="*/ 47 h 73"/>
                <a:gd name="T40" fmla="*/ 11 w 57"/>
                <a:gd name="T41" fmla="*/ 65 h 73"/>
                <a:gd name="T42" fmla="*/ 11 w 57"/>
                <a:gd name="T43" fmla="*/ 67 h 73"/>
                <a:gd name="T44" fmla="*/ 10 w 57"/>
                <a:gd name="T45" fmla="*/ 67 h 73"/>
                <a:gd name="T46" fmla="*/ 2 w 57"/>
                <a:gd name="T47" fmla="*/ 67 h 73"/>
                <a:gd name="T48" fmla="*/ 0 w 57"/>
                <a:gd name="T49" fmla="*/ 67 h 73"/>
                <a:gd name="T50" fmla="*/ 0 w 57"/>
                <a:gd name="T51" fmla="*/ 65 h 73"/>
                <a:gd name="T52" fmla="*/ 0 w 57"/>
                <a:gd name="T53"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 h="73">
                  <a:moveTo>
                    <a:pt x="0" y="65"/>
                  </a:moveTo>
                  <a:cubicBezTo>
                    <a:pt x="0" y="47"/>
                    <a:pt x="0" y="47"/>
                    <a:pt x="0" y="47"/>
                  </a:cubicBezTo>
                  <a:cubicBezTo>
                    <a:pt x="0" y="2"/>
                    <a:pt x="0" y="2"/>
                    <a:pt x="0" y="2"/>
                  </a:cubicBezTo>
                  <a:cubicBezTo>
                    <a:pt x="0" y="1"/>
                    <a:pt x="1" y="0"/>
                    <a:pt x="2" y="0"/>
                  </a:cubicBezTo>
                  <a:cubicBezTo>
                    <a:pt x="10" y="0"/>
                    <a:pt x="10" y="0"/>
                    <a:pt x="10" y="0"/>
                  </a:cubicBezTo>
                  <a:cubicBezTo>
                    <a:pt x="11" y="0"/>
                    <a:pt x="11" y="1"/>
                    <a:pt x="11" y="2"/>
                  </a:cubicBezTo>
                  <a:cubicBezTo>
                    <a:pt x="11" y="16"/>
                    <a:pt x="11" y="16"/>
                    <a:pt x="11" y="16"/>
                  </a:cubicBezTo>
                  <a:cubicBezTo>
                    <a:pt x="17" y="12"/>
                    <a:pt x="17" y="12"/>
                    <a:pt x="17" y="12"/>
                  </a:cubicBezTo>
                  <a:cubicBezTo>
                    <a:pt x="18" y="12"/>
                    <a:pt x="19" y="12"/>
                    <a:pt x="20" y="13"/>
                  </a:cubicBezTo>
                  <a:cubicBezTo>
                    <a:pt x="46" y="50"/>
                    <a:pt x="46" y="50"/>
                    <a:pt x="46" y="50"/>
                  </a:cubicBezTo>
                  <a:cubicBezTo>
                    <a:pt x="56" y="64"/>
                    <a:pt x="56" y="64"/>
                    <a:pt x="56" y="64"/>
                  </a:cubicBezTo>
                  <a:cubicBezTo>
                    <a:pt x="57" y="66"/>
                    <a:pt x="57" y="66"/>
                    <a:pt x="57" y="66"/>
                  </a:cubicBezTo>
                  <a:cubicBezTo>
                    <a:pt x="55" y="67"/>
                    <a:pt x="55" y="67"/>
                    <a:pt x="55" y="67"/>
                  </a:cubicBezTo>
                  <a:cubicBezTo>
                    <a:pt x="49" y="72"/>
                    <a:pt x="49" y="72"/>
                    <a:pt x="49" y="72"/>
                  </a:cubicBezTo>
                  <a:cubicBezTo>
                    <a:pt x="47" y="73"/>
                    <a:pt x="47" y="73"/>
                    <a:pt x="47" y="73"/>
                  </a:cubicBezTo>
                  <a:cubicBezTo>
                    <a:pt x="46" y="71"/>
                    <a:pt x="46" y="71"/>
                    <a:pt x="46" y="71"/>
                  </a:cubicBezTo>
                  <a:cubicBezTo>
                    <a:pt x="46" y="71"/>
                    <a:pt x="46" y="71"/>
                    <a:pt x="46" y="71"/>
                  </a:cubicBezTo>
                  <a:cubicBezTo>
                    <a:pt x="36" y="56"/>
                    <a:pt x="36" y="56"/>
                    <a:pt x="36" y="56"/>
                  </a:cubicBezTo>
                  <a:cubicBezTo>
                    <a:pt x="11" y="21"/>
                    <a:pt x="11" y="21"/>
                    <a:pt x="11" y="21"/>
                  </a:cubicBezTo>
                  <a:cubicBezTo>
                    <a:pt x="11" y="47"/>
                    <a:pt x="11" y="47"/>
                    <a:pt x="11" y="47"/>
                  </a:cubicBezTo>
                  <a:cubicBezTo>
                    <a:pt x="11" y="65"/>
                    <a:pt x="11" y="65"/>
                    <a:pt x="11" y="65"/>
                  </a:cubicBezTo>
                  <a:cubicBezTo>
                    <a:pt x="11" y="67"/>
                    <a:pt x="11" y="67"/>
                    <a:pt x="11" y="67"/>
                  </a:cubicBezTo>
                  <a:cubicBezTo>
                    <a:pt x="10" y="67"/>
                    <a:pt x="10" y="67"/>
                    <a:pt x="10" y="67"/>
                  </a:cubicBezTo>
                  <a:cubicBezTo>
                    <a:pt x="2" y="67"/>
                    <a:pt x="2" y="67"/>
                    <a:pt x="2" y="67"/>
                  </a:cubicBezTo>
                  <a:cubicBezTo>
                    <a:pt x="0" y="67"/>
                    <a:pt x="0" y="67"/>
                    <a:pt x="0" y="67"/>
                  </a:cubicBezTo>
                  <a:cubicBezTo>
                    <a:pt x="0" y="65"/>
                    <a:pt x="0" y="65"/>
                    <a:pt x="0" y="65"/>
                  </a:cubicBezTo>
                  <a:cubicBezTo>
                    <a:pt x="0" y="65"/>
                    <a:pt x="0" y="65"/>
                    <a:pt x="0"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îṣľíḍê">
              <a:extLst>
                <a:ext uri="{FF2B5EF4-FFF2-40B4-BE49-F238E27FC236}">
                  <a16:creationId xmlns:a16="http://schemas.microsoft.com/office/drawing/2014/main" id="{D1C10BCB-012B-AB6B-8BB0-E980E354296C}"/>
                </a:ext>
              </a:extLst>
            </p:cNvPr>
            <p:cNvSpPr/>
            <p:nvPr/>
          </p:nvSpPr>
          <p:spPr bwMode="auto">
            <a:xfrm>
              <a:off x="3625850" y="3162301"/>
              <a:ext cx="171450" cy="39688"/>
            </a:xfrm>
            <a:custGeom>
              <a:avLst/>
              <a:gdLst>
                <a:gd name="T0" fmla="*/ 2 w 52"/>
                <a:gd name="T1" fmla="*/ 12 h 12"/>
                <a:gd name="T2" fmla="*/ 16 w 52"/>
                <a:gd name="T3" fmla="*/ 12 h 12"/>
                <a:gd name="T4" fmla="*/ 50 w 52"/>
                <a:gd name="T5" fmla="*/ 12 h 12"/>
                <a:gd name="T6" fmla="*/ 52 w 52"/>
                <a:gd name="T7" fmla="*/ 10 h 12"/>
                <a:gd name="T8" fmla="*/ 52 w 52"/>
                <a:gd name="T9" fmla="*/ 2 h 12"/>
                <a:gd name="T10" fmla="*/ 50 w 52"/>
                <a:gd name="T11" fmla="*/ 0 h 12"/>
                <a:gd name="T12" fmla="*/ 16 w 52"/>
                <a:gd name="T13" fmla="*/ 0 h 12"/>
                <a:gd name="T14" fmla="*/ 2 w 52"/>
                <a:gd name="T15" fmla="*/ 0 h 12"/>
                <a:gd name="T16" fmla="*/ 0 w 52"/>
                <a:gd name="T17" fmla="*/ 0 h 12"/>
                <a:gd name="T18" fmla="*/ 0 w 52"/>
                <a:gd name="T19" fmla="*/ 2 h 12"/>
                <a:gd name="T20" fmla="*/ 0 w 52"/>
                <a:gd name="T21" fmla="*/ 10 h 12"/>
                <a:gd name="T22" fmla="*/ 0 w 52"/>
                <a:gd name="T23" fmla="*/ 12 h 12"/>
                <a:gd name="T24" fmla="*/ 2 w 52"/>
                <a:gd name="T25" fmla="*/ 12 h 12"/>
                <a:gd name="T26" fmla="*/ 2 w 52"/>
                <a:gd name="T27" fmla="*/ 12 h 12"/>
                <a:gd name="T28" fmla="*/ 45 w 52"/>
                <a:gd name="T29" fmla="*/ 2 h 12"/>
                <a:gd name="T30" fmla="*/ 46 w 52"/>
                <a:gd name="T31" fmla="*/ 2 h 12"/>
                <a:gd name="T32" fmla="*/ 46 w 52"/>
                <a:gd name="T33" fmla="*/ 11 h 12"/>
                <a:gd name="T34" fmla="*/ 45 w 52"/>
                <a:gd name="T35" fmla="*/ 11 h 12"/>
                <a:gd name="T36" fmla="*/ 45 w 52"/>
                <a:gd name="T3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2">
                  <a:moveTo>
                    <a:pt x="2" y="12"/>
                  </a:moveTo>
                  <a:cubicBezTo>
                    <a:pt x="16" y="12"/>
                    <a:pt x="16" y="12"/>
                    <a:pt x="16" y="12"/>
                  </a:cubicBezTo>
                  <a:cubicBezTo>
                    <a:pt x="50" y="12"/>
                    <a:pt x="50" y="12"/>
                    <a:pt x="50" y="12"/>
                  </a:cubicBezTo>
                  <a:cubicBezTo>
                    <a:pt x="51" y="12"/>
                    <a:pt x="52" y="11"/>
                    <a:pt x="52" y="10"/>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0"/>
                    <a:pt x="0" y="10"/>
                    <a:pt x="0" y="10"/>
                  </a:cubicBezTo>
                  <a:cubicBezTo>
                    <a:pt x="0" y="12"/>
                    <a:pt x="0" y="12"/>
                    <a:pt x="0" y="12"/>
                  </a:cubicBezTo>
                  <a:cubicBezTo>
                    <a:pt x="2" y="12"/>
                    <a:pt x="2" y="12"/>
                    <a:pt x="2" y="12"/>
                  </a:cubicBezTo>
                  <a:cubicBezTo>
                    <a:pt x="2" y="12"/>
                    <a:pt x="2" y="12"/>
                    <a:pt x="2" y="12"/>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íşľïďê">
              <a:extLst>
                <a:ext uri="{FF2B5EF4-FFF2-40B4-BE49-F238E27FC236}">
                  <a16:creationId xmlns:a16="http://schemas.microsoft.com/office/drawing/2014/main" id="{B1AF53EC-E9D1-7956-87F1-281499209F0E}"/>
                </a:ext>
              </a:extLst>
            </p:cNvPr>
            <p:cNvSpPr/>
            <p:nvPr/>
          </p:nvSpPr>
          <p:spPr bwMode="auto">
            <a:xfrm>
              <a:off x="3625850" y="3208338"/>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7" name="îṧḻíḍe">
              <a:extLst>
                <a:ext uri="{FF2B5EF4-FFF2-40B4-BE49-F238E27FC236}">
                  <a16:creationId xmlns:a16="http://schemas.microsoft.com/office/drawing/2014/main" id="{8D623C49-7BF5-B9CD-EE53-7E819E08EEAE}"/>
                </a:ext>
              </a:extLst>
            </p:cNvPr>
            <p:cNvSpPr/>
            <p:nvPr/>
          </p:nvSpPr>
          <p:spPr bwMode="auto">
            <a:xfrm>
              <a:off x="3625850" y="3257551"/>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8" name="ïsļíďé">
              <a:extLst>
                <a:ext uri="{FF2B5EF4-FFF2-40B4-BE49-F238E27FC236}">
                  <a16:creationId xmlns:a16="http://schemas.microsoft.com/office/drawing/2014/main" id="{AF6B485A-DBA2-D078-BB7B-BCD801D16BB8}"/>
                </a:ext>
              </a:extLst>
            </p:cNvPr>
            <p:cNvSpPr/>
            <p:nvPr/>
          </p:nvSpPr>
          <p:spPr bwMode="auto">
            <a:xfrm>
              <a:off x="3586163" y="3101976"/>
              <a:ext cx="211138" cy="63500"/>
            </a:xfrm>
            <a:custGeom>
              <a:avLst/>
              <a:gdLst>
                <a:gd name="T0" fmla="*/ 57 w 64"/>
                <a:gd name="T1" fmla="*/ 0 h 19"/>
                <a:gd name="T2" fmla="*/ 64 w 64"/>
                <a:gd name="T3" fmla="*/ 7 h 19"/>
                <a:gd name="T4" fmla="*/ 57 w 64"/>
                <a:gd name="T5" fmla="*/ 14 h 19"/>
                <a:gd name="T6" fmla="*/ 57 w 64"/>
                <a:gd name="T7" fmla="*/ 14 h 19"/>
                <a:gd name="T8" fmla="*/ 25 w 64"/>
                <a:gd name="T9" fmla="*/ 14 h 19"/>
                <a:gd name="T10" fmla="*/ 25 w 64"/>
                <a:gd name="T11" fmla="*/ 13 h 19"/>
                <a:gd name="T12" fmla="*/ 52 w 64"/>
                <a:gd name="T13" fmla="*/ 13 h 19"/>
                <a:gd name="T14" fmla="*/ 50 w 64"/>
                <a:gd name="T15" fmla="*/ 12 h 19"/>
                <a:gd name="T16" fmla="*/ 0 w 64"/>
                <a:gd name="T17" fmla="*/ 19 h 19"/>
                <a:gd name="T18" fmla="*/ 4 w 64"/>
                <a:gd name="T19" fmla="*/ 7 h 19"/>
                <a:gd name="T20" fmla="*/ 49 w 64"/>
                <a:gd name="T21" fmla="*/ 5 h 19"/>
                <a:gd name="T22" fmla="*/ 57 w 64"/>
                <a:gd name="T23" fmla="*/ 0 h 19"/>
                <a:gd name="T24" fmla="*/ 57 w 64"/>
                <a:gd name="T25" fmla="*/ 4 h 19"/>
                <a:gd name="T26" fmla="*/ 57 w 64"/>
                <a:gd name="T27" fmla="*/ 9 h 19"/>
                <a:gd name="T28" fmla="*/ 53 w 64"/>
                <a:gd name="T29" fmla="*/ 12 h 19"/>
                <a:gd name="T30" fmla="*/ 59 w 64"/>
                <a:gd name="T31" fmla="*/ 7 h 19"/>
                <a:gd name="T32" fmla="*/ 57 w 64"/>
                <a:gd name="T33"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9">
                  <a:moveTo>
                    <a:pt x="57" y="0"/>
                  </a:moveTo>
                  <a:cubicBezTo>
                    <a:pt x="61" y="0"/>
                    <a:pt x="64" y="3"/>
                    <a:pt x="64" y="7"/>
                  </a:cubicBezTo>
                  <a:cubicBezTo>
                    <a:pt x="64" y="11"/>
                    <a:pt x="61" y="14"/>
                    <a:pt x="57" y="14"/>
                  </a:cubicBezTo>
                  <a:cubicBezTo>
                    <a:pt x="57" y="14"/>
                    <a:pt x="57" y="14"/>
                    <a:pt x="57" y="14"/>
                  </a:cubicBezTo>
                  <a:cubicBezTo>
                    <a:pt x="25" y="14"/>
                    <a:pt x="25" y="14"/>
                    <a:pt x="25" y="14"/>
                  </a:cubicBezTo>
                  <a:cubicBezTo>
                    <a:pt x="25" y="13"/>
                    <a:pt x="25" y="13"/>
                    <a:pt x="25" y="13"/>
                  </a:cubicBezTo>
                  <a:cubicBezTo>
                    <a:pt x="52" y="13"/>
                    <a:pt x="52" y="13"/>
                    <a:pt x="52" y="13"/>
                  </a:cubicBezTo>
                  <a:cubicBezTo>
                    <a:pt x="51" y="12"/>
                    <a:pt x="51" y="12"/>
                    <a:pt x="50" y="12"/>
                  </a:cubicBezTo>
                  <a:cubicBezTo>
                    <a:pt x="21" y="10"/>
                    <a:pt x="6" y="17"/>
                    <a:pt x="0" y="19"/>
                  </a:cubicBezTo>
                  <a:cubicBezTo>
                    <a:pt x="0" y="18"/>
                    <a:pt x="2" y="10"/>
                    <a:pt x="4" y="7"/>
                  </a:cubicBezTo>
                  <a:cubicBezTo>
                    <a:pt x="26" y="2"/>
                    <a:pt x="31" y="4"/>
                    <a:pt x="49" y="5"/>
                  </a:cubicBezTo>
                  <a:cubicBezTo>
                    <a:pt x="50" y="2"/>
                    <a:pt x="53" y="0"/>
                    <a:pt x="57" y="0"/>
                  </a:cubicBezTo>
                  <a:close/>
                  <a:moveTo>
                    <a:pt x="57" y="4"/>
                  </a:moveTo>
                  <a:cubicBezTo>
                    <a:pt x="53" y="4"/>
                    <a:pt x="52" y="9"/>
                    <a:pt x="57" y="9"/>
                  </a:cubicBezTo>
                  <a:cubicBezTo>
                    <a:pt x="56" y="11"/>
                    <a:pt x="55" y="11"/>
                    <a:pt x="53" y="12"/>
                  </a:cubicBezTo>
                  <a:cubicBezTo>
                    <a:pt x="55" y="13"/>
                    <a:pt x="59" y="11"/>
                    <a:pt x="59" y="7"/>
                  </a:cubicBezTo>
                  <a:cubicBezTo>
                    <a:pt x="59" y="6"/>
                    <a:pt x="58" y="4"/>
                    <a:pt x="5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9" name="iSľïďê">
              <a:extLst>
                <a:ext uri="{FF2B5EF4-FFF2-40B4-BE49-F238E27FC236}">
                  <a16:creationId xmlns:a16="http://schemas.microsoft.com/office/drawing/2014/main" id="{01C9CDF8-5732-D0A5-6186-3C6458097E63}"/>
                </a:ext>
              </a:extLst>
            </p:cNvPr>
            <p:cNvSpPr/>
            <p:nvPr/>
          </p:nvSpPr>
          <p:spPr bwMode="auto">
            <a:xfrm>
              <a:off x="4103688" y="3303588"/>
              <a:ext cx="52388" cy="268288"/>
            </a:xfrm>
            <a:custGeom>
              <a:avLst/>
              <a:gdLst>
                <a:gd name="T0" fmla="*/ 6 w 16"/>
                <a:gd name="T1" fmla="*/ 0 h 81"/>
                <a:gd name="T2" fmla="*/ 9 w 16"/>
                <a:gd name="T3" fmla="*/ 0 h 81"/>
                <a:gd name="T4" fmla="*/ 13 w 16"/>
                <a:gd name="T5" fmla="*/ 3 h 81"/>
                <a:gd name="T6" fmla="*/ 13 w 16"/>
                <a:gd name="T7" fmla="*/ 16 h 81"/>
                <a:gd name="T8" fmla="*/ 10 w 16"/>
                <a:gd name="T9" fmla="*/ 19 h 81"/>
                <a:gd name="T10" fmla="*/ 10 w 16"/>
                <a:gd name="T11" fmla="*/ 29 h 81"/>
                <a:gd name="T12" fmla="*/ 12 w 16"/>
                <a:gd name="T13" fmla="*/ 29 h 81"/>
                <a:gd name="T14" fmla="*/ 16 w 16"/>
                <a:gd name="T15" fmla="*/ 32 h 81"/>
                <a:gd name="T16" fmla="*/ 16 w 16"/>
                <a:gd name="T17" fmla="*/ 47 h 81"/>
                <a:gd name="T18" fmla="*/ 12 w 16"/>
                <a:gd name="T19" fmla="*/ 50 h 81"/>
                <a:gd name="T20" fmla="*/ 10 w 16"/>
                <a:gd name="T21" fmla="*/ 50 h 81"/>
                <a:gd name="T22" fmla="*/ 10 w 16"/>
                <a:gd name="T23" fmla="*/ 60 h 81"/>
                <a:gd name="T24" fmla="*/ 12 w 16"/>
                <a:gd name="T25" fmla="*/ 60 h 81"/>
                <a:gd name="T26" fmla="*/ 16 w 16"/>
                <a:gd name="T27" fmla="*/ 63 h 81"/>
                <a:gd name="T28" fmla="*/ 16 w 16"/>
                <a:gd name="T29" fmla="*/ 78 h 81"/>
                <a:gd name="T30" fmla="*/ 12 w 16"/>
                <a:gd name="T31" fmla="*/ 81 h 81"/>
                <a:gd name="T32" fmla="*/ 4 w 16"/>
                <a:gd name="T33" fmla="*/ 81 h 81"/>
                <a:gd name="T34" fmla="*/ 0 w 16"/>
                <a:gd name="T35" fmla="*/ 78 h 81"/>
                <a:gd name="T36" fmla="*/ 0 w 16"/>
                <a:gd name="T37" fmla="*/ 63 h 81"/>
                <a:gd name="T38" fmla="*/ 4 w 16"/>
                <a:gd name="T39" fmla="*/ 60 h 81"/>
                <a:gd name="T40" fmla="*/ 6 w 16"/>
                <a:gd name="T41" fmla="*/ 60 h 81"/>
                <a:gd name="T42" fmla="*/ 6 w 16"/>
                <a:gd name="T43" fmla="*/ 50 h 81"/>
                <a:gd name="T44" fmla="*/ 4 w 16"/>
                <a:gd name="T45" fmla="*/ 50 h 81"/>
                <a:gd name="T46" fmla="*/ 0 w 16"/>
                <a:gd name="T47" fmla="*/ 47 h 81"/>
                <a:gd name="T48" fmla="*/ 0 w 16"/>
                <a:gd name="T49" fmla="*/ 32 h 81"/>
                <a:gd name="T50" fmla="*/ 4 w 16"/>
                <a:gd name="T51" fmla="*/ 29 h 81"/>
                <a:gd name="T52" fmla="*/ 7 w 16"/>
                <a:gd name="T53" fmla="*/ 29 h 81"/>
                <a:gd name="T54" fmla="*/ 7 w 16"/>
                <a:gd name="T55" fmla="*/ 19 h 81"/>
                <a:gd name="T56" fmla="*/ 6 w 16"/>
                <a:gd name="T57" fmla="*/ 19 h 81"/>
                <a:gd name="T58" fmla="*/ 2 w 16"/>
                <a:gd name="T59" fmla="*/ 16 h 81"/>
                <a:gd name="T60" fmla="*/ 2 w 16"/>
                <a:gd name="T61" fmla="*/ 3 h 81"/>
                <a:gd name="T62" fmla="*/ 6 w 16"/>
                <a:gd name="T63" fmla="*/ 0 h 81"/>
                <a:gd name="T64" fmla="*/ 6 w 16"/>
                <a:gd name="T65" fmla="*/ 63 h 81"/>
                <a:gd name="T66" fmla="*/ 4 w 16"/>
                <a:gd name="T67" fmla="*/ 65 h 81"/>
                <a:gd name="T68" fmla="*/ 4 w 16"/>
                <a:gd name="T69" fmla="*/ 76 h 81"/>
                <a:gd name="T70" fmla="*/ 6 w 16"/>
                <a:gd name="T71" fmla="*/ 79 h 81"/>
                <a:gd name="T72" fmla="*/ 10 w 16"/>
                <a:gd name="T73" fmla="*/ 79 h 81"/>
                <a:gd name="T74" fmla="*/ 12 w 16"/>
                <a:gd name="T75" fmla="*/ 76 h 81"/>
                <a:gd name="T76" fmla="*/ 12 w 16"/>
                <a:gd name="T77" fmla="*/ 65 h 81"/>
                <a:gd name="T78" fmla="*/ 10 w 16"/>
                <a:gd name="T79" fmla="*/ 63 h 81"/>
                <a:gd name="T80" fmla="*/ 6 w 16"/>
                <a:gd name="T81" fmla="*/ 63 h 81"/>
                <a:gd name="T82" fmla="*/ 6 w 16"/>
                <a:gd name="T83" fmla="*/ 31 h 81"/>
                <a:gd name="T84" fmla="*/ 4 w 16"/>
                <a:gd name="T85" fmla="*/ 34 h 81"/>
                <a:gd name="T86" fmla="*/ 4 w 16"/>
                <a:gd name="T87" fmla="*/ 45 h 81"/>
                <a:gd name="T88" fmla="*/ 6 w 16"/>
                <a:gd name="T89" fmla="*/ 47 h 81"/>
                <a:gd name="T90" fmla="*/ 10 w 16"/>
                <a:gd name="T91" fmla="*/ 47 h 81"/>
                <a:gd name="T92" fmla="*/ 12 w 16"/>
                <a:gd name="T93" fmla="*/ 45 h 81"/>
                <a:gd name="T94" fmla="*/ 12 w 16"/>
                <a:gd name="T95" fmla="*/ 34 h 81"/>
                <a:gd name="T96" fmla="*/ 10 w 16"/>
                <a:gd name="T97" fmla="*/ 31 h 81"/>
                <a:gd name="T98" fmla="*/ 6 w 16"/>
                <a:gd name="T99" fmla="*/ 3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 h="81">
                  <a:moveTo>
                    <a:pt x="6" y="0"/>
                  </a:moveTo>
                  <a:cubicBezTo>
                    <a:pt x="9" y="0"/>
                    <a:pt x="9" y="0"/>
                    <a:pt x="9" y="0"/>
                  </a:cubicBezTo>
                  <a:cubicBezTo>
                    <a:pt x="11" y="0"/>
                    <a:pt x="13" y="1"/>
                    <a:pt x="13" y="3"/>
                  </a:cubicBezTo>
                  <a:cubicBezTo>
                    <a:pt x="13" y="16"/>
                    <a:pt x="13" y="16"/>
                    <a:pt x="13" y="16"/>
                  </a:cubicBezTo>
                  <a:cubicBezTo>
                    <a:pt x="13" y="17"/>
                    <a:pt x="12" y="18"/>
                    <a:pt x="10" y="19"/>
                  </a:cubicBezTo>
                  <a:cubicBezTo>
                    <a:pt x="10" y="29"/>
                    <a:pt x="10" y="29"/>
                    <a:pt x="10" y="29"/>
                  </a:cubicBezTo>
                  <a:cubicBezTo>
                    <a:pt x="12" y="29"/>
                    <a:pt x="12" y="29"/>
                    <a:pt x="12" y="29"/>
                  </a:cubicBezTo>
                  <a:cubicBezTo>
                    <a:pt x="14" y="29"/>
                    <a:pt x="16" y="30"/>
                    <a:pt x="16" y="32"/>
                  </a:cubicBezTo>
                  <a:cubicBezTo>
                    <a:pt x="16" y="47"/>
                    <a:pt x="16" y="47"/>
                    <a:pt x="16" y="47"/>
                  </a:cubicBezTo>
                  <a:cubicBezTo>
                    <a:pt x="16" y="48"/>
                    <a:pt x="14" y="50"/>
                    <a:pt x="12" y="50"/>
                  </a:cubicBezTo>
                  <a:cubicBezTo>
                    <a:pt x="10" y="50"/>
                    <a:pt x="10" y="50"/>
                    <a:pt x="10" y="50"/>
                  </a:cubicBezTo>
                  <a:cubicBezTo>
                    <a:pt x="10" y="60"/>
                    <a:pt x="10" y="60"/>
                    <a:pt x="10" y="60"/>
                  </a:cubicBezTo>
                  <a:cubicBezTo>
                    <a:pt x="12" y="60"/>
                    <a:pt x="12" y="60"/>
                    <a:pt x="12" y="60"/>
                  </a:cubicBezTo>
                  <a:cubicBezTo>
                    <a:pt x="14" y="60"/>
                    <a:pt x="16" y="62"/>
                    <a:pt x="16" y="63"/>
                  </a:cubicBezTo>
                  <a:cubicBezTo>
                    <a:pt x="16" y="78"/>
                    <a:pt x="16" y="78"/>
                    <a:pt x="16" y="78"/>
                  </a:cubicBezTo>
                  <a:cubicBezTo>
                    <a:pt x="16" y="80"/>
                    <a:pt x="14" y="81"/>
                    <a:pt x="12" y="81"/>
                  </a:cubicBezTo>
                  <a:cubicBezTo>
                    <a:pt x="4" y="81"/>
                    <a:pt x="4" y="81"/>
                    <a:pt x="4" y="81"/>
                  </a:cubicBezTo>
                  <a:cubicBezTo>
                    <a:pt x="2" y="81"/>
                    <a:pt x="0" y="80"/>
                    <a:pt x="0" y="78"/>
                  </a:cubicBezTo>
                  <a:cubicBezTo>
                    <a:pt x="0" y="63"/>
                    <a:pt x="0" y="63"/>
                    <a:pt x="0" y="63"/>
                  </a:cubicBezTo>
                  <a:cubicBezTo>
                    <a:pt x="0" y="62"/>
                    <a:pt x="2" y="60"/>
                    <a:pt x="4" y="60"/>
                  </a:cubicBezTo>
                  <a:cubicBezTo>
                    <a:pt x="6" y="60"/>
                    <a:pt x="6" y="60"/>
                    <a:pt x="6" y="60"/>
                  </a:cubicBezTo>
                  <a:cubicBezTo>
                    <a:pt x="6" y="50"/>
                    <a:pt x="6" y="50"/>
                    <a:pt x="6" y="50"/>
                  </a:cubicBezTo>
                  <a:cubicBezTo>
                    <a:pt x="4" y="50"/>
                    <a:pt x="4" y="50"/>
                    <a:pt x="4" y="50"/>
                  </a:cubicBezTo>
                  <a:cubicBezTo>
                    <a:pt x="2" y="50"/>
                    <a:pt x="0" y="48"/>
                    <a:pt x="0" y="47"/>
                  </a:cubicBezTo>
                  <a:cubicBezTo>
                    <a:pt x="0" y="32"/>
                    <a:pt x="0" y="32"/>
                    <a:pt x="0" y="32"/>
                  </a:cubicBezTo>
                  <a:cubicBezTo>
                    <a:pt x="0" y="30"/>
                    <a:pt x="2" y="29"/>
                    <a:pt x="4" y="29"/>
                  </a:cubicBezTo>
                  <a:cubicBezTo>
                    <a:pt x="7" y="29"/>
                    <a:pt x="7" y="29"/>
                    <a:pt x="7" y="29"/>
                  </a:cubicBezTo>
                  <a:cubicBezTo>
                    <a:pt x="7" y="19"/>
                    <a:pt x="7" y="19"/>
                    <a:pt x="7" y="19"/>
                  </a:cubicBezTo>
                  <a:cubicBezTo>
                    <a:pt x="6" y="19"/>
                    <a:pt x="6" y="19"/>
                    <a:pt x="6" y="19"/>
                  </a:cubicBezTo>
                  <a:cubicBezTo>
                    <a:pt x="4" y="19"/>
                    <a:pt x="2" y="17"/>
                    <a:pt x="2" y="16"/>
                  </a:cubicBezTo>
                  <a:cubicBezTo>
                    <a:pt x="2" y="3"/>
                    <a:pt x="2" y="3"/>
                    <a:pt x="2" y="3"/>
                  </a:cubicBezTo>
                  <a:cubicBezTo>
                    <a:pt x="2" y="1"/>
                    <a:pt x="4" y="0"/>
                    <a:pt x="6" y="0"/>
                  </a:cubicBezTo>
                  <a:close/>
                  <a:moveTo>
                    <a:pt x="6" y="63"/>
                  </a:moveTo>
                  <a:cubicBezTo>
                    <a:pt x="5" y="63"/>
                    <a:pt x="4" y="64"/>
                    <a:pt x="4" y="65"/>
                  </a:cubicBezTo>
                  <a:cubicBezTo>
                    <a:pt x="4" y="76"/>
                    <a:pt x="4" y="76"/>
                    <a:pt x="4" y="76"/>
                  </a:cubicBezTo>
                  <a:cubicBezTo>
                    <a:pt x="4" y="77"/>
                    <a:pt x="5" y="79"/>
                    <a:pt x="6" y="79"/>
                  </a:cubicBezTo>
                  <a:cubicBezTo>
                    <a:pt x="10" y="79"/>
                    <a:pt x="10" y="79"/>
                    <a:pt x="10" y="79"/>
                  </a:cubicBezTo>
                  <a:cubicBezTo>
                    <a:pt x="11" y="79"/>
                    <a:pt x="12" y="77"/>
                    <a:pt x="12" y="76"/>
                  </a:cubicBezTo>
                  <a:cubicBezTo>
                    <a:pt x="12" y="65"/>
                    <a:pt x="12" y="65"/>
                    <a:pt x="12" y="65"/>
                  </a:cubicBezTo>
                  <a:cubicBezTo>
                    <a:pt x="12" y="64"/>
                    <a:pt x="11" y="63"/>
                    <a:pt x="10" y="63"/>
                  </a:cubicBezTo>
                  <a:cubicBezTo>
                    <a:pt x="6" y="63"/>
                    <a:pt x="6" y="63"/>
                    <a:pt x="6" y="63"/>
                  </a:cubicBezTo>
                  <a:close/>
                  <a:moveTo>
                    <a:pt x="6" y="31"/>
                  </a:moveTo>
                  <a:cubicBezTo>
                    <a:pt x="5" y="31"/>
                    <a:pt x="4" y="33"/>
                    <a:pt x="4" y="34"/>
                  </a:cubicBezTo>
                  <a:cubicBezTo>
                    <a:pt x="4" y="45"/>
                    <a:pt x="4" y="45"/>
                    <a:pt x="4" y="45"/>
                  </a:cubicBezTo>
                  <a:cubicBezTo>
                    <a:pt x="4" y="46"/>
                    <a:pt x="5" y="47"/>
                    <a:pt x="6" y="47"/>
                  </a:cubicBezTo>
                  <a:cubicBezTo>
                    <a:pt x="10" y="47"/>
                    <a:pt x="10" y="47"/>
                    <a:pt x="10" y="47"/>
                  </a:cubicBezTo>
                  <a:cubicBezTo>
                    <a:pt x="11" y="47"/>
                    <a:pt x="12" y="46"/>
                    <a:pt x="12" y="45"/>
                  </a:cubicBezTo>
                  <a:cubicBezTo>
                    <a:pt x="12" y="34"/>
                    <a:pt x="12" y="34"/>
                    <a:pt x="12" y="34"/>
                  </a:cubicBezTo>
                  <a:cubicBezTo>
                    <a:pt x="12" y="33"/>
                    <a:pt x="11" y="31"/>
                    <a:pt x="10" y="31"/>
                  </a:cubicBezTo>
                  <a:lnTo>
                    <a:pt x="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ïśļidê">
              <a:extLst>
                <a:ext uri="{FF2B5EF4-FFF2-40B4-BE49-F238E27FC236}">
                  <a16:creationId xmlns:a16="http://schemas.microsoft.com/office/drawing/2014/main" id="{8AE8BCFE-4731-EB1E-98D9-9BAF7D424956}"/>
                </a:ext>
              </a:extLst>
            </p:cNvPr>
            <p:cNvSpPr/>
            <p:nvPr/>
          </p:nvSpPr>
          <p:spPr bwMode="auto">
            <a:xfrm>
              <a:off x="3436938" y="3333751"/>
              <a:ext cx="214313" cy="439738"/>
            </a:xfrm>
            <a:custGeom>
              <a:avLst/>
              <a:gdLst>
                <a:gd name="T0" fmla="*/ 62 w 65"/>
                <a:gd name="T1" fmla="*/ 0 h 133"/>
                <a:gd name="T2" fmla="*/ 63 w 65"/>
                <a:gd name="T3" fmla="*/ 0 h 133"/>
                <a:gd name="T4" fmla="*/ 64 w 65"/>
                <a:gd name="T5" fmla="*/ 4 h 133"/>
                <a:gd name="T6" fmla="*/ 26 w 65"/>
                <a:gd name="T7" fmla="*/ 111 h 133"/>
                <a:gd name="T8" fmla="*/ 37 w 65"/>
                <a:gd name="T9" fmla="*/ 116 h 133"/>
                <a:gd name="T10" fmla="*/ 39 w 65"/>
                <a:gd name="T11" fmla="*/ 121 h 133"/>
                <a:gd name="T12" fmla="*/ 35 w 65"/>
                <a:gd name="T13" fmla="*/ 130 h 133"/>
                <a:gd name="T14" fmla="*/ 30 w 65"/>
                <a:gd name="T15" fmla="*/ 132 h 133"/>
                <a:gd name="T16" fmla="*/ 2 w 65"/>
                <a:gd name="T17" fmla="*/ 120 h 133"/>
                <a:gd name="T18" fmla="*/ 1 w 65"/>
                <a:gd name="T19" fmla="*/ 115 h 133"/>
                <a:gd name="T20" fmla="*/ 5 w 65"/>
                <a:gd name="T21" fmla="*/ 105 h 133"/>
                <a:gd name="T22" fmla="*/ 9 w 65"/>
                <a:gd name="T23" fmla="*/ 103 h 133"/>
                <a:gd name="T24" fmla="*/ 21 w 65"/>
                <a:gd name="T25" fmla="*/ 109 h 133"/>
                <a:gd name="T26" fmla="*/ 59 w 65"/>
                <a:gd name="T27" fmla="*/ 2 h 133"/>
                <a:gd name="T28" fmla="*/ 62 w 65"/>
                <a:gd name="T29"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133">
                  <a:moveTo>
                    <a:pt x="62" y="0"/>
                  </a:moveTo>
                  <a:cubicBezTo>
                    <a:pt x="63" y="0"/>
                    <a:pt x="63" y="0"/>
                    <a:pt x="63" y="0"/>
                  </a:cubicBezTo>
                  <a:cubicBezTo>
                    <a:pt x="65" y="1"/>
                    <a:pt x="65" y="3"/>
                    <a:pt x="64" y="4"/>
                  </a:cubicBezTo>
                  <a:cubicBezTo>
                    <a:pt x="26" y="111"/>
                    <a:pt x="26" y="111"/>
                    <a:pt x="26" y="111"/>
                  </a:cubicBezTo>
                  <a:cubicBezTo>
                    <a:pt x="37" y="116"/>
                    <a:pt x="37" y="116"/>
                    <a:pt x="37" y="116"/>
                  </a:cubicBezTo>
                  <a:cubicBezTo>
                    <a:pt x="39" y="117"/>
                    <a:pt x="40" y="119"/>
                    <a:pt x="39" y="121"/>
                  </a:cubicBezTo>
                  <a:cubicBezTo>
                    <a:pt x="35" y="130"/>
                    <a:pt x="35" y="130"/>
                    <a:pt x="35" y="130"/>
                  </a:cubicBezTo>
                  <a:cubicBezTo>
                    <a:pt x="34" y="132"/>
                    <a:pt x="32" y="133"/>
                    <a:pt x="30" y="132"/>
                  </a:cubicBezTo>
                  <a:cubicBezTo>
                    <a:pt x="2" y="120"/>
                    <a:pt x="2" y="120"/>
                    <a:pt x="2" y="120"/>
                  </a:cubicBezTo>
                  <a:cubicBezTo>
                    <a:pt x="1" y="119"/>
                    <a:pt x="0" y="117"/>
                    <a:pt x="1" y="115"/>
                  </a:cubicBezTo>
                  <a:cubicBezTo>
                    <a:pt x="5" y="105"/>
                    <a:pt x="5" y="105"/>
                    <a:pt x="5" y="105"/>
                  </a:cubicBezTo>
                  <a:cubicBezTo>
                    <a:pt x="6" y="104"/>
                    <a:pt x="8" y="103"/>
                    <a:pt x="9" y="103"/>
                  </a:cubicBezTo>
                  <a:cubicBezTo>
                    <a:pt x="21" y="109"/>
                    <a:pt x="21" y="109"/>
                    <a:pt x="21" y="109"/>
                  </a:cubicBezTo>
                  <a:cubicBezTo>
                    <a:pt x="59" y="2"/>
                    <a:pt x="59" y="2"/>
                    <a:pt x="59" y="2"/>
                  </a:cubicBezTo>
                  <a:cubicBezTo>
                    <a:pt x="60" y="1"/>
                    <a:pt x="61"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îŝľîḍe">
              <a:extLst>
                <a:ext uri="{FF2B5EF4-FFF2-40B4-BE49-F238E27FC236}">
                  <a16:creationId xmlns:a16="http://schemas.microsoft.com/office/drawing/2014/main" id="{0720F72E-DC74-4C60-4586-E62752D5BB9C}"/>
                </a:ext>
              </a:extLst>
            </p:cNvPr>
            <p:cNvSpPr/>
            <p:nvPr/>
          </p:nvSpPr>
          <p:spPr bwMode="auto">
            <a:xfrm>
              <a:off x="3978275" y="3316288"/>
              <a:ext cx="195263" cy="106363"/>
            </a:xfrm>
            <a:custGeom>
              <a:avLst/>
              <a:gdLst>
                <a:gd name="T0" fmla="*/ 1 w 59"/>
                <a:gd name="T1" fmla="*/ 0 h 32"/>
                <a:gd name="T2" fmla="*/ 0 w 59"/>
                <a:gd name="T3" fmla="*/ 32 h 32"/>
                <a:gd name="T4" fmla="*/ 59 w 59"/>
                <a:gd name="T5" fmla="*/ 0 h 32"/>
                <a:gd name="T6" fmla="*/ 1 w 59"/>
                <a:gd name="T7" fmla="*/ 0 h 32"/>
              </a:gdLst>
              <a:ahLst/>
              <a:cxnLst>
                <a:cxn ang="0">
                  <a:pos x="T0" y="T1"/>
                </a:cxn>
                <a:cxn ang="0">
                  <a:pos x="T2" y="T3"/>
                </a:cxn>
                <a:cxn ang="0">
                  <a:pos x="T4" y="T5"/>
                </a:cxn>
                <a:cxn ang="0">
                  <a:pos x="T6" y="T7"/>
                </a:cxn>
              </a:cxnLst>
              <a:rect l="0" t="0" r="r" b="b"/>
              <a:pathLst>
                <a:path w="59" h="32">
                  <a:moveTo>
                    <a:pt x="1" y="0"/>
                  </a:moveTo>
                  <a:cubicBezTo>
                    <a:pt x="0" y="10"/>
                    <a:pt x="0" y="22"/>
                    <a:pt x="0" y="32"/>
                  </a:cubicBezTo>
                  <a:cubicBezTo>
                    <a:pt x="31" y="25"/>
                    <a:pt x="41" y="16"/>
                    <a:pt x="59"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íṡlíḋe">
              <a:extLst>
                <a:ext uri="{FF2B5EF4-FFF2-40B4-BE49-F238E27FC236}">
                  <a16:creationId xmlns:a16="http://schemas.microsoft.com/office/drawing/2014/main" id="{F000B07C-B964-0D42-92B0-455977D65B96}"/>
                </a:ext>
              </a:extLst>
            </p:cNvPr>
            <p:cNvSpPr/>
            <p:nvPr/>
          </p:nvSpPr>
          <p:spPr bwMode="auto">
            <a:xfrm>
              <a:off x="3530600" y="3309938"/>
              <a:ext cx="441325" cy="290513"/>
            </a:xfrm>
            <a:custGeom>
              <a:avLst/>
              <a:gdLst>
                <a:gd name="T0" fmla="*/ 0 w 134"/>
                <a:gd name="T1" fmla="*/ 0 h 88"/>
                <a:gd name="T2" fmla="*/ 132 w 134"/>
                <a:gd name="T3" fmla="*/ 0 h 88"/>
                <a:gd name="T4" fmla="*/ 132 w 134"/>
                <a:gd name="T5" fmla="*/ 36 h 88"/>
                <a:gd name="T6" fmla="*/ 134 w 134"/>
                <a:gd name="T7" fmla="*/ 88 h 88"/>
                <a:gd name="T8" fmla="*/ 37 w 134"/>
                <a:gd name="T9" fmla="*/ 88 h 88"/>
                <a:gd name="T10" fmla="*/ 41 w 134"/>
                <a:gd name="T11" fmla="*/ 39 h 88"/>
                <a:gd name="T12" fmla="*/ 32 w 134"/>
                <a:gd name="T13" fmla="*/ 35 h 88"/>
                <a:gd name="T14" fmla="*/ 39 w 134"/>
                <a:gd name="T15" fmla="*/ 8 h 88"/>
                <a:gd name="T16" fmla="*/ 31 w 134"/>
                <a:gd name="T17" fmla="*/ 5 h 88"/>
                <a:gd name="T18" fmla="*/ 20 w 134"/>
                <a:gd name="T19" fmla="*/ 31 h 88"/>
                <a:gd name="T20" fmla="*/ 1 w 134"/>
                <a:gd name="T21" fmla="*/ 27 h 88"/>
                <a:gd name="T22" fmla="*/ 0 w 134"/>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88">
                  <a:moveTo>
                    <a:pt x="0" y="0"/>
                  </a:moveTo>
                  <a:cubicBezTo>
                    <a:pt x="132" y="0"/>
                    <a:pt x="132" y="0"/>
                    <a:pt x="132" y="0"/>
                  </a:cubicBezTo>
                  <a:cubicBezTo>
                    <a:pt x="133" y="21"/>
                    <a:pt x="131" y="31"/>
                    <a:pt x="132" y="36"/>
                  </a:cubicBezTo>
                  <a:cubicBezTo>
                    <a:pt x="102" y="40"/>
                    <a:pt x="116" y="81"/>
                    <a:pt x="134" y="88"/>
                  </a:cubicBezTo>
                  <a:cubicBezTo>
                    <a:pt x="37" y="88"/>
                    <a:pt x="37" y="88"/>
                    <a:pt x="37" y="88"/>
                  </a:cubicBezTo>
                  <a:cubicBezTo>
                    <a:pt x="55" y="85"/>
                    <a:pt x="64" y="47"/>
                    <a:pt x="41" y="39"/>
                  </a:cubicBezTo>
                  <a:cubicBezTo>
                    <a:pt x="38" y="37"/>
                    <a:pt x="35" y="36"/>
                    <a:pt x="32" y="35"/>
                  </a:cubicBezTo>
                  <a:cubicBezTo>
                    <a:pt x="39" y="8"/>
                    <a:pt x="39" y="8"/>
                    <a:pt x="39" y="8"/>
                  </a:cubicBezTo>
                  <a:cubicBezTo>
                    <a:pt x="37" y="4"/>
                    <a:pt x="34" y="3"/>
                    <a:pt x="31" y="5"/>
                  </a:cubicBezTo>
                  <a:cubicBezTo>
                    <a:pt x="27" y="13"/>
                    <a:pt x="23" y="22"/>
                    <a:pt x="20" y="31"/>
                  </a:cubicBezTo>
                  <a:cubicBezTo>
                    <a:pt x="14" y="30"/>
                    <a:pt x="7" y="29"/>
                    <a:pt x="1" y="27"/>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îṧliďé">
              <a:extLst>
                <a:ext uri="{FF2B5EF4-FFF2-40B4-BE49-F238E27FC236}">
                  <a16:creationId xmlns:a16="http://schemas.microsoft.com/office/drawing/2014/main" id="{7CB8084A-1445-B480-DD7F-16B3E2EB5CAA}"/>
                </a:ext>
              </a:extLst>
            </p:cNvPr>
            <p:cNvSpPr/>
            <p:nvPr/>
          </p:nvSpPr>
          <p:spPr bwMode="auto">
            <a:xfrm>
              <a:off x="2946400" y="2573338"/>
              <a:ext cx="1711325" cy="1714500"/>
            </a:xfrm>
            <a:custGeom>
              <a:avLst/>
              <a:gdLst>
                <a:gd name="T0" fmla="*/ 260 w 519"/>
                <a:gd name="T1" fmla="*/ 0 h 519"/>
                <a:gd name="T2" fmla="*/ 260 w 519"/>
                <a:gd name="T3" fmla="*/ 0 h 519"/>
                <a:gd name="T4" fmla="*/ 260 w 519"/>
                <a:gd name="T5" fmla="*/ 0 h 519"/>
                <a:gd name="T6" fmla="*/ 443 w 519"/>
                <a:gd name="T7" fmla="*/ 76 h 519"/>
                <a:gd name="T8" fmla="*/ 519 w 519"/>
                <a:gd name="T9" fmla="*/ 260 h 519"/>
                <a:gd name="T10" fmla="*/ 519 w 519"/>
                <a:gd name="T11" fmla="*/ 260 h 519"/>
                <a:gd name="T12" fmla="*/ 519 w 519"/>
                <a:gd name="T13" fmla="*/ 260 h 519"/>
                <a:gd name="T14" fmla="*/ 519 w 519"/>
                <a:gd name="T15" fmla="*/ 260 h 519"/>
                <a:gd name="T16" fmla="*/ 519 w 519"/>
                <a:gd name="T17" fmla="*/ 260 h 519"/>
                <a:gd name="T18" fmla="*/ 443 w 519"/>
                <a:gd name="T19" fmla="*/ 443 h 519"/>
                <a:gd name="T20" fmla="*/ 260 w 519"/>
                <a:gd name="T21" fmla="*/ 519 h 519"/>
                <a:gd name="T22" fmla="*/ 260 w 519"/>
                <a:gd name="T23" fmla="*/ 519 h 519"/>
                <a:gd name="T24" fmla="*/ 260 w 519"/>
                <a:gd name="T25" fmla="*/ 519 h 519"/>
                <a:gd name="T26" fmla="*/ 260 w 519"/>
                <a:gd name="T27" fmla="*/ 519 h 519"/>
                <a:gd name="T28" fmla="*/ 260 w 519"/>
                <a:gd name="T29" fmla="*/ 519 h 519"/>
                <a:gd name="T30" fmla="*/ 76 w 519"/>
                <a:gd name="T31" fmla="*/ 443 h 519"/>
                <a:gd name="T32" fmla="*/ 0 w 519"/>
                <a:gd name="T33" fmla="*/ 260 h 519"/>
                <a:gd name="T34" fmla="*/ 0 w 519"/>
                <a:gd name="T35" fmla="*/ 260 h 519"/>
                <a:gd name="T36" fmla="*/ 0 w 519"/>
                <a:gd name="T37" fmla="*/ 260 h 519"/>
                <a:gd name="T38" fmla="*/ 0 w 519"/>
                <a:gd name="T39" fmla="*/ 260 h 519"/>
                <a:gd name="T40" fmla="*/ 0 w 519"/>
                <a:gd name="T41" fmla="*/ 260 h 519"/>
                <a:gd name="T42" fmla="*/ 76 w 519"/>
                <a:gd name="T43" fmla="*/ 76 h 519"/>
                <a:gd name="T44" fmla="*/ 260 w 519"/>
                <a:gd name="T45" fmla="*/ 0 h 519"/>
                <a:gd name="T46" fmla="*/ 260 w 519"/>
                <a:gd name="T47" fmla="*/ 0 h 519"/>
                <a:gd name="T48" fmla="*/ 260 w 519"/>
                <a:gd name="T49" fmla="*/ 0 h 519"/>
                <a:gd name="T50" fmla="*/ 260 w 519"/>
                <a:gd name="T51" fmla="*/ 6 h 519"/>
                <a:gd name="T52" fmla="*/ 260 w 519"/>
                <a:gd name="T53" fmla="*/ 6 h 519"/>
                <a:gd name="T54" fmla="*/ 260 w 519"/>
                <a:gd name="T55" fmla="*/ 6 h 519"/>
                <a:gd name="T56" fmla="*/ 260 w 519"/>
                <a:gd name="T57" fmla="*/ 6 h 519"/>
                <a:gd name="T58" fmla="*/ 260 w 519"/>
                <a:gd name="T59" fmla="*/ 6 h 519"/>
                <a:gd name="T60" fmla="*/ 80 w 519"/>
                <a:gd name="T61" fmla="*/ 80 h 519"/>
                <a:gd name="T62" fmla="*/ 6 w 519"/>
                <a:gd name="T63" fmla="*/ 260 h 519"/>
                <a:gd name="T64" fmla="*/ 6 w 519"/>
                <a:gd name="T65" fmla="*/ 260 h 519"/>
                <a:gd name="T66" fmla="*/ 6 w 519"/>
                <a:gd name="T67" fmla="*/ 260 h 519"/>
                <a:gd name="T68" fmla="*/ 6 w 519"/>
                <a:gd name="T69" fmla="*/ 260 h 519"/>
                <a:gd name="T70" fmla="*/ 6 w 519"/>
                <a:gd name="T71" fmla="*/ 260 h 519"/>
                <a:gd name="T72" fmla="*/ 80 w 519"/>
                <a:gd name="T73" fmla="*/ 439 h 519"/>
                <a:gd name="T74" fmla="*/ 260 w 519"/>
                <a:gd name="T75" fmla="*/ 514 h 519"/>
                <a:gd name="T76" fmla="*/ 260 w 519"/>
                <a:gd name="T77" fmla="*/ 514 h 519"/>
                <a:gd name="T78" fmla="*/ 260 w 519"/>
                <a:gd name="T79" fmla="*/ 514 h 519"/>
                <a:gd name="T80" fmla="*/ 260 w 519"/>
                <a:gd name="T81" fmla="*/ 514 h 519"/>
                <a:gd name="T82" fmla="*/ 260 w 519"/>
                <a:gd name="T83" fmla="*/ 514 h 519"/>
                <a:gd name="T84" fmla="*/ 439 w 519"/>
                <a:gd name="T85" fmla="*/ 439 h 519"/>
                <a:gd name="T86" fmla="*/ 513 w 519"/>
                <a:gd name="T87" fmla="*/ 260 h 519"/>
                <a:gd name="T88" fmla="*/ 513 w 519"/>
                <a:gd name="T89" fmla="*/ 260 h 519"/>
                <a:gd name="T90" fmla="*/ 513 w 519"/>
                <a:gd name="T91" fmla="*/ 260 h 519"/>
                <a:gd name="T92" fmla="*/ 513 w 519"/>
                <a:gd name="T93" fmla="*/ 260 h 519"/>
                <a:gd name="T94" fmla="*/ 513 w 519"/>
                <a:gd name="T95" fmla="*/ 260 h 519"/>
                <a:gd name="T96" fmla="*/ 439 w 519"/>
                <a:gd name="T97" fmla="*/ 80 h 519"/>
                <a:gd name="T98" fmla="*/ 260 w 519"/>
                <a:gd name="T99" fmla="*/ 6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9" h="519">
                  <a:moveTo>
                    <a:pt x="260" y="0"/>
                  </a:moveTo>
                  <a:cubicBezTo>
                    <a:pt x="260" y="0"/>
                    <a:pt x="260" y="0"/>
                    <a:pt x="260" y="0"/>
                  </a:cubicBezTo>
                  <a:cubicBezTo>
                    <a:pt x="260" y="0"/>
                    <a:pt x="260" y="0"/>
                    <a:pt x="260" y="0"/>
                  </a:cubicBezTo>
                  <a:cubicBezTo>
                    <a:pt x="331" y="0"/>
                    <a:pt x="396" y="29"/>
                    <a:pt x="443" y="76"/>
                  </a:cubicBezTo>
                  <a:cubicBezTo>
                    <a:pt x="490" y="123"/>
                    <a:pt x="519" y="188"/>
                    <a:pt x="519" y="260"/>
                  </a:cubicBezTo>
                  <a:cubicBezTo>
                    <a:pt x="519" y="260"/>
                    <a:pt x="519" y="260"/>
                    <a:pt x="519" y="260"/>
                  </a:cubicBezTo>
                  <a:cubicBezTo>
                    <a:pt x="519" y="260"/>
                    <a:pt x="519" y="260"/>
                    <a:pt x="519" y="260"/>
                  </a:cubicBezTo>
                  <a:cubicBezTo>
                    <a:pt x="519" y="260"/>
                    <a:pt x="519" y="260"/>
                    <a:pt x="519" y="260"/>
                  </a:cubicBezTo>
                  <a:cubicBezTo>
                    <a:pt x="519" y="260"/>
                    <a:pt x="519" y="260"/>
                    <a:pt x="519" y="260"/>
                  </a:cubicBezTo>
                  <a:cubicBezTo>
                    <a:pt x="519" y="332"/>
                    <a:pt x="490" y="396"/>
                    <a:pt x="443" y="443"/>
                  </a:cubicBezTo>
                  <a:cubicBezTo>
                    <a:pt x="396" y="490"/>
                    <a:pt x="331" y="519"/>
                    <a:pt x="260" y="519"/>
                  </a:cubicBezTo>
                  <a:cubicBezTo>
                    <a:pt x="260" y="519"/>
                    <a:pt x="260" y="519"/>
                    <a:pt x="260" y="519"/>
                  </a:cubicBezTo>
                  <a:cubicBezTo>
                    <a:pt x="260" y="519"/>
                    <a:pt x="260" y="519"/>
                    <a:pt x="260" y="519"/>
                  </a:cubicBezTo>
                  <a:cubicBezTo>
                    <a:pt x="260" y="519"/>
                    <a:pt x="260" y="519"/>
                    <a:pt x="260" y="519"/>
                  </a:cubicBezTo>
                  <a:cubicBezTo>
                    <a:pt x="260" y="519"/>
                    <a:pt x="260" y="519"/>
                    <a:pt x="260" y="519"/>
                  </a:cubicBezTo>
                  <a:cubicBezTo>
                    <a:pt x="188" y="519"/>
                    <a:pt x="123" y="490"/>
                    <a:pt x="76" y="443"/>
                  </a:cubicBezTo>
                  <a:cubicBezTo>
                    <a:pt x="29" y="396"/>
                    <a:pt x="0" y="332"/>
                    <a:pt x="0" y="260"/>
                  </a:cubicBezTo>
                  <a:cubicBezTo>
                    <a:pt x="0" y="260"/>
                    <a:pt x="0" y="260"/>
                    <a:pt x="0" y="260"/>
                  </a:cubicBezTo>
                  <a:cubicBezTo>
                    <a:pt x="0" y="260"/>
                    <a:pt x="0" y="260"/>
                    <a:pt x="0" y="260"/>
                  </a:cubicBezTo>
                  <a:cubicBezTo>
                    <a:pt x="0" y="260"/>
                    <a:pt x="0" y="260"/>
                    <a:pt x="0" y="260"/>
                  </a:cubicBezTo>
                  <a:cubicBezTo>
                    <a:pt x="0" y="260"/>
                    <a:pt x="0" y="260"/>
                    <a:pt x="0" y="260"/>
                  </a:cubicBezTo>
                  <a:cubicBezTo>
                    <a:pt x="0" y="188"/>
                    <a:pt x="29" y="123"/>
                    <a:pt x="76" y="76"/>
                  </a:cubicBezTo>
                  <a:cubicBezTo>
                    <a:pt x="123" y="29"/>
                    <a:pt x="188" y="0"/>
                    <a:pt x="260" y="0"/>
                  </a:cubicBezTo>
                  <a:cubicBezTo>
                    <a:pt x="260" y="0"/>
                    <a:pt x="260" y="0"/>
                    <a:pt x="260" y="0"/>
                  </a:cubicBezTo>
                  <a:cubicBezTo>
                    <a:pt x="260" y="0"/>
                    <a:pt x="260" y="0"/>
                    <a:pt x="260" y="0"/>
                  </a:cubicBezTo>
                  <a:close/>
                  <a:moveTo>
                    <a:pt x="260" y="6"/>
                  </a:moveTo>
                  <a:cubicBezTo>
                    <a:pt x="260" y="6"/>
                    <a:pt x="260" y="6"/>
                    <a:pt x="260" y="6"/>
                  </a:cubicBezTo>
                  <a:cubicBezTo>
                    <a:pt x="260" y="6"/>
                    <a:pt x="260" y="6"/>
                    <a:pt x="260" y="6"/>
                  </a:cubicBezTo>
                  <a:cubicBezTo>
                    <a:pt x="260" y="6"/>
                    <a:pt x="260" y="6"/>
                    <a:pt x="260" y="6"/>
                  </a:cubicBezTo>
                  <a:cubicBezTo>
                    <a:pt x="260" y="6"/>
                    <a:pt x="260" y="6"/>
                    <a:pt x="260" y="6"/>
                  </a:cubicBezTo>
                  <a:cubicBezTo>
                    <a:pt x="190" y="6"/>
                    <a:pt x="126" y="35"/>
                    <a:pt x="80" y="80"/>
                  </a:cubicBezTo>
                  <a:cubicBezTo>
                    <a:pt x="34" y="126"/>
                    <a:pt x="6" y="190"/>
                    <a:pt x="6" y="260"/>
                  </a:cubicBezTo>
                  <a:cubicBezTo>
                    <a:pt x="6" y="260"/>
                    <a:pt x="6" y="260"/>
                    <a:pt x="6" y="260"/>
                  </a:cubicBezTo>
                  <a:cubicBezTo>
                    <a:pt x="6" y="260"/>
                    <a:pt x="6" y="260"/>
                    <a:pt x="6" y="260"/>
                  </a:cubicBezTo>
                  <a:cubicBezTo>
                    <a:pt x="6" y="260"/>
                    <a:pt x="6" y="260"/>
                    <a:pt x="6" y="260"/>
                  </a:cubicBezTo>
                  <a:cubicBezTo>
                    <a:pt x="6" y="260"/>
                    <a:pt x="6" y="260"/>
                    <a:pt x="6" y="260"/>
                  </a:cubicBezTo>
                  <a:cubicBezTo>
                    <a:pt x="6" y="330"/>
                    <a:pt x="34" y="393"/>
                    <a:pt x="80" y="439"/>
                  </a:cubicBezTo>
                  <a:cubicBezTo>
                    <a:pt x="126" y="485"/>
                    <a:pt x="190" y="514"/>
                    <a:pt x="260" y="514"/>
                  </a:cubicBezTo>
                  <a:cubicBezTo>
                    <a:pt x="260" y="514"/>
                    <a:pt x="260" y="514"/>
                    <a:pt x="260" y="514"/>
                  </a:cubicBezTo>
                  <a:cubicBezTo>
                    <a:pt x="260" y="514"/>
                    <a:pt x="260" y="514"/>
                    <a:pt x="260" y="514"/>
                  </a:cubicBezTo>
                  <a:cubicBezTo>
                    <a:pt x="260" y="514"/>
                    <a:pt x="260" y="514"/>
                    <a:pt x="260" y="514"/>
                  </a:cubicBezTo>
                  <a:cubicBezTo>
                    <a:pt x="260" y="514"/>
                    <a:pt x="260" y="514"/>
                    <a:pt x="260" y="514"/>
                  </a:cubicBezTo>
                  <a:cubicBezTo>
                    <a:pt x="330" y="514"/>
                    <a:pt x="393" y="485"/>
                    <a:pt x="439" y="439"/>
                  </a:cubicBezTo>
                  <a:cubicBezTo>
                    <a:pt x="485" y="393"/>
                    <a:pt x="513" y="330"/>
                    <a:pt x="513" y="260"/>
                  </a:cubicBezTo>
                  <a:cubicBezTo>
                    <a:pt x="513" y="260"/>
                    <a:pt x="513" y="260"/>
                    <a:pt x="513" y="260"/>
                  </a:cubicBezTo>
                  <a:cubicBezTo>
                    <a:pt x="513" y="260"/>
                    <a:pt x="513" y="260"/>
                    <a:pt x="513" y="260"/>
                  </a:cubicBezTo>
                  <a:cubicBezTo>
                    <a:pt x="513" y="260"/>
                    <a:pt x="513" y="260"/>
                    <a:pt x="513" y="260"/>
                  </a:cubicBezTo>
                  <a:cubicBezTo>
                    <a:pt x="513" y="260"/>
                    <a:pt x="513" y="260"/>
                    <a:pt x="513" y="260"/>
                  </a:cubicBezTo>
                  <a:cubicBezTo>
                    <a:pt x="513" y="190"/>
                    <a:pt x="485" y="126"/>
                    <a:pt x="439" y="80"/>
                  </a:cubicBezTo>
                  <a:cubicBezTo>
                    <a:pt x="393" y="35"/>
                    <a:pt x="330" y="6"/>
                    <a:pt x="26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îṡḷïḋè">
              <a:extLst>
                <a:ext uri="{FF2B5EF4-FFF2-40B4-BE49-F238E27FC236}">
                  <a16:creationId xmlns:a16="http://schemas.microsoft.com/office/drawing/2014/main" id="{0F2EC485-5BFC-9F31-E5E5-B0E5812862EA}"/>
                </a:ext>
              </a:extLst>
            </p:cNvPr>
            <p:cNvSpPr/>
            <p:nvPr/>
          </p:nvSpPr>
          <p:spPr bwMode="auto">
            <a:xfrm>
              <a:off x="2873375" y="2500313"/>
              <a:ext cx="1857375" cy="1863725"/>
            </a:xfrm>
            <a:custGeom>
              <a:avLst/>
              <a:gdLst>
                <a:gd name="T0" fmla="*/ 282 w 563"/>
                <a:gd name="T1" fmla="*/ 0 h 564"/>
                <a:gd name="T2" fmla="*/ 282 w 563"/>
                <a:gd name="T3" fmla="*/ 0 h 564"/>
                <a:gd name="T4" fmla="*/ 282 w 563"/>
                <a:gd name="T5" fmla="*/ 0 h 564"/>
                <a:gd name="T6" fmla="*/ 481 w 563"/>
                <a:gd name="T7" fmla="*/ 83 h 564"/>
                <a:gd name="T8" fmla="*/ 563 w 563"/>
                <a:gd name="T9" fmla="*/ 282 h 564"/>
                <a:gd name="T10" fmla="*/ 563 w 563"/>
                <a:gd name="T11" fmla="*/ 282 h 564"/>
                <a:gd name="T12" fmla="*/ 563 w 563"/>
                <a:gd name="T13" fmla="*/ 282 h 564"/>
                <a:gd name="T14" fmla="*/ 563 w 563"/>
                <a:gd name="T15" fmla="*/ 282 h 564"/>
                <a:gd name="T16" fmla="*/ 563 w 563"/>
                <a:gd name="T17" fmla="*/ 282 h 564"/>
                <a:gd name="T18" fmla="*/ 481 w 563"/>
                <a:gd name="T19" fmla="*/ 481 h 564"/>
                <a:gd name="T20" fmla="*/ 282 w 563"/>
                <a:gd name="T21" fmla="*/ 564 h 564"/>
                <a:gd name="T22" fmla="*/ 282 w 563"/>
                <a:gd name="T23" fmla="*/ 564 h 564"/>
                <a:gd name="T24" fmla="*/ 282 w 563"/>
                <a:gd name="T25" fmla="*/ 564 h 564"/>
                <a:gd name="T26" fmla="*/ 282 w 563"/>
                <a:gd name="T27" fmla="*/ 564 h 564"/>
                <a:gd name="T28" fmla="*/ 282 w 563"/>
                <a:gd name="T29" fmla="*/ 564 h 564"/>
                <a:gd name="T30" fmla="*/ 82 w 563"/>
                <a:gd name="T31" fmla="*/ 481 h 564"/>
                <a:gd name="T32" fmla="*/ 0 w 563"/>
                <a:gd name="T33" fmla="*/ 282 h 564"/>
                <a:gd name="T34" fmla="*/ 0 w 563"/>
                <a:gd name="T35" fmla="*/ 282 h 564"/>
                <a:gd name="T36" fmla="*/ 0 w 563"/>
                <a:gd name="T37" fmla="*/ 282 h 564"/>
                <a:gd name="T38" fmla="*/ 0 w 563"/>
                <a:gd name="T39" fmla="*/ 282 h 564"/>
                <a:gd name="T40" fmla="*/ 0 w 563"/>
                <a:gd name="T41" fmla="*/ 282 h 564"/>
                <a:gd name="T42" fmla="*/ 82 w 563"/>
                <a:gd name="T43" fmla="*/ 83 h 564"/>
                <a:gd name="T44" fmla="*/ 282 w 563"/>
                <a:gd name="T45" fmla="*/ 0 h 564"/>
                <a:gd name="T46" fmla="*/ 282 w 563"/>
                <a:gd name="T47" fmla="*/ 0 h 564"/>
                <a:gd name="T48" fmla="*/ 282 w 563"/>
                <a:gd name="T49" fmla="*/ 0 h 564"/>
                <a:gd name="T50" fmla="*/ 282 w 563"/>
                <a:gd name="T51" fmla="*/ 12 h 564"/>
                <a:gd name="T52" fmla="*/ 282 w 563"/>
                <a:gd name="T53" fmla="*/ 12 h 564"/>
                <a:gd name="T54" fmla="*/ 282 w 563"/>
                <a:gd name="T55" fmla="*/ 12 h 564"/>
                <a:gd name="T56" fmla="*/ 282 w 563"/>
                <a:gd name="T57" fmla="*/ 12 h 564"/>
                <a:gd name="T58" fmla="*/ 282 w 563"/>
                <a:gd name="T59" fmla="*/ 12 h 564"/>
                <a:gd name="T60" fmla="*/ 91 w 563"/>
                <a:gd name="T61" fmla="*/ 91 h 564"/>
                <a:gd name="T62" fmla="*/ 11 w 563"/>
                <a:gd name="T63" fmla="*/ 282 h 564"/>
                <a:gd name="T64" fmla="*/ 11 w 563"/>
                <a:gd name="T65" fmla="*/ 282 h 564"/>
                <a:gd name="T66" fmla="*/ 11 w 563"/>
                <a:gd name="T67" fmla="*/ 282 h 564"/>
                <a:gd name="T68" fmla="*/ 11 w 563"/>
                <a:gd name="T69" fmla="*/ 282 h 564"/>
                <a:gd name="T70" fmla="*/ 11 w 563"/>
                <a:gd name="T71" fmla="*/ 282 h 564"/>
                <a:gd name="T72" fmla="*/ 91 w 563"/>
                <a:gd name="T73" fmla="*/ 473 h 564"/>
                <a:gd name="T74" fmla="*/ 282 w 563"/>
                <a:gd name="T75" fmla="*/ 552 h 564"/>
                <a:gd name="T76" fmla="*/ 282 w 563"/>
                <a:gd name="T77" fmla="*/ 552 h 564"/>
                <a:gd name="T78" fmla="*/ 282 w 563"/>
                <a:gd name="T79" fmla="*/ 552 h 564"/>
                <a:gd name="T80" fmla="*/ 282 w 563"/>
                <a:gd name="T81" fmla="*/ 552 h 564"/>
                <a:gd name="T82" fmla="*/ 282 w 563"/>
                <a:gd name="T83" fmla="*/ 552 h 564"/>
                <a:gd name="T84" fmla="*/ 473 w 563"/>
                <a:gd name="T85" fmla="*/ 473 h 564"/>
                <a:gd name="T86" fmla="*/ 552 w 563"/>
                <a:gd name="T87" fmla="*/ 282 h 564"/>
                <a:gd name="T88" fmla="*/ 552 w 563"/>
                <a:gd name="T89" fmla="*/ 282 h 564"/>
                <a:gd name="T90" fmla="*/ 552 w 563"/>
                <a:gd name="T91" fmla="*/ 282 h 564"/>
                <a:gd name="T92" fmla="*/ 552 w 563"/>
                <a:gd name="T93" fmla="*/ 282 h 564"/>
                <a:gd name="T94" fmla="*/ 552 w 563"/>
                <a:gd name="T95" fmla="*/ 282 h 564"/>
                <a:gd name="T96" fmla="*/ 473 w 563"/>
                <a:gd name="T97" fmla="*/ 91 h 564"/>
                <a:gd name="T98" fmla="*/ 282 w 563"/>
                <a:gd name="T99" fmla="*/ 12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3" h="564">
                  <a:moveTo>
                    <a:pt x="282" y="0"/>
                  </a:moveTo>
                  <a:cubicBezTo>
                    <a:pt x="282" y="0"/>
                    <a:pt x="282" y="0"/>
                    <a:pt x="282" y="0"/>
                  </a:cubicBezTo>
                  <a:cubicBezTo>
                    <a:pt x="282" y="0"/>
                    <a:pt x="282" y="0"/>
                    <a:pt x="282" y="0"/>
                  </a:cubicBezTo>
                  <a:cubicBezTo>
                    <a:pt x="359" y="0"/>
                    <a:pt x="430" y="32"/>
                    <a:pt x="481" y="83"/>
                  </a:cubicBezTo>
                  <a:cubicBezTo>
                    <a:pt x="532" y="134"/>
                    <a:pt x="563" y="204"/>
                    <a:pt x="563" y="282"/>
                  </a:cubicBezTo>
                  <a:cubicBezTo>
                    <a:pt x="563" y="282"/>
                    <a:pt x="563" y="282"/>
                    <a:pt x="563" y="282"/>
                  </a:cubicBezTo>
                  <a:cubicBezTo>
                    <a:pt x="563" y="282"/>
                    <a:pt x="563" y="282"/>
                    <a:pt x="563" y="282"/>
                  </a:cubicBezTo>
                  <a:cubicBezTo>
                    <a:pt x="563" y="282"/>
                    <a:pt x="563" y="282"/>
                    <a:pt x="563" y="282"/>
                  </a:cubicBezTo>
                  <a:cubicBezTo>
                    <a:pt x="563" y="282"/>
                    <a:pt x="563" y="282"/>
                    <a:pt x="563" y="282"/>
                  </a:cubicBezTo>
                  <a:cubicBezTo>
                    <a:pt x="563" y="360"/>
                    <a:pt x="532" y="430"/>
                    <a:pt x="481" y="481"/>
                  </a:cubicBezTo>
                  <a:cubicBezTo>
                    <a:pt x="430" y="532"/>
                    <a:pt x="359" y="564"/>
                    <a:pt x="282" y="564"/>
                  </a:cubicBezTo>
                  <a:cubicBezTo>
                    <a:pt x="282" y="564"/>
                    <a:pt x="282" y="564"/>
                    <a:pt x="282" y="564"/>
                  </a:cubicBezTo>
                  <a:cubicBezTo>
                    <a:pt x="282" y="564"/>
                    <a:pt x="282" y="564"/>
                    <a:pt x="282" y="564"/>
                  </a:cubicBezTo>
                  <a:cubicBezTo>
                    <a:pt x="282" y="564"/>
                    <a:pt x="282" y="564"/>
                    <a:pt x="282" y="564"/>
                  </a:cubicBezTo>
                  <a:cubicBezTo>
                    <a:pt x="282" y="564"/>
                    <a:pt x="282" y="564"/>
                    <a:pt x="282" y="564"/>
                  </a:cubicBezTo>
                  <a:cubicBezTo>
                    <a:pt x="204" y="564"/>
                    <a:pt x="133" y="532"/>
                    <a:pt x="82" y="481"/>
                  </a:cubicBezTo>
                  <a:cubicBezTo>
                    <a:pt x="31" y="430"/>
                    <a:pt x="0" y="360"/>
                    <a:pt x="0" y="282"/>
                  </a:cubicBezTo>
                  <a:cubicBezTo>
                    <a:pt x="0" y="282"/>
                    <a:pt x="0" y="282"/>
                    <a:pt x="0" y="282"/>
                  </a:cubicBezTo>
                  <a:cubicBezTo>
                    <a:pt x="0" y="282"/>
                    <a:pt x="0" y="282"/>
                    <a:pt x="0" y="282"/>
                  </a:cubicBezTo>
                  <a:cubicBezTo>
                    <a:pt x="0" y="282"/>
                    <a:pt x="0" y="282"/>
                    <a:pt x="0" y="282"/>
                  </a:cubicBezTo>
                  <a:cubicBezTo>
                    <a:pt x="0" y="282"/>
                    <a:pt x="0" y="282"/>
                    <a:pt x="0" y="282"/>
                  </a:cubicBezTo>
                  <a:cubicBezTo>
                    <a:pt x="0" y="204"/>
                    <a:pt x="31" y="134"/>
                    <a:pt x="82" y="83"/>
                  </a:cubicBezTo>
                  <a:cubicBezTo>
                    <a:pt x="133" y="32"/>
                    <a:pt x="204" y="0"/>
                    <a:pt x="282" y="0"/>
                  </a:cubicBezTo>
                  <a:cubicBezTo>
                    <a:pt x="282" y="0"/>
                    <a:pt x="282" y="0"/>
                    <a:pt x="282" y="0"/>
                  </a:cubicBezTo>
                  <a:cubicBezTo>
                    <a:pt x="282" y="0"/>
                    <a:pt x="282" y="0"/>
                    <a:pt x="282" y="0"/>
                  </a:cubicBezTo>
                  <a:close/>
                  <a:moveTo>
                    <a:pt x="282" y="12"/>
                  </a:moveTo>
                  <a:cubicBezTo>
                    <a:pt x="282" y="12"/>
                    <a:pt x="282" y="12"/>
                    <a:pt x="282" y="12"/>
                  </a:cubicBezTo>
                  <a:cubicBezTo>
                    <a:pt x="282" y="12"/>
                    <a:pt x="282" y="12"/>
                    <a:pt x="282" y="12"/>
                  </a:cubicBezTo>
                  <a:cubicBezTo>
                    <a:pt x="282" y="12"/>
                    <a:pt x="282" y="12"/>
                    <a:pt x="282" y="12"/>
                  </a:cubicBezTo>
                  <a:cubicBezTo>
                    <a:pt x="282" y="12"/>
                    <a:pt x="282" y="12"/>
                    <a:pt x="282" y="12"/>
                  </a:cubicBezTo>
                  <a:cubicBezTo>
                    <a:pt x="207" y="12"/>
                    <a:pt x="139" y="42"/>
                    <a:pt x="91" y="91"/>
                  </a:cubicBezTo>
                  <a:cubicBezTo>
                    <a:pt x="42" y="140"/>
                    <a:pt x="11" y="207"/>
                    <a:pt x="11" y="282"/>
                  </a:cubicBezTo>
                  <a:cubicBezTo>
                    <a:pt x="11" y="282"/>
                    <a:pt x="11" y="282"/>
                    <a:pt x="11" y="282"/>
                  </a:cubicBezTo>
                  <a:cubicBezTo>
                    <a:pt x="11" y="282"/>
                    <a:pt x="11" y="282"/>
                    <a:pt x="11" y="282"/>
                  </a:cubicBezTo>
                  <a:cubicBezTo>
                    <a:pt x="11" y="282"/>
                    <a:pt x="11" y="282"/>
                    <a:pt x="11" y="282"/>
                  </a:cubicBezTo>
                  <a:cubicBezTo>
                    <a:pt x="11" y="282"/>
                    <a:pt x="11" y="282"/>
                    <a:pt x="11" y="282"/>
                  </a:cubicBezTo>
                  <a:cubicBezTo>
                    <a:pt x="11" y="356"/>
                    <a:pt x="42" y="424"/>
                    <a:pt x="91" y="473"/>
                  </a:cubicBezTo>
                  <a:cubicBezTo>
                    <a:pt x="139" y="522"/>
                    <a:pt x="207" y="552"/>
                    <a:pt x="282" y="552"/>
                  </a:cubicBezTo>
                  <a:cubicBezTo>
                    <a:pt x="282" y="552"/>
                    <a:pt x="282" y="552"/>
                    <a:pt x="282" y="552"/>
                  </a:cubicBezTo>
                  <a:cubicBezTo>
                    <a:pt x="282" y="552"/>
                    <a:pt x="282" y="552"/>
                    <a:pt x="282" y="552"/>
                  </a:cubicBezTo>
                  <a:cubicBezTo>
                    <a:pt x="282" y="552"/>
                    <a:pt x="282" y="552"/>
                    <a:pt x="282" y="552"/>
                  </a:cubicBezTo>
                  <a:cubicBezTo>
                    <a:pt x="282" y="552"/>
                    <a:pt x="282" y="552"/>
                    <a:pt x="282" y="552"/>
                  </a:cubicBezTo>
                  <a:cubicBezTo>
                    <a:pt x="356" y="552"/>
                    <a:pt x="424" y="522"/>
                    <a:pt x="473" y="473"/>
                  </a:cubicBezTo>
                  <a:cubicBezTo>
                    <a:pt x="521" y="424"/>
                    <a:pt x="552" y="356"/>
                    <a:pt x="552" y="282"/>
                  </a:cubicBezTo>
                  <a:cubicBezTo>
                    <a:pt x="552" y="282"/>
                    <a:pt x="552" y="282"/>
                    <a:pt x="552" y="282"/>
                  </a:cubicBezTo>
                  <a:cubicBezTo>
                    <a:pt x="552" y="282"/>
                    <a:pt x="552" y="282"/>
                    <a:pt x="552" y="282"/>
                  </a:cubicBezTo>
                  <a:cubicBezTo>
                    <a:pt x="552" y="282"/>
                    <a:pt x="552" y="282"/>
                    <a:pt x="552" y="282"/>
                  </a:cubicBezTo>
                  <a:cubicBezTo>
                    <a:pt x="552" y="282"/>
                    <a:pt x="552" y="282"/>
                    <a:pt x="552" y="282"/>
                  </a:cubicBezTo>
                  <a:cubicBezTo>
                    <a:pt x="552" y="207"/>
                    <a:pt x="521" y="140"/>
                    <a:pt x="473" y="91"/>
                  </a:cubicBezTo>
                  <a:cubicBezTo>
                    <a:pt x="424" y="42"/>
                    <a:pt x="35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íṩḻîdé">
              <a:extLst>
                <a:ext uri="{FF2B5EF4-FFF2-40B4-BE49-F238E27FC236}">
                  <a16:creationId xmlns:a16="http://schemas.microsoft.com/office/drawing/2014/main" id="{CF008774-B1C9-88C1-3181-2C97743D2783}"/>
                </a:ext>
              </a:extLst>
            </p:cNvPr>
            <p:cNvSpPr/>
            <p:nvPr/>
          </p:nvSpPr>
          <p:spPr bwMode="auto">
            <a:xfrm>
              <a:off x="3014663" y="3465513"/>
              <a:ext cx="1566863" cy="754063"/>
            </a:xfrm>
            <a:custGeom>
              <a:avLst/>
              <a:gdLst>
                <a:gd name="T0" fmla="*/ 448 w 475"/>
                <a:gd name="T1" fmla="*/ 10 h 228"/>
                <a:gd name="T2" fmla="*/ 472 w 475"/>
                <a:gd name="T3" fmla="*/ 18 h 228"/>
                <a:gd name="T4" fmla="*/ 446 w 475"/>
                <a:gd name="T5" fmla="*/ 28 h 228"/>
                <a:gd name="T6" fmla="*/ 461 w 475"/>
                <a:gd name="T7" fmla="*/ 18 h 228"/>
                <a:gd name="T8" fmla="*/ 438 w 475"/>
                <a:gd name="T9" fmla="*/ 56 h 228"/>
                <a:gd name="T10" fmla="*/ 466 w 475"/>
                <a:gd name="T11" fmla="*/ 52 h 228"/>
                <a:gd name="T12" fmla="*/ 455 w 475"/>
                <a:gd name="T13" fmla="*/ 86 h 228"/>
                <a:gd name="T14" fmla="*/ 434 w 475"/>
                <a:gd name="T15" fmla="*/ 62 h 228"/>
                <a:gd name="T16" fmla="*/ 423 w 475"/>
                <a:gd name="T17" fmla="*/ 86 h 228"/>
                <a:gd name="T18" fmla="*/ 444 w 475"/>
                <a:gd name="T19" fmla="*/ 94 h 228"/>
                <a:gd name="T20" fmla="*/ 446 w 475"/>
                <a:gd name="T21" fmla="*/ 101 h 228"/>
                <a:gd name="T22" fmla="*/ 402 w 475"/>
                <a:gd name="T23" fmla="*/ 121 h 228"/>
                <a:gd name="T24" fmla="*/ 420 w 475"/>
                <a:gd name="T25" fmla="*/ 141 h 228"/>
                <a:gd name="T26" fmla="*/ 415 w 475"/>
                <a:gd name="T27" fmla="*/ 125 h 228"/>
                <a:gd name="T28" fmla="*/ 376 w 475"/>
                <a:gd name="T29" fmla="*/ 147 h 228"/>
                <a:gd name="T30" fmla="*/ 398 w 475"/>
                <a:gd name="T31" fmla="*/ 142 h 228"/>
                <a:gd name="T32" fmla="*/ 403 w 475"/>
                <a:gd name="T33" fmla="*/ 161 h 228"/>
                <a:gd name="T34" fmla="*/ 399 w 475"/>
                <a:gd name="T35" fmla="*/ 163 h 228"/>
                <a:gd name="T36" fmla="*/ 362 w 475"/>
                <a:gd name="T37" fmla="*/ 161 h 228"/>
                <a:gd name="T38" fmla="*/ 384 w 475"/>
                <a:gd name="T39" fmla="*/ 178 h 228"/>
                <a:gd name="T40" fmla="*/ 353 w 475"/>
                <a:gd name="T41" fmla="*/ 166 h 228"/>
                <a:gd name="T42" fmla="*/ 354 w 475"/>
                <a:gd name="T43" fmla="*/ 197 h 228"/>
                <a:gd name="T44" fmla="*/ 306 w 475"/>
                <a:gd name="T45" fmla="*/ 188 h 228"/>
                <a:gd name="T46" fmla="*/ 321 w 475"/>
                <a:gd name="T47" fmla="*/ 212 h 228"/>
                <a:gd name="T48" fmla="*/ 333 w 475"/>
                <a:gd name="T49" fmla="*/ 176 h 228"/>
                <a:gd name="T50" fmla="*/ 302 w 475"/>
                <a:gd name="T51" fmla="*/ 190 h 228"/>
                <a:gd name="T52" fmla="*/ 308 w 475"/>
                <a:gd name="T53" fmla="*/ 216 h 228"/>
                <a:gd name="T54" fmla="*/ 288 w 475"/>
                <a:gd name="T55" fmla="*/ 193 h 228"/>
                <a:gd name="T56" fmla="*/ 250 w 475"/>
                <a:gd name="T57" fmla="*/ 226 h 228"/>
                <a:gd name="T58" fmla="*/ 255 w 475"/>
                <a:gd name="T59" fmla="*/ 217 h 228"/>
                <a:gd name="T60" fmla="*/ 244 w 475"/>
                <a:gd name="T61" fmla="*/ 197 h 228"/>
                <a:gd name="T62" fmla="*/ 203 w 475"/>
                <a:gd name="T63" fmla="*/ 195 h 228"/>
                <a:gd name="T64" fmla="*/ 209 w 475"/>
                <a:gd name="T65" fmla="*/ 225 h 228"/>
                <a:gd name="T66" fmla="*/ 232 w 475"/>
                <a:gd name="T67" fmla="*/ 200 h 228"/>
                <a:gd name="T68" fmla="*/ 194 w 475"/>
                <a:gd name="T69" fmla="*/ 220 h 228"/>
                <a:gd name="T70" fmla="*/ 191 w 475"/>
                <a:gd name="T71" fmla="*/ 219 h 228"/>
                <a:gd name="T72" fmla="*/ 165 w 475"/>
                <a:gd name="T73" fmla="*/ 188 h 228"/>
                <a:gd name="T74" fmla="*/ 160 w 475"/>
                <a:gd name="T75" fmla="*/ 184 h 228"/>
                <a:gd name="T76" fmla="*/ 125 w 475"/>
                <a:gd name="T77" fmla="*/ 200 h 228"/>
                <a:gd name="T78" fmla="*/ 141 w 475"/>
                <a:gd name="T79" fmla="*/ 190 h 228"/>
                <a:gd name="T80" fmla="*/ 106 w 475"/>
                <a:gd name="T81" fmla="*/ 184 h 228"/>
                <a:gd name="T82" fmla="*/ 114 w 475"/>
                <a:gd name="T83" fmla="*/ 157 h 228"/>
                <a:gd name="T84" fmla="*/ 100 w 475"/>
                <a:gd name="T85" fmla="*/ 169 h 228"/>
                <a:gd name="T86" fmla="*/ 79 w 475"/>
                <a:gd name="T87" fmla="*/ 165 h 228"/>
                <a:gd name="T88" fmla="*/ 88 w 475"/>
                <a:gd name="T89" fmla="*/ 135 h 228"/>
                <a:gd name="T90" fmla="*/ 45 w 475"/>
                <a:gd name="T91" fmla="*/ 130 h 228"/>
                <a:gd name="T92" fmla="*/ 74 w 475"/>
                <a:gd name="T93" fmla="*/ 117 h 228"/>
                <a:gd name="T94" fmla="*/ 58 w 475"/>
                <a:gd name="T95" fmla="*/ 93 h 228"/>
                <a:gd name="T96" fmla="*/ 26 w 475"/>
                <a:gd name="T97" fmla="*/ 94 h 228"/>
                <a:gd name="T98" fmla="*/ 48 w 475"/>
                <a:gd name="T99" fmla="*/ 79 h 228"/>
                <a:gd name="T100" fmla="*/ 28 w 475"/>
                <a:gd name="T101" fmla="*/ 75 h 228"/>
                <a:gd name="T102" fmla="*/ 46 w 475"/>
                <a:gd name="T103" fmla="*/ 66 h 228"/>
                <a:gd name="T104" fmla="*/ 17 w 475"/>
                <a:gd name="T105" fmla="*/ 65 h 228"/>
                <a:gd name="T106" fmla="*/ 5 w 475"/>
                <a:gd name="T107" fmla="*/ 38 h 228"/>
                <a:gd name="T108" fmla="*/ 35 w 475"/>
                <a:gd name="T109" fmla="*/ 31 h 228"/>
                <a:gd name="T110" fmla="*/ 4 w 475"/>
                <a:gd name="T111" fmla="*/ 23 h 228"/>
                <a:gd name="T112" fmla="*/ 1 w 475"/>
                <a:gd name="T113" fmla="*/ 2 h 228"/>
                <a:gd name="T114" fmla="*/ 30 w 475"/>
                <a:gd name="T115" fmla="*/ 11 h 228"/>
                <a:gd name="T116" fmla="*/ 32 w 475"/>
                <a:gd name="T117"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5" h="228">
                  <a:moveTo>
                    <a:pt x="44" y="55"/>
                  </a:moveTo>
                  <a:cubicBezTo>
                    <a:pt x="45" y="56"/>
                    <a:pt x="45" y="56"/>
                    <a:pt x="45" y="57"/>
                  </a:cubicBezTo>
                  <a:cubicBezTo>
                    <a:pt x="45" y="57"/>
                    <a:pt x="45" y="58"/>
                    <a:pt x="44" y="58"/>
                  </a:cubicBezTo>
                  <a:cubicBezTo>
                    <a:pt x="44" y="58"/>
                    <a:pt x="43" y="58"/>
                    <a:pt x="42" y="58"/>
                  </a:cubicBezTo>
                  <a:cubicBezTo>
                    <a:pt x="29" y="57"/>
                    <a:pt x="29" y="57"/>
                    <a:pt x="29" y="57"/>
                  </a:cubicBezTo>
                  <a:cubicBezTo>
                    <a:pt x="28" y="57"/>
                    <a:pt x="28" y="57"/>
                    <a:pt x="28" y="57"/>
                  </a:cubicBezTo>
                  <a:cubicBezTo>
                    <a:pt x="28" y="56"/>
                    <a:pt x="28" y="56"/>
                    <a:pt x="28" y="56"/>
                  </a:cubicBezTo>
                  <a:cubicBezTo>
                    <a:pt x="28" y="56"/>
                    <a:pt x="28" y="56"/>
                    <a:pt x="29" y="56"/>
                  </a:cubicBezTo>
                  <a:cubicBezTo>
                    <a:pt x="29" y="55"/>
                    <a:pt x="33" y="55"/>
                    <a:pt x="41" y="54"/>
                  </a:cubicBezTo>
                  <a:cubicBezTo>
                    <a:pt x="42" y="54"/>
                    <a:pt x="43" y="54"/>
                    <a:pt x="44" y="55"/>
                  </a:cubicBezTo>
                  <a:close/>
                  <a:moveTo>
                    <a:pt x="448" y="10"/>
                  </a:moveTo>
                  <a:cubicBezTo>
                    <a:pt x="448" y="9"/>
                    <a:pt x="447" y="9"/>
                    <a:pt x="447" y="10"/>
                  </a:cubicBezTo>
                  <a:cubicBezTo>
                    <a:pt x="446" y="10"/>
                    <a:pt x="446" y="11"/>
                    <a:pt x="446" y="12"/>
                  </a:cubicBezTo>
                  <a:cubicBezTo>
                    <a:pt x="446" y="13"/>
                    <a:pt x="446" y="13"/>
                    <a:pt x="446" y="13"/>
                  </a:cubicBezTo>
                  <a:cubicBezTo>
                    <a:pt x="445" y="13"/>
                    <a:pt x="445" y="13"/>
                    <a:pt x="445" y="13"/>
                  </a:cubicBezTo>
                  <a:cubicBezTo>
                    <a:pt x="446" y="3"/>
                    <a:pt x="446" y="3"/>
                    <a:pt x="446" y="3"/>
                  </a:cubicBezTo>
                  <a:cubicBezTo>
                    <a:pt x="447" y="3"/>
                    <a:pt x="447" y="3"/>
                    <a:pt x="447" y="3"/>
                  </a:cubicBezTo>
                  <a:cubicBezTo>
                    <a:pt x="447" y="4"/>
                    <a:pt x="447" y="4"/>
                    <a:pt x="447" y="4"/>
                  </a:cubicBezTo>
                  <a:cubicBezTo>
                    <a:pt x="447" y="4"/>
                    <a:pt x="447" y="5"/>
                    <a:pt x="447" y="6"/>
                  </a:cubicBezTo>
                  <a:cubicBezTo>
                    <a:pt x="448" y="7"/>
                    <a:pt x="448" y="7"/>
                    <a:pt x="449" y="8"/>
                  </a:cubicBezTo>
                  <a:cubicBezTo>
                    <a:pt x="462" y="17"/>
                    <a:pt x="462" y="17"/>
                    <a:pt x="462" y="17"/>
                  </a:cubicBezTo>
                  <a:cubicBezTo>
                    <a:pt x="472" y="18"/>
                    <a:pt x="472" y="18"/>
                    <a:pt x="472" y="18"/>
                  </a:cubicBezTo>
                  <a:cubicBezTo>
                    <a:pt x="473" y="18"/>
                    <a:pt x="473" y="18"/>
                    <a:pt x="473" y="18"/>
                  </a:cubicBezTo>
                  <a:cubicBezTo>
                    <a:pt x="473" y="17"/>
                    <a:pt x="474" y="17"/>
                    <a:pt x="474" y="16"/>
                  </a:cubicBezTo>
                  <a:cubicBezTo>
                    <a:pt x="474" y="14"/>
                    <a:pt x="474" y="14"/>
                    <a:pt x="474" y="14"/>
                  </a:cubicBezTo>
                  <a:cubicBezTo>
                    <a:pt x="475" y="14"/>
                    <a:pt x="475" y="14"/>
                    <a:pt x="475" y="14"/>
                  </a:cubicBezTo>
                  <a:cubicBezTo>
                    <a:pt x="474" y="27"/>
                    <a:pt x="474" y="27"/>
                    <a:pt x="474" y="27"/>
                  </a:cubicBezTo>
                  <a:cubicBezTo>
                    <a:pt x="473" y="27"/>
                    <a:pt x="473" y="27"/>
                    <a:pt x="473" y="27"/>
                  </a:cubicBezTo>
                  <a:cubicBezTo>
                    <a:pt x="473" y="25"/>
                    <a:pt x="473" y="25"/>
                    <a:pt x="473" y="25"/>
                  </a:cubicBezTo>
                  <a:cubicBezTo>
                    <a:pt x="473" y="24"/>
                    <a:pt x="473" y="23"/>
                    <a:pt x="473" y="23"/>
                  </a:cubicBezTo>
                  <a:cubicBezTo>
                    <a:pt x="472" y="22"/>
                    <a:pt x="472" y="22"/>
                    <a:pt x="472" y="22"/>
                  </a:cubicBezTo>
                  <a:cubicBezTo>
                    <a:pt x="463" y="21"/>
                    <a:pt x="463" y="21"/>
                    <a:pt x="463" y="21"/>
                  </a:cubicBezTo>
                  <a:cubicBezTo>
                    <a:pt x="446" y="28"/>
                    <a:pt x="446" y="28"/>
                    <a:pt x="446" y="28"/>
                  </a:cubicBezTo>
                  <a:cubicBezTo>
                    <a:pt x="446" y="28"/>
                    <a:pt x="445" y="29"/>
                    <a:pt x="445" y="29"/>
                  </a:cubicBezTo>
                  <a:cubicBezTo>
                    <a:pt x="444" y="30"/>
                    <a:pt x="444" y="30"/>
                    <a:pt x="444" y="31"/>
                  </a:cubicBezTo>
                  <a:cubicBezTo>
                    <a:pt x="444" y="32"/>
                    <a:pt x="444" y="32"/>
                    <a:pt x="444" y="32"/>
                  </a:cubicBezTo>
                  <a:cubicBezTo>
                    <a:pt x="443" y="32"/>
                    <a:pt x="443" y="32"/>
                    <a:pt x="443" y="32"/>
                  </a:cubicBezTo>
                  <a:cubicBezTo>
                    <a:pt x="444" y="21"/>
                    <a:pt x="444" y="21"/>
                    <a:pt x="444" y="21"/>
                  </a:cubicBezTo>
                  <a:cubicBezTo>
                    <a:pt x="445" y="21"/>
                    <a:pt x="445" y="21"/>
                    <a:pt x="445" y="21"/>
                  </a:cubicBezTo>
                  <a:cubicBezTo>
                    <a:pt x="445" y="22"/>
                    <a:pt x="445" y="22"/>
                    <a:pt x="445" y="22"/>
                  </a:cubicBezTo>
                  <a:cubicBezTo>
                    <a:pt x="445" y="23"/>
                    <a:pt x="445" y="24"/>
                    <a:pt x="445" y="24"/>
                  </a:cubicBezTo>
                  <a:cubicBezTo>
                    <a:pt x="446" y="24"/>
                    <a:pt x="446" y="24"/>
                    <a:pt x="447" y="24"/>
                  </a:cubicBezTo>
                  <a:cubicBezTo>
                    <a:pt x="460" y="18"/>
                    <a:pt x="460" y="18"/>
                    <a:pt x="460" y="18"/>
                  </a:cubicBezTo>
                  <a:cubicBezTo>
                    <a:pt x="461" y="18"/>
                    <a:pt x="461" y="18"/>
                    <a:pt x="461" y="18"/>
                  </a:cubicBezTo>
                  <a:cubicBezTo>
                    <a:pt x="448" y="10"/>
                    <a:pt x="448" y="10"/>
                    <a:pt x="448" y="10"/>
                  </a:cubicBezTo>
                  <a:close/>
                  <a:moveTo>
                    <a:pt x="470" y="48"/>
                  </a:moveTo>
                  <a:cubicBezTo>
                    <a:pt x="466" y="61"/>
                    <a:pt x="466" y="61"/>
                    <a:pt x="466" y="61"/>
                  </a:cubicBezTo>
                  <a:cubicBezTo>
                    <a:pt x="465" y="61"/>
                    <a:pt x="465" y="61"/>
                    <a:pt x="465" y="61"/>
                  </a:cubicBezTo>
                  <a:cubicBezTo>
                    <a:pt x="466" y="59"/>
                    <a:pt x="466" y="59"/>
                    <a:pt x="466" y="59"/>
                  </a:cubicBezTo>
                  <a:cubicBezTo>
                    <a:pt x="466" y="58"/>
                    <a:pt x="466" y="57"/>
                    <a:pt x="466" y="57"/>
                  </a:cubicBezTo>
                  <a:cubicBezTo>
                    <a:pt x="466" y="56"/>
                    <a:pt x="465" y="56"/>
                    <a:pt x="465" y="56"/>
                  </a:cubicBezTo>
                  <a:cubicBezTo>
                    <a:pt x="441" y="49"/>
                    <a:pt x="441" y="49"/>
                    <a:pt x="441" y="49"/>
                  </a:cubicBezTo>
                  <a:cubicBezTo>
                    <a:pt x="440" y="49"/>
                    <a:pt x="440" y="49"/>
                    <a:pt x="439" y="49"/>
                  </a:cubicBezTo>
                  <a:cubicBezTo>
                    <a:pt x="439" y="49"/>
                    <a:pt x="439" y="50"/>
                    <a:pt x="439" y="51"/>
                  </a:cubicBezTo>
                  <a:cubicBezTo>
                    <a:pt x="438" y="53"/>
                    <a:pt x="438" y="55"/>
                    <a:pt x="438" y="56"/>
                  </a:cubicBezTo>
                  <a:cubicBezTo>
                    <a:pt x="439" y="57"/>
                    <a:pt x="440" y="58"/>
                    <a:pt x="442" y="60"/>
                  </a:cubicBezTo>
                  <a:cubicBezTo>
                    <a:pt x="441" y="62"/>
                    <a:pt x="441" y="62"/>
                    <a:pt x="441" y="62"/>
                  </a:cubicBezTo>
                  <a:cubicBezTo>
                    <a:pt x="435" y="58"/>
                    <a:pt x="435" y="58"/>
                    <a:pt x="435" y="58"/>
                  </a:cubicBezTo>
                  <a:cubicBezTo>
                    <a:pt x="442" y="35"/>
                    <a:pt x="442" y="35"/>
                    <a:pt x="442" y="35"/>
                  </a:cubicBezTo>
                  <a:cubicBezTo>
                    <a:pt x="449" y="35"/>
                    <a:pt x="449" y="35"/>
                    <a:pt x="449" y="35"/>
                  </a:cubicBezTo>
                  <a:cubicBezTo>
                    <a:pt x="449" y="36"/>
                    <a:pt x="449" y="36"/>
                    <a:pt x="449" y="36"/>
                  </a:cubicBezTo>
                  <a:cubicBezTo>
                    <a:pt x="446" y="37"/>
                    <a:pt x="444" y="37"/>
                    <a:pt x="444" y="38"/>
                  </a:cubicBezTo>
                  <a:cubicBezTo>
                    <a:pt x="443" y="38"/>
                    <a:pt x="442" y="40"/>
                    <a:pt x="441" y="42"/>
                  </a:cubicBezTo>
                  <a:cubicBezTo>
                    <a:pt x="441" y="44"/>
                    <a:pt x="441" y="44"/>
                    <a:pt x="441" y="45"/>
                  </a:cubicBezTo>
                  <a:cubicBezTo>
                    <a:pt x="441" y="45"/>
                    <a:pt x="441" y="45"/>
                    <a:pt x="442" y="45"/>
                  </a:cubicBezTo>
                  <a:cubicBezTo>
                    <a:pt x="466" y="52"/>
                    <a:pt x="466" y="52"/>
                    <a:pt x="466" y="52"/>
                  </a:cubicBezTo>
                  <a:cubicBezTo>
                    <a:pt x="466" y="52"/>
                    <a:pt x="467" y="52"/>
                    <a:pt x="467" y="52"/>
                  </a:cubicBezTo>
                  <a:cubicBezTo>
                    <a:pt x="467" y="51"/>
                    <a:pt x="468" y="51"/>
                    <a:pt x="468" y="50"/>
                  </a:cubicBezTo>
                  <a:cubicBezTo>
                    <a:pt x="469" y="48"/>
                    <a:pt x="469" y="48"/>
                    <a:pt x="469" y="48"/>
                  </a:cubicBezTo>
                  <a:cubicBezTo>
                    <a:pt x="470" y="48"/>
                    <a:pt x="470" y="48"/>
                    <a:pt x="470" y="48"/>
                  </a:cubicBezTo>
                  <a:close/>
                  <a:moveTo>
                    <a:pt x="427" y="81"/>
                  </a:moveTo>
                  <a:cubicBezTo>
                    <a:pt x="429" y="76"/>
                    <a:pt x="429" y="76"/>
                    <a:pt x="429" y="76"/>
                  </a:cubicBezTo>
                  <a:cubicBezTo>
                    <a:pt x="429" y="75"/>
                    <a:pt x="430" y="74"/>
                    <a:pt x="430" y="74"/>
                  </a:cubicBezTo>
                  <a:cubicBezTo>
                    <a:pt x="430" y="74"/>
                    <a:pt x="431" y="74"/>
                    <a:pt x="431" y="74"/>
                  </a:cubicBezTo>
                  <a:cubicBezTo>
                    <a:pt x="455" y="83"/>
                    <a:pt x="455" y="83"/>
                    <a:pt x="455" y="83"/>
                  </a:cubicBezTo>
                  <a:cubicBezTo>
                    <a:pt x="455" y="83"/>
                    <a:pt x="456" y="83"/>
                    <a:pt x="456" y="84"/>
                  </a:cubicBezTo>
                  <a:cubicBezTo>
                    <a:pt x="456" y="84"/>
                    <a:pt x="456" y="85"/>
                    <a:pt x="455" y="86"/>
                  </a:cubicBezTo>
                  <a:cubicBezTo>
                    <a:pt x="453" y="91"/>
                    <a:pt x="453" y="91"/>
                    <a:pt x="453" y="91"/>
                  </a:cubicBezTo>
                  <a:cubicBezTo>
                    <a:pt x="454" y="91"/>
                    <a:pt x="454" y="91"/>
                    <a:pt x="454" y="91"/>
                  </a:cubicBezTo>
                  <a:cubicBezTo>
                    <a:pt x="462" y="73"/>
                    <a:pt x="462" y="73"/>
                    <a:pt x="462" y="73"/>
                  </a:cubicBezTo>
                  <a:cubicBezTo>
                    <a:pt x="461" y="72"/>
                    <a:pt x="461" y="72"/>
                    <a:pt x="461" y="72"/>
                  </a:cubicBezTo>
                  <a:cubicBezTo>
                    <a:pt x="458" y="78"/>
                    <a:pt x="458" y="78"/>
                    <a:pt x="458" y="78"/>
                  </a:cubicBezTo>
                  <a:cubicBezTo>
                    <a:pt x="458" y="78"/>
                    <a:pt x="458" y="79"/>
                    <a:pt x="458" y="79"/>
                  </a:cubicBezTo>
                  <a:cubicBezTo>
                    <a:pt x="457" y="79"/>
                    <a:pt x="457" y="79"/>
                    <a:pt x="456" y="79"/>
                  </a:cubicBezTo>
                  <a:cubicBezTo>
                    <a:pt x="433" y="70"/>
                    <a:pt x="433" y="70"/>
                    <a:pt x="433" y="70"/>
                  </a:cubicBezTo>
                  <a:cubicBezTo>
                    <a:pt x="432" y="70"/>
                    <a:pt x="432" y="70"/>
                    <a:pt x="432" y="69"/>
                  </a:cubicBezTo>
                  <a:cubicBezTo>
                    <a:pt x="432" y="69"/>
                    <a:pt x="432" y="68"/>
                    <a:pt x="432" y="68"/>
                  </a:cubicBezTo>
                  <a:cubicBezTo>
                    <a:pt x="434" y="62"/>
                    <a:pt x="434" y="62"/>
                    <a:pt x="434" y="62"/>
                  </a:cubicBezTo>
                  <a:cubicBezTo>
                    <a:pt x="433" y="62"/>
                    <a:pt x="433" y="62"/>
                    <a:pt x="433" y="62"/>
                  </a:cubicBezTo>
                  <a:cubicBezTo>
                    <a:pt x="426" y="81"/>
                    <a:pt x="426" y="81"/>
                    <a:pt x="426" y="81"/>
                  </a:cubicBezTo>
                  <a:cubicBezTo>
                    <a:pt x="427" y="81"/>
                    <a:pt x="427" y="81"/>
                    <a:pt x="427" y="81"/>
                  </a:cubicBezTo>
                  <a:close/>
                  <a:moveTo>
                    <a:pt x="432" y="102"/>
                  </a:moveTo>
                  <a:cubicBezTo>
                    <a:pt x="428" y="105"/>
                    <a:pt x="426" y="107"/>
                    <a:pt x="424" y="108"/>
                  </a:cubicBezTo>
                  <a:cubicBezTo>
                    <a:pt x="422" y="109"/>
                    <a:pt x="420" y="109"/>
                    <a:pt x="418" y="108"/>
                  </a:cubicBezTo>
                  <a:cubicBezTo>
                    <a:pt x="417" y="107"/>
                    <a:pt x="416" y="106"/>
                    <a:pt x="416" y="103"/>
                  </a:cubicBezTo>
                  <a:cubicBezTo>
                    <a:pt x="415" y="100"/>
                    <a:pt x="416" y="97"/>
                    <a:pt x="418" y="94"/>
                  </a:cubicBezTo>
                  <a:cubicBezTo>
                    <a:pt x="419" y="93"/>
                    <a:pt x="420" y="91"/>
                    <a:pt x="421" y="90"/>
                  </a:cubicBezTo>
                  <a:cubicBezTo>
                    <a:pt x="422" y="89"/>
                    <a:pt x="422" y="88"/>
                    <a:pt x="423" y="88"/>
                  </a:cubicBezTo>
                  <a:cubicBezTo>
                    <a:pt x="423" y="87"/>
                    <a:pt x="423" y="87"/>
                    <a:pt x="423" y="86"/>
                  </a:cubicBezTo>
                  <a:cubicBezTo>
                    <a:pt x="423" y="86"/>
                    <a:pt x="423" y="85"/>
                    <a:pt x="423" y="85"/>
                  </a:cubicBezTo>
                  <a:cubicBezTo>
                    <a:pt x="430" y="87"/>
                    <a:pt x="430" y="87"/>
                    <a:pt x="430" y="87"/>
                  </a:cubicBezTo>
                  <a:cubicBezTo>
                    <a:pt x="429" y="89"/>
                    <a:pt x="429" y="89"/>
                    <a:pt x="429" y="89"/>
                  </a:cubicBezTo>
                  <a:cubicBezTo>
                    <a:pt x="427" y="89"/>
                    <a:pt x="424" y="89"/>
                    <a:pt x="423" y="90"/>
                  </a:cubicBezTo>
                  <a:cubicBezTo>
                    <a:pt x="421" y="91"/>
                    <a:pt x="420" y="93"/>
                    <a:pt x="419" y="95"/>
                  </a:cubicBezTo>
                  <a:cubicBezTo>
                    <a:pt x="417" y="98"/>
                    <a:pt x="417" y="100"/>
                    <a:pt x="417" y="102"/>
                  </a:cubicBezTo>
                  <a:cubicBezTo>
                    <a:pt x="418" y="103"/>
                    <a:pt x="418" y="104"/>
                    <a:pt x="420" y="105"/>
                  </a:cubicBezTo>
                  <a:cubicBezTo>
                    <a:pt x="421" y="106"/>
                    <a:pt x="422" y="106"/>
                    <a:pt x="423" y="105"/>
                  </a:cubicBezTo>
                  <a:cubicBezTo>
                    <a:pt x="424" y="105"/>
                    <a:pt x="427" y="103"/>
                    <a:pt x="431" y="99"/>
                  </a:cubicBezTo>
                  <a:cubicBezTo>
                    <a:pt x="434" y="96"/>
                    <a:pt x="436" y="94"/>
                    <a:pt x="438" y="93"/>
                  </a:cubicBezTo>
                  <a:cubicBezTo>
                    <a:pt x="440" y="93"/>
                    <a:pt x="442" y="93"/>
                    <a:pt x="444" y="94"/>
                  </a:cubicBezTo>
                  <a:cubicBezTo>
                    <a:pt x="446" y="95"/>
                    <a:pt x="447" y="96"/>
                    <a:pt x="447" y="99"/>
                  </a:cubicBezTo>
                  <a:cubicBezTo>
                    <a:pt x="448" y="102"/>
                    <a:pt x="447" y="105"/>
                    <a:pt x="445" y="108"/>
                  </a:cubicBezTo>
                  <a:cubicBezTo>
                    <a:pt x="444" y="110"/>
                    <a:pt x="443" y="111"/>
                    <a:pt x="442" y="112"/>
                  </a:cubicBezTo>
                  <a:cubicBezTo>
                    <a:pt x="441" y="113"/>
                    <a:pt x="441" y="114"/>
                    <a:pt x="440" y="115"/>
                  </a:cubicBezTo>
                  <a:cubicBezTo>
                    <a:pt x="440" y="115"/>
                    <a:pt x="440" y="116"/>
                    <a:pt x="440" y="116"/>
                  </a:cubicBezTo>
                  <a:cubicBezTo>
                    <a:pt x="440" y="117"/>
                    <a:pt x="440" y="118"/>
                    <a:pt x="440" y="118"/>
                  </a:cubicBezTo>
                  <a:cubicBezTo>
                    <a:pt x="431" y="116"/>
                    <a:pt x="431" y="116"/>
                    <a:pt x="431" y="116"/>
                  </a:cubicBezTo>
                  <a:cubicBezTo>
                    <a:pt x="432" y="114"/>
                    <a:pt x="432" y="114"/>
                    <a:pt x="432" y="114"/>
                  </a:cubicBezTo>
                  <a:cubicBezTo>
                    <a:pt x="435" y="115"/>
                    <a:pt x="437" y="114"/>
                    <a:pt x="439" y="113"/>
                  </a:cubicBezTo>
                  <a:cubicBezTo>
                    <a:pt x="441" y="112"/>
                    <a:pt x="443" y="110"/>
                    <a:pt x="444" y="108"/>
                  </a:cubicBezTo>
                  <a:cubicBezTo>
                    <a:pt x="446" y="105"/>
                    <a:pt x="446" y="103"/>
                    <a:pt x="446" y="101"/>
                  </a:cubicBezTo>
                  <a:cubicBezTo>
                    <a:pt x="445" y="99"/>
                    <a:pt x="444" y="98"/>
                    <a:pt x="442" y="97"/>
                  </a:cubicBezTo>
                  <a:cubicBezTo>
                    <a:pt x="441" y="96"/>
                    <a:pt x="440" y="96"/>
                    <a:pt x="438" y="97"/>
                  </a:cubicBezTo>
                  <a:cubicBezTo>
                    <a:pt x="436" y="98"/>
                    <a:pt x="434" y="100"/>
                    <a:pt x="432" y="102"/>
                  </a:cubicBezTo>
                  <a:close/>
                  <a:moveTo>
                    <a:pt x="411" y="129"/>
                  </a:moveTo>
                  <a:cubicBezTo>
                    <a:pt x="415" y="124"/>
                    <a:pt x="415" y="124"/>
                    <a:pt x="415" y="124"/>
                  </a:cubicBezTo>
                  <a:cubicBezTo>
                    <a:pt x="416" y="123"/>
                    <a:pt x="417" y="121"/>
                    <a:pt x="417" y="119"/>
                  </a:cubicBezTo>
                  <a:cubicBezTo>
                    <a:pt x="418" y="117"/>
                    <a:pt x="417" y="115"/>
                    <a:pt x="415" y="114"/>
                  </a:cubicBezTo>
                  <a:cubicBezTo>
                    <a:pt x="413" y="112"/>
                    <a:pt x="412" y="112"/>
                    <a:pt x="410" y="112"/>
                  </a:cubicBezTo>
                  <a:cubicBezTo>
                    <a:pt x="408" y="113"/>
                    <a:pt x="406" y="114"/>
                    <a:pt x="404" y="117"/>
                  </a:cubicBezTo>
                  <a:cubicBezTo>
                    <a:pt x="403" y="119"/>
                    <a:pt x="403" y="119"/>
                    <a:pt x="403" y="119"/>
                  </a:cubicBezTo>
                  <a:cubicBezTo>
                    <a:pt x="402" y="120"/>
                    <a:pt x="402" y="120"/>
                    <a:pt x="402" y="121"/>
                  </a:cubicBezTo>
                  <a:cubicBezTo>
                    <a:pt x="402" y="121"/>
                    <a:pt x="402" y="122"/>
                    <a:pt x="402" y="122"/>
                  </a:cubicBezTo>
                  <a:cubicBezTo>
                    <a:pt x="411" y="129"/>
                    <a:pt x="411" y="129"/>
                    <a:pt x="411" y="129"/>
                  </a:cubicBezTo>
                  <a:close/>
                  <a:moveTo>
                    <a:pt x="417" y="110"/>
                  </a:moveTo>
                  <a:cubicBezTo>
                    <a:pt x="416" y="108"/>
                    <a:pt x="414" y="108"/>
                    <a:pt x="411" y="109"/>
                  </a:cubicBezTo>
                  <a:cubicBezTo>
                    <a:pt x="409" y="110"/>
                    <a:pt x="407" y="112"/>
                    <a:pt x="404" y="115"/>
                  </a:cubicBezTo>
                  <a:cubicBezTo>
                    <a:pt x="396" y="126"/>
                    <a:pt x="396" y="126"/>
                    <a:pt x="396" y="126"/>
                  </a:cubicBezTo>
                  <a:cubicBezTo>
                    <a:pt x="396" y="127"/>
                    <a:pt x="396" y="127"/>
                    <a:pt x="396" y="127"/>
                  </a:cubicBezTo>
                  <a:cubicBezTo>
                    <a:pt x="397" y="126"/>
                    <a:pt x="397" y="126"/>
                    <a:pt x="397" y="126"/>
                  </a:cubicBezTo>
                  <a:cubicBezTo>
                    <a:pt x="398" y="125"/>
                    <a:pt x="398" y="125"/>
                    <a:pt x="399" y="125"/>
                  </a:cubicBezTo>
                  <a:cubicBezTo>
                    <a:pt x="399" y="125"/>
                    <a:pt x="399" y="125"/>
                    <a:pt x="400" y="125"/>
                  </a:cubicBezTo>
                  <a:cubicBezTo>
                    <a:pt x="420" y="141"/>
                    <a:pt x="420" y="141"/>
                    <a:pt x="420" y="141"/>
                  </a:cubicBezTo>
                  <a:cubicBezTo>
                    <a:pt x="420" y="141"/>
                    <a:pt x="420" y="141"/>
                    <a:pt x="420" y="142"/>
                  </a:cubicBezTo>
                  <a:cubicBezTo>
                    <a:pt x="420" y="142"/>
                    <a:pt x="420" y="143"/>
                    <a:pt x="419" y="143"/>
                  </a:cubicBezTo>
                  <a:cubicBezTo>
                    <a:pt x="419" y="144"/>
                    <a:pt x="419" y="144"/>
                    <a:pt x="419" y="144"/>
                  </a:cubicBezTo>
                  <a:cubicBezTo>
                    <a:pt x="419" y="145"/>
                    <a:pt x="419" y="145"/>
                    <a:pt x="419" y="145"/>
                  </a:cubicBezTo>
                  <a:cubicBezTo>
                    <a:pt x="427" y="136"/>
                    <a:pt x="427" y="136"/>
                    <a:pt x="427" y="136"/>
                  </a:cubicBezTo>
                  <a:cubicBezTo>
                    <a:pt x="426" y="135"/>
                    <a:pt x="426" y="135"/>
                    <a:pt x="426" y="135"/>
                  </a:cubicBezTo>
                  <a:cubicBezTo>
                    <a:pt x="425" y="136"/>
                    <a:pt x="425" y="136"/>
                    <a:pt x="425" y="136"/>
                  </a:cubicBezTo>
                  <a:cubicBezTo>
                    <a:pt x="424" y="137"/>
                    <a:pt x="424" y="137"/>
                    <a:pt x="423" y="137"/>
                  </a:cubicBezTo>
                  <a:cubicBezTo>
                    <a:pt x="423" y="138"/>
                    <a:pt x="423" y="138"/>
                    <a:pt x="422" y="137"/>
                  </a:cubicBezTo>
                  <a:cubicBezTo>
                    <a:pt x="412" y="130"/>
                    <a:pt x="412" y="130"/>
                    <a:pt x="412" y="130"/>
                  </a:cubicBezTo>
                  <a:cubicBezTo>
                    <a:pt x="415" y="125"/>
                    <a:pt x="415" y="125"/>
                    <a:pt x="415" y="125"/>
                  </a:cubicBezTo>
                  <a:cubicBezTo>
                    <a:pt x="433" y="128"/>
                    <a:pt x="433" y="128"/>
                    <a:pt x="433" y="128"/>
                  </a:cubicBezTo>
                  <a:cubicBezTo>
                    <a:pt x="437" y="122"/>
                    <a:pt x="437" y="122"/>
                    <a:pt x="437" y="122"/>
                  </a:cubicBezTo>
                  <a:cubicBezTo>
                    <a:pt x="436" y="122"/>
                    <a:pt x="436" y="122"/>
                    <a:pt x="436" y="122"/>
                  </a:cubicBezTo>
                  <a:cubicBezTo>
                    <a:pt x="435" y="123"/>
                    <a:pt x="435" y="123"/>
                    <a:pt x="435" y="123"/>
                  </a:cubicBezTo>
                  <a:cubicBezTo>
                    <a:pt x="435" y="123"/>
                    <a:pt x="435" y="123"/>
                    <a:pt x="434" y="124"/>
                  </a:cubicBezTo>
                  <a:cubicBezTo>
                    <a:pt x="434" y="124"/>
                    <a:pt x="433" y="124"/>
                    <a:pt x="433" y="124"/>
                  </a:cubicBezTo>
                  <a:cubicBezTo>
                    <a:pt x="418" y="122"/>
                    <a:pt x="418" y="122"/>
                    <a:pt x="418" y="122"/>
                  </a:cubicBezTo>
                  <a:cubicBezTo>
                    <a:pt x="419" y="120"/>
                    <a:pt x="420" y="118"/>
                    <a:pt x="420" y="115"/>
                  </a:cubicBezTo>
                  <a:cubicBezTo>
                    <a:pt x="420" y="113"/>
                    <a:pt x="419" y="111"/>
                    <a:pt x="417" y="110"/>
                  </a:cubicBezTo>
                  <a:close/>
                  <a:moveTo>
                    <a:pt x="376" y="148"/>
                  </a:moveTo>
                  <a:cubicBezTo>
                    <a:pt x="376" y="147"/>
                    <a:pt x="376" y="147"/>
                    <a:pt x="376" y="147"/>
                  </a:cubicBezTo>
                  <a:cubicBezTo>
                    <a:pt x="393" y="129"/>
                    <a:pt x="393" y="129"/>
                    <a:pt x="393" y="129"/>
                  </a:cubicBezTo>
                  <a:cubicBezTo>
                    <a:pt x="399" y="131"/>
                    <a:pt x="399" y="131"/>
                    <a:pt x="399" y="131"/>
                  </a:cubicBezTo>
                  <a:cubicBezTo>
                    <a:pt x="398" y="132"/>
                    <a:pt x="398" y="132"/>
                    <a:pt x="398" y="132"/>
                  </a:cubicBezTo>
                  <a:cubicBezTo>
                    <a:pt x="396" y="132"/>
                    <a:pt x="394" y="132"/>
                    <a:pt x="393" y="133"/>
                  </a:cubicBezTo>
                  <a:cubicBezTo>
                    <a:pt x="391" y="133"/>
                    <a:pt x="389" y="134"/>
                    <a:pt x="388" y="135"/>
                  </a:cubicBezTo>
                  <a:cubicBezTo>
                    <a:pt x="383" y="141"/>
                    <a:pt x="383" y="141"/>
                    <a:pt x="383" y="141"/>
                  </a:cubicBezTo>
                  <a:cubicBezTo>
                    <a:pt x="383" y="141"/>
                    <a:pt x="383" y="142"/>
                    <a:pt x="383" y="142"/>
                  </a:cubicBezTo>
                  <a:cubicBezTo>
                    <a:pt x="382" y="143"/>
                    <a:pt x="382" y="143"/>
                    <a:pt x="383" y="143"/>
                  </a:cubicBezTo>
                  <a:cubicBezTo>
                    <a:pt x="391" y="151"/>
                    <a:pt x="391" y="151"/>
                    <a:pt x="391" y="151"/>
                  </a:cubicBezTo>
                  <a:cubicBezTo>
                    <a:pt x="396" y="145"/>
                    <a:pt x="396" y="145"/>
                    <a:pt x="396" y="145"/>
                  </a:cubicBezTo>
                  <a:cubicBezTo>
                    <a:pt x="397" y="144"/>
                    <a:pt x="398" y="143"/>
                    <a:pt x="398" y="142"/>
                  </a:cubicBezTo>
                  <a:cubicBezTo>
                    <a:pt x="398" y="141"/>
                    <a:pt x="397" y="140"/>
                    <a:pt x="397" y="139"/>
                  </a:cubicBezTo>
                  <a:cubicBezTo>
                    <a:pt x="396" y="139"/>
                    <a:pt x="396" y="139"/>
                    <a:pt x="396" y="139"/>
                  </a:cubicBezTo>
                  <a:cubicBezTo>
                    <a:pt x="397" y="138"/>
                    <a:pt x="397" y="138"/>
                    <a:pt x="397" y="138"/>
                  </a:cubicBezTo>
                  <a:cubicBezTo>
                    <a:pt x="404" y="145"/>
                    <a:pt x="404" y="145"/>
                    <a:pt x="404" y="145"/>
                  </a:cubicBezTo>
                  <a:cubicBezTo>
                    <a:pt x="403" y="146"/>
                    <a:pt x="403" y="146"/>
                    <a:pt x="403" y="146"/>
                  </a:cubicBezTo>
                  <a:cubicBezTo>
                    <a:pt x="403" y="145"/>
                    <a:pt x="403" y="145"/>
                    <a:pt x="403" y="145"/>
                  </a:cubicBezTo>
                  <a:cubicBezTo>
                    <a:pt x="402" y="144"/>
                    <a:pt x="401" y="144"/>
                    <a:pt x="400" y="144"/>
                  </a:cubicBezTo>
                  <a:cubicBezTo>
                    <a:pt x="399" y="144"/>
                    <a:pt x="398" y="145"/>
                    <a:pt x="397" y="146"/>
                  </a:cubicBezTo>
                  <a:cubicBezTo>
                    <a:pt x="392" y="151"/>
                    <a:pt x="392" y="151"/>
                    <a:pt x="392" y="151"/>
                  </a:cubicBezTo>
                  <a:cubicBezTo>
                    <a:pt x="401" y="160"/>
                    <a:pt x="401" y="160"/>
                    <a:pt x="401" y="160"/>
                  </a:cubicBezTo>
                  <a:cubicBezTo>
                    <a:pt x="402" y="161"/>
                    <a:pt x="402" y="161"/>
                    <a:pt x="403" y="161"/>
                  </a:cubicBezTo>
                  <a:cubicBezTo>
                    <a:pt x="403" y="161"/>
                    <a:pt x="403" y="160"/>
                    <a:pt x="404" y="160"/>
                  </a:cubicBezTo>
                  <a:cubicBezTo>
                    <a:pt x="408" y="155"/>
                    <a:pt x="408" y="155"/>
                    <a:pt x="408" y="155"/>
                  </a:cubicBezTo>
                  <a:cubicBezTo>
                    <a:pt x="410" y="153"/>
                    <a:pt x="411" y="151"/>
                    <a:pt x="412" y="149"/>
                  </a:cubicBezTo>
                  <a:cubicBezTo>
                    <a:pt x="412" y="147"/>
                    <a:pt x="412" y="145"/>
                    <a:pt x="411" y="143"/>
                  </a:cubicBezTo>
                  <a:cubicBezTo>
                    <a:pt x="412" y="142"/>
                    <a:pt x="412" y="142"/>
                    <a:pt x="412" y="142"/>
                  </a:cubicBezTo>
                  <a:cubicBezTo>
                    <a:pt x="415" y="149"/>
                    <a:pt x="415" y="149"/>
                    <a:pt x="415" y="149"/>
                  </a:cubicBezTo>
                  <a:cubicBezTo>
                    <a:pt x="398" y="168"/>
                    <a:pt x="398" y="168"/>
                    <a:pt x="398" y="168"/>
                  </a:cubicBezTo>
                  <a:cubicBezTo>
                    <a:pt x="397" y="167"/>
                    <a:pt x="397" y="167"/>
                    <a:pt x="397" y="167"/>
                  </a:cubicBezTo>
                  <a:cubicBezTo>
                    <a:pt x="398" y="166"/>
                    <a:pt x="398" y="166"/>
                    <a:pt x="398" y="166"/>
                  </a:cubicBezTo>
                  <a:cubicBezTo>
                    <a:pt x="399" y="165"/>
                    <a:pt x="399" y="165"/>
                    <a:pt x="399" y="165"/>
                  </a:cubicBezTo>
                  <a:cubicBezTo>
                    <a:pt x="399" y="164"/>
                    <a:pt x="399" y="164"/>
                    <a:pt x="399" y="163"/>
                  </a:cubicBezTo>
                  <a:cubicBezTo>
                    <a:pt x="380" y="146"/>
                    <a:pt x="380" y="146"/>
                    <a:pt x="380" y="146"/>
                  </a:cubicBezTo>
                  <a:cubicBezTo>
                    <a:pt x="380" y="146"/>
                    <a:pt x="379" y="146"/>
                    <a:pt x="379" y="146"/>
                  </a:cubicBezTo>
                  <a:cubicBezTo>
                    <a:pt x="379" y="146"/>
                    <a:pt x="378" y="146"/>
                    <a:pt x="377" y="147"/>
                  </a:cubicBezTo>
                  <a:cubicBezTo>
                    <a:pt x="376" y="148"/>
                    <a:pt x="376" y="148"/>
                    <a:pt x="376" y="148"/>
                  </a:cubicBezTo>
                  <a:close/>
                  <a:moveTo>
                    <a:pt x="370" y="152"/>
                  </a:moveTo>
                  <a:cubicBezTo>
                    <a:pt x="371" y="151"/>
                    <a:pt x="371" y="151"/>
                    <a:pt x="371" y="151"/>
                  </a:cubicBezTo>
                  <a:cubicBezTo>
                    <a:pt x="372" y="151"/>
                    <a:pt x="372" y="151"/>
                    <a:pt x="373" y="151"/>
                  </a:cubicBezTo>
                  <a:cubicBezTo>
                    <a:pt x="373" y="151"/>
                    <a:pt x="374" y="151"/>
                    <a:pt x="374" y="152"/>
                  </a:cubicBezTo>
                  <a:cubicBezTo>
                    <a:pt x="380" y="172"/>
                    <a:pt x="380" y="172"/>
                    <a:pt x="380" y="172"/>
                  </a:cubicBezTo>
                  <a:cubicBezTo>
                    <a:pt x="380" y="173"/>
                    <a:pt x="380" y="173"/>
                    <a:pt x="380" y="173"/>
                  </a:cubicBezTo>
                  <a:cubicBezTo>
                    <a:pt x="362" y="161"/>
                    <a:pt x="362" y="161"/>
                    <a:pt x="362" y="161"/>
                  </a:cubicBezTo>
                  <a:cubicBezTo>
                    <a:pt x="361" y="161"/>
                    <a:pt x="361" y="161"/>
                    <a:pt x="361" y="160"/>
                  </a:cubicBezTo>
                  <a:cubicBezTo>
                    <a:pt x="361" y="160"/>
                    <a:pt x="361" y="159"/>
                    <a:pt x="362" y="159"/>
                  </a:cubicBezTo>
                  <a:cubicBezTo>
                    <a:pt x="363" y="158"/>
                    <a:pt x="363" y="158"/>
                    <a:pt x="363" y="158"/>
                  </a:cubicBezTo>
                  <a:cubicBezTo>
                    <a:pt x="362" y="157"/>
                    <a:pt x="362" y="157"/>
                    <a:pt x="362" y="157"/>
                  </a:cubicBezTo>
                  <a:cubicBezTo>
                    <a:pt x="354" y="164"/>
                    <a:pt x="354" y="164"/>
                    <a:pt x="354" y="164"/>
                  </a:cubicBezTo>
                  <a:cubicBezTo>
                    <a:pt x="354" y="165"/>
                    <a:pt x="354" y="165"/>
                    <a:pt x="354" y="165"/>
                  </a:cubicBezTo>
                  <a:cubicBezTo>
                    <a:pt x="355" y="164"/>
                    <a:pt x="355" y="164"/>
                    <a:pt x="355" y="164"/>
                  </a:cubicBezTo>
                  <a:cubicBezTo>
                    <a:pt x="356" y="163"/>
                    <a:pt x="357" y="163"/>
                    <a:pt x="357" y="163"/>
                  </a:cubicBezTo>
                  <a:cubicBezTo>
                    <a:pt x="358" y="163"/>
                    <a:pt x="358" y="164"/>
                    <a:pt x="359" y="164"/>
                  </a:cubicBezTo>
                  <a:cubicBezTo>
                    <a:pt x="383" y="179"/>
                    <a:pt x="383" y="179"/>
                    <a:pt x="383" y="179"/>
                  </a:cubicBezTo>
                  <a:cubicBezTo>
                    <a:pt x="384" y="178"/>
                    <a:pt x="384" y="178"/>
                    <a:pt x="384" y="178"/>
                  </a:cubicBezTo>
                  <a:cubicBezTo>
                    <a:pt x="375" y="151"/>
                    <a:pt x="375" y="151"/>
                    <a:pt x="375" y="151"/>
                  </a:cubicBezTo>
                  <a:cubicBezTo>
                    <a:pt x="375" y="150"/>
                    <a:pt x="375" y="149"/>
                    <a:pt x="375" y="148"/>
                  </a:cubicBezTo>
                  <a:cubicBezTo>
                    <a:pt x="376" y="148"/>
                    <a:pt x="376" y="147"/>
                    <a:pt x="376" y="147"/>
                  </a:cubicBezTo>
                  <a:cubicBezTo>
                    <a:pt x="377" y="146"/>
                    <a:pt x="377" y="146"/>
                    <a:pt x="377" y="146"/>
                  </a:cubicBezTo>
                  <a:cubicBezTo>
                    <a:pt x="377" y="145"/>
                    <a:pt x="377" y="145"/>
                    <a:pt x="377" y="145"/>
                  </a:cubicBezTo>
                  <a:cubicBezTo>
                    <a:pt x="369" y="151"/>
                    <a:pt x="369" y="151"/>
                    <a:pt x="369" y="151"/>
                  </a:cubicBezTo>
                  <a:cubicBezTo>
                    <a:pt x="370" y="152"/>
                    <a:pt x="370" y="152"/>
                    <a:pt x="370" y="152"/>
                  </a:cubicBezTo>
                  <a:close/>
                  <a:moveTo>
                    <a:pt x="335" y="176"/>
                  </a:moveTo>
                  <a:cubicBezTo>
                    <a:pt x="335" y="175"/>
                    <a:pt x="335" y="175"/>
                    <a:pt x="335" y="175"/>
                  </a:cubicBezTo>
                  <a:cubicBezTo>
                    <a:pt x="352" y="165"/>
                    <a:pt x="352" y="165"/>
                    <a:pt x="352" y="165"/>
                  </a:cubicBezTo>
                  <a:cubicBezTo>
                    <a:pt x="353" y="166"/>
                    <a:pt x="353" y="166"/>
                    <a:pt x="353" y="166"/>
                  </a:cubicBezTo>
                  <a:cubicBezTo>
                    <a:pt x="348" y="168"/>
                    <a:pt x="348" y="168"/>
                    <a:pt x="348" y="168"/>
                  </a:cubicBezTo>
                  <a:cubicBezTo>
                    <a:pt x="347" y="169"/>
                    <a:pt x="347" y="169"/>
                    <a:pt x="346" y="170"/>
                  </a:cubicBezTo>
                  <a:cubicBezTo>
                    <a:pt x="346" y="170"/>
                    <a:pt x="346" y="170"/>
                    <a:pt x="346" y="171"/>
                  </a:cubicBezTo>
                  <a:cubicBezTo>
                    <a:pt x="359" y="193"/>
                    <a:pt x="359" y="193"/>
                    <a:pt x="359" y="193"/>
                  </a:cubicBezTo>
                  <a:cubicBezTo>
                    <a:pt x="359" y="193"/>
                    <a:pt x="360" y="193"/>
                    <a:pt x="360" y="193"/>
                  </a:cubicBezTo>
                  <a:cubicBezTo>
                    <a:pt x="361" y="193"/>
                    <a:pt x="361" y="193"/>
                    <a:pt x="362" y="193"/>
                  </a:cubicBezTo>
                  <a:cubicBezTo>
                    <a:pt x="367" y="190"/>
                    <a:pt x="367" y="190"/>
                    <a:pt x="367" y="190"/>
                  </a:cubicBezTo>
                  <a:cubicBezTo>
                    <a:pt x="367" y="191"/>
                    <a:pt x="367" y="191"/>
                    <a:pt x="367" y="191"/>
                  </a:cubicBezTo>
                  <a:cubicBezTo>
                    <a:pt x="350" y="201"/>
                    <a:pt x="350" y="201"/>
                    <a:pt x="350" y="201"/>
                  </a:cubicBezTo>
                  <a:cubicBezTo>
                    <a:pt x="349" y="200"/>
                    <a:pt x="349" y="200"/>
                    <a:pt x="349" y="200"/>
                  </a:cubicBezTo>
                  <a:cubicBezTo>
                    <a:pt x="354" y="197"/>
                    <a:pt x="354" y="197"/>
                    <a:pt x="354" y="197"/>
                  </a:cubicBezTo>
                  <a:cubicBezTo>
                    <a:pt x="355" y="197"/>
                    <a:pt x="355" y="196"/>
                    <a:pt x="356" y="196"/>
                  </a:cubicBezTo>
                  <a:cubicBezTo>
                    <a:pt x="356" y="195"/>
                    <a:pt x="356" y="195"/>
                    <a:pt x="356" y="195"/>
                  </a:cubicBezTo>
                  <a:cubicBezTo>
                    <a:pt x="343" y="173"/>
                    <a:pt x="343" y="173"/>
                    <a:pt x="343" y="173"/>
                  </a:cubicBezTo>
                  <a:cubicBezTo>
                    <a:pt x="343" y="172"/>
                    <a:pt x="342" y="172"/>
                    <a:pt x="342" y="172"/>
                  </a:cubicBezTo>
                  <a:cubicBezTo>
                    <a:pt x="342" y="172"/>
                    <a:pt x="341" y="172"/>
                    <a:pt x="340" y="173"/>
                  </a:cubicBezTo>
                  <a:cubicBezTo>
                    <a:pt x="335" y="176"/>
                    <a:pt x="335" y="176"/>
                    <a:pt x="335" y="176"/>
                  </a:cubicBezTo>
                  <a:close/>
                  <a:moveTo>
                    <a:pt x="336" y="199"/>
                  </a:moveTo>
                  <a:cubicBezTo>
                    <a:pt x="312" y="184"/>
                    <a:pt x="312" y="184"/>
                    <a:pt x="312" y="184"/>
                  </a:cubicBezTo>
                  <a:cubicBezTo>
                    <a:pt x="304" y="187"/>
                    <a:pt x="304" y="187"/>
                    <a:pt x="304" y="187"/>
                  </a:cubicBezTo>
                  <a:cubicBezTo>
                    <a:pt x="305" y="188"/>
                    <a:pt x="305" y="188"/>
                    <a:pt x="305" y="188"/>
                  </a:cubicBezTo>
                  <a:cubicBezTo>
                    <a:pt x="306" y="188"/>
                    <a:pt x="306" y="188"/>
                    <a:pt x="306" y="188"/>
                  </a:cubicBezTo>
                  <a:cubicBezTo>
                    <a:pt x="307" y="187"/>
                    <a:pt x="308" y="187"/>
                    <a:pt x="308" y="187"/>
                  </a:cubicBezTo>
                  <a:cubicBezTo>
                    <a:pt x="309" y="187"/>
                    <a:pt x="309" y="188"/>
                    <a:pt x="309" y="188"/>
                  </a:cubicBezTo>
                  <a:cubicBezTo>
                    <a:pt x="319" y="211"/>
                    <a:pt x="319" y="211"/>
                    <a:pt x="319" y="211"/>
                  </a:cubicBezTo>
                  <a:cubicBezTo>
                    <a:pt x="319" y="212"/>
                    <a:pt x="319" y="212"/>
                    <a:pt x="319" y="213"/>
                  </a:cubicBezTo>
                  <a:cubicBezTo>
                    <a:pt x="319" y="213"/>
                    <a:pt x="318" y="213"/>
                    <a:pt x="317" y="214"/>
                  </a:cubicBezTo>
                  <a:cubicBezTo>
                    <a:pt x="315" y="214"/>
                    <a:pt x="315" y="214"/>
                    <a:pt x="315" y="214"/>
                  </a:cubicBezTo>
                  <a:cubicBezTo>
                    <a:pt x="316" y="215"/>
                    <a:pt x="316" y="215"/>
                    <a:pt x="316" y="215"/>
                  </a:cubicBezTo>
                  <a:cubicBezTo>
                    <a:pt x="325" y="212"/>
                    <a:pt x="325" y="212"/>
                    <a:pt x="325" y="212"/>
                  </a:cubicBezTo>
                  <a:cubicBezTo>
                    <a:pt x="325" y="211"/>
                    <a:pt x="325" y="211"/>
                    <a:pt x="325" y="211"/>
                  </a:cubicBezTo>
                  <a:cubicBezTo>
                    <a:pt x="323" y="211"/>
                    <a:pt x="323" y="211"/>
                    <a:pt x="323" y="211"/>
                  </a:cubicBezTo>
                  <a:cubicBezTo>
                    <a:pt x="322" y="212"/>
                    <a:pt x="322" y="212"/>
                    <a:pt x="321" y="212"/>
                  </a:cubicBezTo>
                  <a:cubicBezTo>
                    <a:pt x="321" y="212"/>
                    <a:pt x="320" y="211"/>
                    <a:pt x="320" y="211"/>
                  </a:cubicBezTo>
                  <a:cubicBezTo>
                    <a:pt x="311" y="189"/>
                    <a:pt x="311" y="189"/>
                    <a:pt x="311" y="189"/>
                  </a:cubicBezTo>
                  <a:cubicBezTo>
                    <a:pt x="312" y="189"/>
                    <a:pt x="312" y="189"/>
                    <a:pt x="312" y="189"/>
                  </a:cubicBezTo>
                  <a:cubicBezTo>
                    <a:pt x="340" y="206"/>
                    <a:pt x="340" y="206"/>
                    <a:pt x="340" y="206"/>
                  </a:cubicBezTo>
                  <a:cubicBezTo>
                    <a:pt x="339" y="206"/>
                    <a:pt x="339" y="206"/>
                    <a:pt x="339" y="206"/>
                  </a:cubicBezTo>
                  <a:cubicBezTo>
                    <a:pt x="341" y="205"/>
                    <a:pt x="341" y="205"/>
                    <a:pt x="341" y="205"/>
                  </a:cubicBezTo>
                  <a:cubicBezTo>
                    <a:pt x="330" y="180"/>
                    <a:pt x="330" y="180"/>
                    <a:pt x="330" y="180"/>
                  </a:cubicBezTo>
                  <a:cubicBezTo>
                    <a:pt x="330" y="179"/>
                    <a:pt x="330" y="179"/>
                    <a:pt x="331" y="178"/>
                  </a:cubicBezTo>
                  <a:cubicBezTo>
                    <a:pt x="331" y="178"/>
                    <a:pt x="331" y="178"/>
                    <a:pt x="332" y="177"/>
                  </a:cubicBezTo>
                  <a:cubicBezTo>
                    <a:pt x="334" y="177"/>
                    <a:pt x="334" y="177"/>
                    <a:pt x="334" y="177"/>
                  </a:cubicBezTo>
                  <a:cubicBezTo>
                    <a:pt x="333" y="176"/>
                    <a:pt x="333" y="176"/>
                    <a:pt x="333" y="176"/>
                  </a:cubicBezTo>
                  <a:cubicBezTo>
                    <a:pt x="324" y="179"/>
                    <a:pt x="324" y="179"/>
                    <a:pt x="324" y="179"/>
                  </a:cubicBezTo>
                  <a:cubicBezTo>
                    <a:pt x="325" y="180"/>
                    <a:pt x="325" y="180"/>
                    <a:pt x="325" y="180"/>
                  </a:cubicBezTo>
                  <a:cubicBezTo>
                    <a:pt x="326" y="180"/>
                    <a:pt x="326" y="180"/>
                    <a:pt x="326" y="180"/>
                  </a:cubicBezTo>
                  <a:cubicBezTo>
                    <a:pt x="327" y="179"/>
                    <a:pt x="328" y="179"/>
                    <a:pt x="328" y="179"/>
                  </a:cubicBezTo>
                  <a:cubicBezTo>
                    <a:pt x="329" y="179"/>
                    <a:pt x="329" y="180"/>
                    <a:pt x="329" y="180"/>
                  </a:cubicBezTo>
                  <a:cubicBezTo>
                    <a:pt x="337" y="199"/>
                    <a:pt x="337" y="199"/>
                    <a:pt x="337" y="199"/>
                  </a:cubicBezTo>
                  <a:cubicBezTo>
                    <a:pt x="336" y="199"/>
                    <a:pt x="336" y="199"/>
                    <a:pt x="336" y="199"/>
                  </a:cubicBezTo>
                  <a:close/>
                  <a:moveTo>
                    <a:pt x="301" y="219"/>
                  </a:moveTo>
                  <a:cubicBezTo>
                    <a:pt x="303" y="218"/>
                    <a:pt x="305" y="217"/>
                    <a:pt x="307" y="215"/>
                  </a:cubicBezTo>
                  <a:cubicBezTo>
                    <a:pt x="308" y="213"/>
                    <a:pt x="308" y="212"/>
                    <a:pt x="308" y="210"/>
                  </a:cubicBezTo>
                  <a:cubicBezTo>
                    <a:pt x="302" y="190"/>
                    <a:pt x="302" y="190"/>
                    <a:pt x="302" y="190"/>
                  </a:cubicBezTo>
                  <a:cubicBezTo>
                    <a:pt x="302" y="190"/>
                    <a:pt x="302" y="190"/>
                    <a:pt x="301" y="190"/>
                  </a:cubicBezTo>
                  <a:cubicBezTo>
                    <a:pt x="301" y="189"/>
                    <a:pt x="300" y="189"/>
                    <a:pt x="300" y="190"/>
                  </a:cubicBezTo>
                  <a:cubicBezTo>
                    <a:pt x="298" y="190"/>
                    <a:pt x="298" y="190"/>
                    <a:pt x="298" y="190"/>
                  </a:cubicBezTo>
                  <a:cubicBezTo>
                    <a:pt x="298" y="189"/>
                    <a:pt x="298" y="189"/>
                    <a:pt x="298" y="189"/>
                  </a:cubicBezTo>
                  <a:cubicBezTo>
                    <a:pt x="307" y="187"/>
                    <a:pt x="307" y="187"/>
                    <a:pt x="307" y="187"/>
                  </a:cubicBezTo>
                  <a:cubicBezTo>
                    <a:pt x="307" y="188"/>
                    <a:pt x="307" y="188"/>
                    <a:pt x="307" y="188"/>
                  </a:cubicBezTo>
                  <a:cubicBezTo>
                    <a:pt x="306" y="188"/>
                    <a:pt x="306" y="188"/>
                    <a:pt x="306" y="188"/>
                  </a:cubicBezTo>
                  <a:cubicBezTo>
                    <a:pt x="305" y="188"/>
                    <a:pt x="304" y="189"/>
                    <a:pt x="304" y="189"/>
                  </a:cubicBezTo>
                  <a:cubicBezTo>
                    <a:pt x="304" y="189"/>
                    <a:pt x="304" y="190"/>
                    <a:pt x="304" y="190"/>
                  </a:cubicBezTo>
                  <a:cubicBezTo>
                    <a:pt x="309" y="210"/>
                    <a:pt x="309" y="210"/>
                    <a:pt x="309" y="210"/>
                  </a:cubicBezTo>
                  <a:cubicBezTo>
                    <a:pt x="310" y="212"/>
                    <a:pt x="309" y="214"/>
                    <a:pt x="308" y="216"/>
                  </a:cubicBezTo>
                  <a:cubicBezTo>
                    <a:pt x="306" y="218"/>
                    <a:pt x="304" y="219"/>
                    <a:pt x="301" y="220"/>
                  </a:cubicBezTo>
                  <a:cubicBezTo>
                    <a:pt x="298" y="221"/>
                    <a:pt x="295" y="221"/>
                    <a:pt x="293" y="221"/>
                  </a:cubicBezTo>
                  <a:cubicBezTo>
                    <a:pt x="290" y="220"/>
                    <a:pt x="289" y="219"/>
                    <a:pt x="288" y="216"/>
                  </a:cubicBezTo>
                  <a:cubicBezTo>
                    <a:pt x="282" y="196"/>
                    <a:pt x="282" y="196"/>
                    <a:pt x="282" y="196"/>
                  </a:cubicBezTo>
                  <a:cubicBezTo>
                    <a:pt x="282" y="196"/>
                    <a:pt x="282" y="195"/>
                    <a:pt x="281" y="195"/>
                  </a:cubicBezTo>
                  <a:cubicBezTo>
                    <a:pt x="281" y="195"/>
                    <a:pt x="280" y="195"/>
                    <a:pt x="280" y="195"/>
                  </a:cubicBezTo>
                  <a:cubicBezTo>
                    <a:pt x="278" y="196"/>
                    <a:pt x="278" y="196"/>
                    <a:pt x="278" y="196"/>
                  </a:cubicBezTo>
                  <a:cubicBezTo>
                    <a:pt x="278" y="195"/>
                    <a:pt x="278" y="195"/>
                    <a:pt x="278" y="195"/>
                  </a:cubicBezTo>
                  <a:cubicBezTo>
                    <a:pt x="289" y="192"/>
                    <a:pt x="289" y="192"/>
                    <a:pt x="289" y="192"/>
                  </a:cubicBezTo>
                  <a:cubicBezTo>
                    <a:pt x="289" y="193"/>
                    <a:pt x="289" y="193"/>
                    <a:pt x="289" y="193"/>
                  </a:cubicBezTo>
                  <a:cubicBezTo>
                    <a:pt x="288" y="193"/>
                    <a:pt x="288" y="193"/>
                    <a:pt x="288" y="193"/>
                  </a:cubicBezTo>
                  <a:cubicBezTo>
                    <a:pt x="287" y="193"/>
                    <a:pt x="287" y="194"/>
                    <a:pt x="286" y="194"/>
                  </a:cubicBezTo>
                  <a:cubicBezTo>
                    <a:pt x="286" y="194"/>
                    <a:pt x="286" y="195"/>
                    <a:pt x="286" y="195"/>
                  </a:cubicBezTo>
                  <a:cubicBezTo>
                    <a:pt x="292" y="215"/>
                    <a:pt x="292" y="215"/>
                    <a:pt x="292" y="215"/>
                  </a:cubicBezTo>
                  <a:cubicBezTo>
                    <a:pt x="292" y="217"/>
                    <a:pt x="293" y="219"/>
                    <a:pt x="295" y="219"/>
                  </a:cubicBezTo>
                  <a:cubicBezTo>
                    <a:pt x="297" y="219"/>
                    <a:pt x="299" y="219"/>
                    <a:pt x="301" y="219"/>
                  </a:cubicBezTo>
                  <a:close/>
                  <a:moveTo>
                    <a:pt x="244" y="198"/>
                  </a:moveTo>
                  <a:cubicBezTo>
                    <a:pt x="241" y="198"/>
                    <a:pt x="239" y="200"/>
                    <a:pt x="237" y="202"/>
                  </a:cubicBezTo>
                  <a:cubicBezTo>
                    <a:pt x="235" y="205"/>
                    <a:pt x="234" y="208"/>
                    <a:pt x="234" y="213"/>
                  </a:cubicBezTo>
                  <a:cubicBezTo>
                    <a:pt x="234" y="217"/>
                    <a:pt x="235" y="220"/>
                    <a:pt x="237" y="223"/>
                  </a:cubicBezTo>
                  <a:cubicBezTo>
                    <a:pt x="239" y="225"/>
                    <a:pt x="241" y="227"/>
                    <a:pt x="245" y="227"/>
                  </a:cubicBezTo>
                  <a:cubicBezTo>
                    <a:pt x="247" y="227"/>
                    <a:pt x="248" y="226"/>
                    <a:pt x="250" y="226"/>
                  </a:cubicBezTo>
                  <a:cubicBezTo>
                    <a:pt x="251" y="225"/>
                    <a:pt x="251" y="224"/>
                    <a:pt x="251" y="223"/>
                  </a:cubicBezTo>
                  <a:cubicBezTo>
                    <a:pt x="251" y="217"/>
                    <a:pt x="251" y="217"/>
                    <a:pt x="251" y="217"/>
                  </a:cubicBezTo>
                  <a:cubicBezTo>
                    <a:pt x="251" y="217"/>
                    <a:pt x="251" y="216"/>
                    <a:pt x="250" y="216"/>
                  </a:cubicBezTo>
                  <a:cubicBezTo>
                    <a:pt x="250" y="215"/>
                    <a:pt x="249" y="215"/>
                    <a:pt x="248" y="215"/>
                  </a:cubicBezTo>
                  <a:cubicBezTo>
                    <a:pt x="247" y="215"/>
                    <a:pt x="247" y="215"/>
                    <a:pt x="247" y="215"/>
                  </a:cubicBezTo>
                  <a:cubicBezTo>
                    <a:pt x="246" y="214"/>
                    <a:pt x="246" y="214"/>
                    <a:pt x="246" y="214"/>
                  </a:cubicBezTo>
                  <a:cubicBezTo>
                    <a:pt x="259" y="214"/>
                    <a:pt x="259" y="214"/>
                    <a:pt x="259" y="214"/>
                  </a:cubicBezTo>
                  <a:cubicBezTo>
                    <a:pt x="259" y="215"/>
                    <a:pt x="259" y="215"/>
                    <a:pt x="259" y="215"/>
                  </a:cubicBezTo>
                  <a:cubicBezTo>
                    <a:pt x="258" y="215"/>
                    <a:pt x="258" y="215"/>
                    <a:pt x="258" y="215"/>
                  </a:cubicBezTo>
                  <a:cubicBezTo>
                    <a:pt x="257" y="215"/>
                    <a:pt x="256" y="215"/>
                    <a:pt x="256" y="216"/>
                  </a:cubicBezTo>
                  <a:cubicBezTo>
                    <a:pt x="255" y="216"/>
                    <a:pt x="255" y="216"/>
                    <a:pt x="255" y="217"/>
                  </a:cubicBezTo>
                  <a:cubicBezTo>
                    <a:pt x="255" y="226"/>
                    <a:pt x="255" y="226"/>
                    <a:pt x="255" y="226"/>
                  </a:cubicBezTo>
                  <a:cubicBezTo>
                    <a:pt x="255" y="226"/>
                    <a:pt x="255" y="226"/>
                    <a:pt x="255" y="226"/>
                  </a:cubicBezTo>
                  <a:cubicBezTo>
                    <a:pt x="254" y="226"/>
                    <a:pt x="254" y="226"/>
                    <a:pt x="254" y="226"/>
                  </a:cubicBezTo>
                  <a:cubicBezTo>
                    <a:pt x="253" y="226"/>
                    <a:pt x="253" y="226"/>
                    <a:pt x="253" y="226"/>
                  </a:cubicBezTo>
                  <a:cubicBezTo>
                    <a:pt x="252" y="226"/>
                    <a:pt x="252" y="226"/>
                    <a:pt x="252" y="226"/>
                  </a:cubicBezTo>
                  <a:cubicBezTo>
                    <a:pt x="251" y="227"/>
                    <a:pt x="250" y="227"/>
                    <a:pt x="249" y="227"/>
                  </a:cubicBezTo>
                  <a:cubicBezTo>
                    <a:pt x="247" y="228"/>
                    <a:pt x="246" y="228"/>
                    <a:pt x="245" y="228"/>
                  </a:cubicBezTo>
                  <a:cubicBezTo>
                    <a:pt x="240" y="228"/>
                    <a:pt x="236" y="227"/>
                    <a:pt x="234" y="224"/>
                  </a:cubicBezTo>
                  <a:cubicBezTo>
                    <a:pt x="231" y="221"/>
                    <a:pt x="230" y="217"/>
                    <a:pt x="230" y="213"/>
                  </a:cubicBezTo>
                  <a:cubicBezTo>
                    <a:pt x="230" y="209"/>
                    <a:pt x="231" y="205"/>
                    <a:pt x="234" y="202"/>
                  </a:cubicBezTo>
                  <a:cubicBezTo>
                    <a:pt x="236" y="199"/>
                    <a:pt x="240" y="197"/>
                    <a:pt x="244" y="197"/>
                  </a:cubicBezTo>
                  <a:cubicBezTo>
                    <a:pt x="245" y="197"/>
                    <a:pt x="246" y="197"/>
                    <a:pt x="247" y="197"/>
                  </a:cubicBezTo>
                  <a:cubicBezTo>
                    <a:pt x="249" y="198"/>
                    <a:pt x="250" y="198"/>
                    <a:pt x="250" y="198"/>
                  </a:cubicBezTo>
                  <a:cubicBezTo>
                    <a:pt x="250" y="198"/>
                    <a:pt x="251" y="198"/>
                    <a:pt x="251" y="198"/>
                  </a:cubicBezTo>
                  <a:cubicBezTo>
                    <a:pt x="252" y="197"/>
                    <a:pt x="252" y="197"/>
                    <a:pt x="253" y="197"/>
                  </a:cubicBezTo>
                  <a:cubicBezTo>
                    <a:pt x="255" y="205"/>
                    <a:pt x="255" y="205"/>
                    <a:pt x="255" y="205"/>
                  </a:cubicBezTo>
                  <a:cubicBezTo>
                    <a:pt x="253" y="205"/>
                    <a:pt x="253" y="205"/>
                    <a:pt x="253" y="205"/>
                  </a:cubicBezTo>
                  <a:cubicBezTo>
                    <a:pt x="252" y="203"/>
                    <a:pt x="251" y="201"/>
                    <a:pt x="250" y="200"/>
                  </a:cubicBezTo>
                  <a:cubicBezTo>
                    <a:pt x="248" y="199"/>
                    <a:pt x="246" y="198"/>
                    <a:pt x="244" y="198"/>
                  </a:cubicBezTo>
                  <a:close/>
                  <a:moveTo>
                    <a:pt x="224" y="221"/>
                  </a:moveTo>
                  <a:cubicBezTo>
                    <a:pt x="211" y="196"/>
                    <a:pt x="211" y="196"/>
                    <a:pt x="211" y="196"/>
                  </a:cubicBezTo>
                  <a:cubicBezTo>
                    <a:pt x="203" y="195"/>
                    <a:pt x="203" y="195"/>
                    <a:pt x="203" y="195"/>
                  </a:cubicBezTo>
                  <a:cubicBezTo>
                    <a:pt x="203" y="196"/>
                    <a:pt x="203" y="196"/>
                    <a:pt x="203" y="196"/>
                  </a:cubicBezTo>
                  <a:cubicBezTo>
                    <a:pt x="204" y="196"/>
                    <a:pt x="204" y="196"/>
                    <a:pt x="204" y="196"/>
                  </a:cubicBezTo>
                  <a:cubicBezTo>
                    <a:pt x="205" y="196"/>
                    <a:pt x="206" y="196"/>
                    <a:pt x="206" y="197"/>
                  </a:cubicBezTo>
                  <a:cubicBezTo>
                    <a:pt x="207" y="197"/>
                    <a:pt x="207" y="197"/>
                    <a:pt x="207" y="198"/>
                  </a:cubicBezTo>
                  <a:cubicBezTo>
                    <a:pt x="203" y="223"/>
                    <a:pt x="203" y="223"/>
                    <a:pt x="203" y="223"/>
                  </a:cubicBezTo>
                  <a:cubicBezTo>
                    <a:pt x="203" y="223"/>
                    <a:pt x="203" y="224"/>
                    <a:pt x="203" y="224"/>
                  </a:cubicBezTo>
                  <a:cubicBezTo>
                    <a:pt x="202" y="224"/>
                    <a:pt x="202" y="224"/>
                    <a:pt x="201" y="224"/>
                  </a:cubicBezTo>
                  <a:cubicBezTo>
                    <a:pt x="199" y="224"/>
                    <a:pt x="199" y="224"/>
                    <a:pt x="199" y="224"/>
                  </a:cubicBezTo>
                  <a:cubicBezTo>
                    <a:pt x="199" y="225"/>
                    <a:pt x="199" y="225"/>
                    <a:pt x="199" y="225"/>
                  </a:cubicBezTo>
                  <a:cubicBezTo>
                    <a:pt x="209" y="226"/>
                    <a:pt x="209" y="226"/>
                    <a:pt x="209" y="226"/>
                  </a:cubicBezTo>
                  <a:cubicBezTo>
                    <a:pt x="209" y="225"/>
                    <a:pt x="209" y="225"/>
                    <a:pt x="209" y="225"/>
                  </a:cubicBezTo>
                  <a:cubicBezTo>
                    <a:pt x="207" y="225"/>
                    <a:pt x="207" y="225"/>
                    <a:pt x="207" y="225"/>
                  </a:cubicBezTo>
                  <a:cubicBezTo>
                    <a:pt x="206" y="225"/>
                    <a:pt x="206" y="224"/>
                    <a:pt x="205" y="224"/>
                  </a:cubicBezTo>
                  <a:cubicBezTo>
                    <a:pt x="205" y="224"/>
                    <a:pt x="205" y="223"/>
                    <a:pt x="205" y="223"/>
                  </a:cubicBezTo>
                  <a:cubicBezTo>
                    <a:pt x="208" y="199"/>
                    <a:pt x="208" y="199"/>
                    <a:pt x="208" y="199"/>
                  </a:cubicBezTo>
                  <a:cubicBezTo>
                    <a:pt x="208" y="199"/>
                    <a:pt x="208" y="199"/>
                    <a:pt x="208" y="199"/>
                  </a:cubicBezTo>
                  <a:cubicBezTo>
                    <a:pt x="224" y="228"/>
                    <a:pt x="224" y="228"/>
                    <a:pt x="224" y="228"/>
                  </a:cubicBezTo>
                  <a:cubicBezTo>
                    <a:pt x="224" y="228"/>
                    <a:pt x="224" y="228"/>
                    <a:pt x="224" y="228"/>
                  </a:cubicBezTo>
                  <a:cubicBezTo>
                    <a:pt x="225" y="228"/>
                    <a:pt x="225" y="228"/>
                    <a:pt x="225" y="228"/>
                  </a:cubicBezTo>
                  <a:cubicBezTo>
                    <a:pt x="229" y="201"/>
                    <a:pt x="229" y="201"/>
                    <a:pt x="229" y="201"/>
                  </a:cubicBezTo>
                  <a:cubicBezTo>
                    <a:pt x="229" y="200"/>
                    <a:pt x="229" y="200"/>
                    <a:pt x="230" y="200"/>
                  </a:cubicBezTo>
                  <a:cubicBezTo>
                    <a:pt x="230" y="200"/>
                    <a:pt x="231" y="200"/>
                    <a:pt x="232" y="200"/>
                  </a:cubicBezTo>
                  <a:cubicBezTo>
                    <a:pt x="234" y="200"/>
                    <a:pt x="234" y="200"/>
                    <a:pt x="234" y="200"/>
                  </a:cubicBezTo>
                  <a:cubicBezTo>
                    <a:pt x="234" y="199"/>
                    <a:pt x="234" y="199"/>
                    <a:pt x="234" y="199"/>
                  </a:cubicBezTo>
                  <a:cubicBezTo>
                    <a:pt x="224" y="198"/>
                    <a:pt x="224" y="198"/>
                    <a:pt x="224" y="198"/>
                  </a:cubicBezTo>
                  <a:cubicBezTo>
                    <a:pt x="224" y="199"/>
                    <a:pt x="224" y="199"/>
                    <a:pt x="224" y="199"/>
                  </a:cubicBezTo>
                  <a:cubicBezTo>
                    <a:pt x="226" y="199"/>
                    <a:pt x="226" y="199"/>
                    <a:pt x="226" y="199"/>
                  </a:cubicBezTo>
                  <a:cubicBezTo>
                    <a:pt x="226" y="199"/>
                    <a:pt x="227" y="199"/>
                    <a:pt x="227" y="200"/>
                  </a:cubicBezTo>
                  <a:cubicBezTo>
                    <a:pt x="228" y="200"/>
                    <a:pt x="228" y="200"/>
                    <a:pt x="228" y="201"/>
                  </a:cubicBezTo>
                  <a:cubicBezTo>
                    <a:pt x="225" y="221"/>
                    <a:pt x="225" y="221"/>
                    <a:pt x="225" y="221"/>
                  </a:cubicBezTo>
                  <a:cubicBezTo>
                    <a:pt x="224" y="221"/>
                    <a:pt x="224" y="221"/>
                    <a:pt x="224" y="221"/>
                  </a:cubicBezTo>
                  <a:close/>
                  <a:moveTo>
                    <a:pt x="201" y="210"/>
                  </a:moveTo>
                  <a:cubicBezTo>
                    <a:pt x="200" y="215"/>
                    <a:pt x="197" y="218"/>
                    <a:pt x="194" y="220"/>
                  </a:cubicBezTo>
                  <a:cubicBezTo>
                    <a:pt x="191" y="222"/>
                    <a:pt x="187" y="223"/>
                    <a:pt x="183" y="222"/>
                  </a:cubicBezTo>
                  <a:cubicBezTo>
                    <a:pt x="180" y="221"/>
                    <a:pt x="177" y="219"/>
                    <a:pt x="175" y="215"/>
                  </a:cubicBezTo>
                  <a:cubicBezTo>
                    <a:pt x="173" y="212"/>
                    <a:pt x="172" y="208"/>
                    <a:pt x="173" y="203"/>
                  </a:cubicBezTo>
                  <a:cubicBezTo>
                    <a:pt x="174" y="199"/>
                    <a:pt x="176" y="196"/>
                    <a:pt x="179" y="194"/>
                  </a:cubicBezTo>
                  <a:cubicBezTo>
                    <a:pt x="183" y="191"/>
                    <a:pt x="186" y="191"/>
                    <a:pt x="190" y="192"/>
                  </a:cubicBezTo>
                  <a:cubicBezTo>
                    <a:pt x="195" y="193"/>
                    <a:pt x="198" y="195"/>
                    <a:pt x="199" y="198"/>
                  </a:cubicBezTo>
                  <a:cubicBezTo>
                    <a:pt x="201" y="202"/>
                    <a:pt x="202" y="206"/>
                    <a:pt x="201" y="210"/>
                  </a:cubicBezTo>
                  <a:close/>
                  <a:moveTo>
                    <a:pt x="178" y="205"/>
                  </a:moveTo>
                  <a:cubicBezTo>
                    <a:pt x="177" y="210"/>
                    <a:pt x="177" y="213"/>
                    <a:pt x="178" y="216"/>
                  </a:cubicBezTo>
                  <a:cubicBezTo>
                    <a:pt x="179" y="219"/>
                    <a:pt x="181" y="220"/>
                    <a:pt x="184" y="221"/>
                  </a:cubicBezTo>
                  <a:cubicBezTo>
                    <a:pt x="186" y="221"/>
                    <a:pt x="189" y="221"/>
                    <a:pt x="191" y="219"/>
                  </a:cubicBezTo>
                  <a:cubicBezTo>
                    <a:pt x="193" y="217"/>
                    <a:pt x="195" y="214"/>
                    <a:pt x="196" y="209"/>
                  </a:cubicBezTo>
                  <a:cubicBezTo>
                    <a:pt x="197" y="205"/>
                    <a:pt x="197" y="201"/>
                    <a:pt x="196" y="198"/>
                  </a:cubicBezTo>
                  <a:cubicBezTo>
                    <a:pt x="195" y="195"/>
                    <a:pt x="193" y="194"/>
                    <a:pt x="190" y="193"/>
                  </a:cubicBezTo>
                  <a:cubicBezTo>
                    <a:pt x="187" y="192"/>
                    <a:pt x="185" y="193"/>
                    <a:pt x="183" y="195"/>
                  </a:cubicBezTo>
                  <a:cubicBezTo>
                    <a:pt x="180" y="197"/>
                    <a:pt x="179" y="200"/>
                    <a:pt x="178" y="205"/>
                  </a:cubicBezTo>
                  <a:close/>
                  <a:moveTo>
                    <a:pt x="159" y="214"/>
                  </a:moveTo>
                  <a:cubicBezTo>
                    <a:pt x="160" y="213"/>
                    <a:pt x="160" y="213"/>
                    <a:pt x="160" y="213"/>
                  </a:cubicBezTo>
                  <a:cubicBezTo>
                    <a:pt x="157" y="213"/>
                    <a:pt x="157" y="213"/>
                    <a:pt x="157" y="213"/>
                  </a:cubicBezTo>
                  <a:cubicBezTo>
                    <a:pt x="157" y="212"/>
                    <a:pt x="156" y="212"/>
                    <a:pt x="156" y="212"/>
                  </a:cubicBezTo>
                  <a:cubicBezTo>
                    <a:pt x="156" y="211"/>
                    <a:pt x="156" y="211"/>
                    <a:pt x="156" y="210"/>
                  </a:cubicBezTo>
                  <a:cubicBezTo>
                    <a:pt x="165" y="188"/>
                    <a:pt x="165" y="188"/>
                    <a:pt x="165" y="188"/>
                  </a:cubicBezTo>
                  <a:cubicBezTo>
                    <a:pt x="165" y="187"/>
                    <a:pt x="166" y="186"/>
                    <a:pt x="166" y="186"/>
                  </a:cubicBezTo>
                  <a:cubicBezTo>
                    <a:pt x="166" y="186"/>
                    <a:pt x="167" y="186"/>
                    <a:pt x="169" y="187"/>
                  </a:cubicBezTo>
                  <a:cubicBezTo>
                    <a:pt x="171" y="188"/>
                    <a:pt x="172" y="189"/>
                    <a:pt x="173" y="190"/>
                  </a:cubicBezTo>
                  <a:cubicBezTo>
                    <a:pt x="173" y="191"/>
                    <a:pt x="173" y="192"/>
                    <a:pt x="174" y="195"/>
                  </a:cubicBezTo>
                  <a:cubicBezTo>
                    <a:pt x="175" y="196"/>
                    <a:pt x="175" y="196"/>
                    <a:pt x="175" y="196"/>
                  </a:cubicBezTo>
                  <a:cubicBezTo>
                    <a:pt x="176" y="189"/>
                    <a:pt x="176" y="189"/>
                    <a:pt x="176" y="189"/>
                  </a:cubicBezTo>
                  <a:cubicBezTo>
                    <a:pt x="153" y="180"/>
                    <a:pt x="153" y="180"/>
                    <a:pt x="153" y="180"/>
                  </a:cubicBezTo>
                  <a:cubicBezTo>
                    <a:pt x="149" y="185"/>
                    <a:pt x="149" y="185"/>
                    <a:pt x="149" y="185"/>
                  </a:cubicBezTo>
                  <a:cubicBezTo>
                    <a:pt x="150" y="186"/>
                    <a:pt x="150" y="186"/>
                    <a:pt x="150" y="186"/>
                  </a:cubicBezTo>
                  <a:cubicBezTo>
                    <a:pt x="152" y="184"/>
                    <a:pt x="154" y="183"/>
                    <a:pt x="155" y="183"/>
                  </a:cubicBezTo>
                  <a:cubicBezTo>
                    <a:pt x="156" y="182"/>
                    <a:pt x="158" y="183"/>
                    <a:pt x="160" y="184"/>
                  </a:cubicBezTo>
                  <a:cubicBezTo>
                    <a:pt x="161" y="184"/>
                    <a:pt x="162" y="184"/>
                    <a:pt x="162" y="184"/>
                  </a:cubicBezTo>
                  <a:cubicBezTo>
                    <a:pt x="162" y="185"/>
                    <a:pt x="162" y="185"/>
                    <a:pt x="161" y="186"/>
                  </a:cubicBezTo>
                  <a:cubicBezTo>
                    <a:pt x="152" y="209"/>
                    <a:pt x="152" y="209"/>
                    <a:pt x="152" y="209"/>
                  </a:cubicBezTo>
                  <a:cubicBezTo>
                    <a:pt x="152" y="209"/>
                    <a:pt x="152" y="210"/>
                    <a:pt x="151" y="210"/>
                  </a:cubicBezTo>
                  <a:cubicBezTo>
                    <a:pt x="151" y="210"/>
                    <a:pt x="150" y="210"/>
                    <a:pt x="149" y="209"/>
                  </a:cubicBezTo>
                  <a:cubicBezTo>
                    <a:pt x="147" y="209"/>
                    <a:pt x="147" y="209"/>
                    <a:pt x="147" y="209"/>
                  </a:cubicBezTo>
                  <a:cubicBezTo>
                    <a:pt x="147" y="210"/>
                    <a:pt x="147" y="210"/>
                    <a:pt x="147" y="210"/>
                  </a:cubicBezTo>
                  <a:cubicBezTo>
                    <a:pt x="159" y="214"/>
                    <a:pt x="159" y="214"/>
                    <a:pt x="159" y="214"/>
                  </a:cubicBezTo>
                  <a:close/>
                  <a:moveTo>
                    <a:pt x="145" y="193"/>
                  </a:moveTo>
                  <a:cubicBezTo>
                    <a:pt x="143" y="197"/>
                    <a:pt x="140" y="200"/>
                    <a:pt x="136" y="201"/>
                  </a:cubicBezTo>
                  <a:cubicBezTo>
                    <a:pt x="132" y="202"/>
                    <a:pt x="129" y="202"/>
                    <a:pt x="125" y="200"/>
                  </a:cubicBezTo>
                  <a:cubicBezTo>
                    <a:pt x="122" y="198"/>
                    <a:pt x="120" y="195"/>
                    <a:pt x="119" y="191"/>
                  </a:cubicBezTo>
                  <a:cubicBezTo>
                    <a:pt x="117" y="187"/>
                    <a:pt x="118" y="183"/>
                    <a:pt x="120" y="179"/>
                  </a:cubicBezTo>
                  <a:cubicBezTo>
                    <a:pt x="122" y="175"/>
                    <a:pt x="125" y="173"/>
                    <a:pt x="129" y="171"/>
                  </a:cubicBezTo>
                  <a:cubicBezTo>
                    <a:pt x="132" y="170"/>
                    <a:pt x="136" y="170"/>
                    <a:pt x="140" y="172"/>
                  </a:cubicBezTo>
                  <a:cubicBezTo>
                    <a:pt x="144" y="174"/>
                    <a:pt x="146" y="177"/>
                    <a:pt x="147" y="181"/>
                  </a:cubicBezTo>
                  <a:cubicBezTo>
                    <a:pt x="148" y="185"/>
                    <a:pt x="147" y="189"/>
                    <a:pt x="145" y="193"/>
                  </a:cubicBezTo>
                  <a:close/>
                  <a:moveTo>
                    <a:pt x="124" y="182"/>
                  </a:moveTo>
                  <a:cubicBezTo>
                    <a:pt x="122" y="186"/>
                    <a:pt x="121" y="190"/>
                    <a:pt x="122" y="193"/>
                  </a:cubicBezTo>
                  <a:cubicBezTo>
                    <a:pt x="122" y="195"/>
                    <a:pt x="123" y="197"/>
                    <a:pt x="126" y="199"/>
                  </a:cubicBezTo>
                  <a:cubicBezTo>
                    <a:pt x="128" y="200"/>
                    <a:pt x="131" y="200"/>
                    <a:pt x="133" y="199"/>
                  </a:cubicBezTo>
                  <a:cubicBezTo>
                    <a:pt x="136" y="198"/>
                    <a:pt x="138" y="195"/>
                    <a:pt x="141" y="190"/>
                  </a:cubicBezTo>
                  <a:cubicBezTo>
                    <a:pt x="143" y="187"/>
                    <a:pt x="144" y="183"/>
                    <a:pt x="144" y="180"/>
                  </a:cubicBezTo>
                  <a:cubicBezTo>
                    <a:pt x="144" y="177"/>
                    <a:pt x="142" y="175"/>
                    <a:pt x="139" y="173"/>
                  </a:cubicBezTo>
                  <a:cubicBezTo>
                    <a:pt x="137" y="172"/>
                    <a:pt x="134" y="172"/>
                    <a:pt x="132" y="173"/>
                  </a:cubicBezTo>
                  <a:cubicBezTo>
                    <a:pt x="129" y="175"/>
                    <a:pt x="127" y="177"/>
                    <a:pt x="124" y="182"/>
                  </a:cubicBezTo>
                  <a:close/>
                  <a:moveTo>
                    <a:pt x="114" y="160"/>
                  </a:moveTo>
                  <a:cubicBezTo>
                    <a:pt x="114" y="160"/>
                    <a:pt x="114" y="160"/>
                    <a:pt x="114" y="160"/>
                  </a:cubicBezTo>
                  <a:cubicBezTo>
                    <a:pt x="101" y="169"/>
                    <a:pt x="101" y="169"/>
                    <a:pt x="101" y="169"/>
                  </a:cubicBezTo>
                  <a:cubicBezTo>
                    <a:pt x="109" y="175"/>
                    <a:pt x="109" y="175"/>
                    <a:pt x="109" y="175"/>
                  </a:cubicBezTo>
                  <a:cubicBezTo>
                    <a:pt x="114" y="160"/>
                    <a:pt x="114" y="160"/>
                    <a:pt x="114" y="160"/>
                  </a:cubicBezTo>
                  <a:close/>
                  <a:moveTo>
                    <a:pt x="109" y="176"/>
                  </a:moveTo>
                  <a:cubicBezTo>
                    <a:pt x="106" y="184"/>
                    <a:pt x="106" y="184"/>
                    <a:pt x="106" y="184"/>
                  </a:cubicBezTo>
                  <a:cubicBezTo>
                    <a:pt x="106" y="185"/>
                    <a:pt x="106" y="185"/>
                    <a:pt x="105" y="185"/>
                  </a:cubicBezTo>
                  <a:cubicBezTo>
                    <a:pt x="105" y="186"/>
                    <a:pt x="104" y="185"/>
                    <a:pt x="103" y="185"/>
                  </a:cubicBezTo>
                  <a:cubicBezTo>
                    <a:pt x="103" y="184"/>
                    <a:pt x="103" y="184"/>
                    <a:pt x="103" y="184"/>
                  </a:cubicBezTo>
                  <a:cubicBezTo>
                    <a:pt x="102" y="185"/>
                    <a:pt x="102" y="185"/>
                    <a:pt x="102" y="185"/>
                  </a:cubicBezTo>
                  <a:cubicBezTo>
                    <a:pt x="111" y="191"/>
                    <a:pt x="111" y="191"/>
                    <a:pt x="111" y="191"/>
                  </a:cubicBezTo>
                  <a:cubicBezTo>
                    <a:pt x="111" y="191"/>
                    <a:pt x="111" y="191"/>
                    <a:pt x="111" y="191"/>
                  </a:cubicBezTo>
                  <a:cubicBezTo>
                    <a:pt x="111" y="190"/>
                    <a:pt x="111" y="190"/>
                    <a:pt x="111" y="190"/>
                  </a:cubicBezTo>
                  <a:cubicBezTo>
                    <a:pt x="110" y="190"/>
                    <a:pt x="110" y="189"/>
                    <a:pt x="110" y="189"/>
                  </a:cubicBezTo>
                  <a:cubicBezTo>
                    <a:pt x="109" y="188"/>
                    <a:pt x="109" y="187"/>
                    <a:pt x="109" y="187"/>
                  </a:cubicBezTo>
                  <a:cubicBezTo>
                    <a:pt x="118" y="159"/>
                    <a:pt x="118" y="159"/>
                    <a:pt x="118" y="159"/>
                  </a:cubicBezTo>
                  <a:cubicBezTo>
                    <a:pt x="114" y="157"/>
                    <a:pt x="114" y="157"/>
                    <a:pt x="114" y="157"/>
                  </a:cubicBezTo>
                  <a:cubicBezTo>
                    <a:pt x="91" y="173"/>
                    <a:pt x="91" y="173"/>
                    <a:pt x="91" y="173"/>
                  </a:cubicBezTo>
                  <a:cubicBezTo>
                    <a:pt x="90" y="174"/>
                    <a:pt x="90" y="174"/>
                    <a:pt x="89" y="174"/>
                  </a:cubicBezTo>
                  <a:cubicBezTo>
                    <a:pt x="88" y="174"/>
                    <a:pt x="88" y="173"/>
                    <a:pt x="87" y="173"/>
                  </a:cubicBezTo>
                  <a:cubicBezTo>
                    <a:pt x="87" y="173"/>
                    <a:pt x="87" y="173"/>
                    <a:pt x="87" y="173"/>
                  </a:cubicBezTo>
                  <a:cubicBezTo>
                    <a:pt x="86" y="173"/>
                    <a:pt x="86" y="173"/>
                    <a:pt x="86" y="173"/>
                  </a:cubicBezTo>
                  <a:cubicBezTo>
                    <a:pt x="94" y="179"/>
                    <a:pt x="94" y="179"/>
                    <a:pt x="94" y="179"/>
                  </a:cubicBezTo>
                  <a:cubicBezTo>
                    <a:pt x="94" y="178"/>
                    <a:pt x="94" y="178"/>
                    <a:pt x="94" y="178"/>
                  </a:cubicBezTo>
                  <a:cubicBezTo>
                    <a:pt x="94" y="178"/>
                    <a:pt x="94" y="178"/>
                    <a:pt x="94" y="178"/>
                  </a:cubicBezTo>
                  <a:cubicBezTo>
                    <a:pt x="93" y="177"/>
                    <a:pt x="92" y="176"/>
                    <a:pt x="92" y="176"/>
                  </a:cubicBezTo>
                  <a:cubicBezTo>
                    <a:pt x="92" y="175"/>
                    <a:pt x="93" y="174"/>
                    <a:pt x="94" y="173"/>
                  </a:cubicBezTo>
                  <a:cubicBezTo>
                    <a:pt x="100" y="169"/>
                    <a:pt x="100" y="169"/>
                    <a:pt x="100" y="169"/>
                  </a:cubicBezTo>
                  <a:cubicBezTo>
                    <a:pt x="109" y="176"/>
                    <a:pt x="109" y="176"/>
                    <a:pt x="109" y="176"/>
                  </a:cubicBezTo>
                  <a:close/>
                  <a:moveTo>
                    <a:pt x="88" y="135"/>
                  </a:moveTo>
                  <a:cubicBezTo>
                    <a:pt x="89" y="134"/>
                    <a:pt x="89" y="134"/>
                    <a:pt x="89" y="134"/>
                  </a:cubicBezTo>
                  <a:cubicBezTo>
                    <a:pt x="103" y="148"/>
                    <a:pt x="103" y="148"/>
                    <a:pt x="103" y="148"/>
                  </a:cubicBezTo>
                  <a:cubicBezTo>
                    <a:pt x="103" y="149"/>
                    <a:pt x="103" y="149"/>
                    <a:pt x="103" y="149"/>
                  </a:cubicBezTo>
                  <a:cubicBezTo>
                    <a:pt x="98" y="145"/>
                    <a:pt x="98" y="145"/>
                    <a:pt x="98" y="145"/>
                  </a:cubicBezTo>
                  <a:cubicBezTo>
                    <a:pt x="98" y="144"/>
                    <a:pt x="97" y="144"/>
                    <a:pt x="97" y="144"/>
                  </a:cubicBezTo>
                  <a:cubicBezTo>
                    <a:pt x="97" y="144"/>
                    <a:pt x="96" y="144"/>
                    <a:pt x="96" y="144"/>
                  </a:cubicBezTo>
                  <a:cubicBezTo>
                    <a:pt x="78" y="162"/>
                    <a:pt x="78" y="162"/>
                    <a:pt x="78" y="162"/>
                  </a:cubicBezTo>
                  <a:cubicBezTo>
                    <a:pt x="78" y="163"/>
                    <a:pt x="78" y="163"/>
                    <a:pt x="78" y="164"/>
                  </a:cubicBezTo>
                  <a:cubicBezTo>
                    <a:pt x="78" y="164"/>
                    <a:pt x="78" y="164"/>
                    <a:pt x="79" y="165"/>
                  </a:cubicBezTo>
                  <a:cubicBezTo>
                    <a:pt x="83" y="169"/>
                    <a:pt x="83" y="169"/>
                    <a:pt x="83" y="169"/>
                  </a:cubicBezTo>
                  <a:cubicBezTo>
                    <a:pt x="82" y="170"/>
                    <a:pt x="82" y="170"/>
                    <a:pt x="82" y="170"/>
                  </a:cubicBezTo>
                  <a:cubicBezTo>
                    <a:pt x="68" y="156"/>
                    <a:pt x="68" y="156"/>
                    <a:pt x="68" y="156"/>
                  </a:cubicBezTo>
                  <a:cubicBezTo>
                    <a:pt x="69" y="155"/>
                    <a:pt x="69" y="155"/>
                    <a:pt x="69" y="155"/>
                  </a:cubicBezTo>
                  <a:cubicBezTo>
                    <a:pt x="73" y="159"/>
                    <a:pt x="73" y="159"/>
                    <a:pt x="73" y="159"/>
                  </a:cubicBezTo>
                  <a:cubicBezTo>
                    <a:pt x="73" y="160"/>
                    <a:pt x="74" y="160"/>
                    <a:pt x="74" y="160"/>
                  </a:cubicBezTo>
                  <a:cubicBezTo>
                    <a:pt x="75" y="160"/>
                    <a:pt x="75" y="160"/>
                    <a:pt x="75" y="160"/>
                  </a:cubicBezTo>
                  <a:cubicBezTo>
                    <a:pt x="93" y="141"/>
                    <a:pt x="93" y="141"/>
                    <a:pt x="93" y="141"/>
                  </a:cubicBezTo>
                  <a:cubicBezTo>
                    <a:pt x="93" y="141"/>
                    <a:pt x="93" y="141"/>
                    <a:pt x="93" y="140"/>
                  </a:cubicBezTo>
                  <a:cubicBezTo>
                    <a:pt x="93" y="140"/>
                    <a:pt x="93" y="139"/>
                    <a:pt x="92" y="139"/>
                  </a:cubicBezTo>
                  <a:cubicBezTo>
                    <a:pt x="88" y="135"/>
                    <a:pt x="88" y="135"/>
                    <a:pt x="88" y="135"/>
                  </a:cubicBezTo>
                  <a:close/>
                  <a:moveTo>
                    <a:pt x="77" y="125"/>
                  </a:moveTo>
                  <a:cubicBezTo>
                    <a:pt x="57" y="140"/>
                    <a:pt x="57" y="140"/>
                    <a:pt x="57" y="140"/>
                  </a:cubicBezTo>
                  <a:cubicBezTo>
                    <a:pt x="55" y="142"/>
                    <a:pt x="53" y="142"/>
                    <a:pt x="51" y="142"/>
                  </a:cubicBezTo>
                  <a:cubicBezTo>
                    <a:pt x="50" y="142"/>
                    <a:pt x="48" y="140"/>
                    <a:pt x="47" y="139"/>
                  </a:cubicBezTo>
                  <a:cubicBezTo>
                    <a:pt x="46" y="138"/>
                    <a:pt x="46" y="137"/>
                    <a:pt x="46" y="137"/>
                  </a:cubicBezTo>
                  <a:cubicBezTo>
                    <a:pt x="46" y="136"/>
                    <a:pt x="45" y="135"/>
                    <a:pt x="45" y="135"/>
                  </a:cubicBezTo>
                  <a:cubicBezTo>
                    <a:pt x="46" y="135"/>
                    <a:pt x="46" y="135"/>
                    <a:pt x="46" y="135"/>
                  </a:cubicBezTo>
                  <a:cubicBezTo>
                    <a:pt x="47" y="135"/>
                    <a:pt x="47" y="135"/>
                    <a:pt x="47" y="135"/>
                  </a:cubicBezTo>
                  <a:cubicBezTo>
                    <a:pt x="47" y="134"/>
                    <a:pt x="48" y="134"/>
                    <a:pt x="48" y="133"/>
                  </a:cubicBezTo>
                  <a:cubicBezTo>
                    <a:pt x="48" y="133"/>
                    <a:pt x="47" y="132"/>
                    <a:pt x="47" y="131"/>
                  </a:cubicBezTo>
                  <a:cubicBezTo>
                    <a:pt x="47" y="131"/>
                    <a:pt x="46" y="130"/>
                    <a:pt x="45" y="130"/>
                  </a:cubicBezTo>
                  <a:cubicBezTo>
                    <a:pt x="45" y="130"/>
                    <a:pt x="44" y="130"/>
                    <a:pt x="44" y="130"/>
                  </a:cubicBezTo>
                  <a:cubicBezTo>
                    <a:pt x="43" y="131"/>
                    <a:pt x="43" y="132"/>
                    <a:pt x="43" y="133"/>
                  </a:cubicBezTo>
                  <a:cubicBezTo>
                    <a:pt x="43" y="135"/>
                    <a:pt x="44" y="137"/>
                    <a:pt x="45" y="139"/>
                  </a:cubicBezTo>
                  <a:cubicBezTo>
                    <a:pt x="48" y="141"/>
                    <a:pt x="50" y="143"/>
                    <a:pt x="53" y="144"/>
                  </a:cubicBezTo>
                  <a:cubicBezTo>
                    <a:pt x="55" y="145"/>
                    <a:pt x="57" y="145"/>
                    <a:pt x="60" y="143"/>
                  </a:cubicBezTo>
                  <a:cubicBezTo>
                    <a:pt x="80" y="128"/>
                    <a:pt x="80" y="128"/>
                    <a:pt x="80" y="128"/>
                  </a:cubicBezTo>
                  <a:cubicBezTo>
                    <a:pt x="80" y="128"/>
                    <a:pt x="80" y="128"/>
                    <a:pt x="81" y="128"/>
                  </a:cubicBezTo>
                  <a:cubicBezTo>
                    <a:pt x="81" y="128"/>
                    <a:pt x="82" y="129"/>
                    <a:pt x="82" y="129"/>
                  </a:cubicBezTo>
                  <a:cubicBezTo>
                    <a:pt x="86" y="134"/>
                    <a:pt x="86" y="134"/>
                    <a:pt x="86" y="134"/>
                  </a:cubicBezTo>
                  <a:cubicBezTo>
                    <a:pt x="87" y="134"/>
                    <a:pt x="87" y="134"/>
                    <a:pt x="87" y="134"/>
                  </a:cubicBezTo>
                  <a:cubicBezTo>
                    <a:pt x="74" y="117"/>
                    <a:pt x="74" y="117"/>
                    <a:pt x="74" y="117"/>
                  </a:cubicBezTo>
                  <a:cubicBezTo>
                    <a:pt x="73" y="118"/>
                    <a:pt x="73" y="118"/>
                    <a:pt x="73" y="118"/>
                  </a:cubicBezTo>
                  <a:cubicBezTo>
                    <a:pt x="77" y="123"/>
                    <a:pt x="77" y="123"/>
                    <a:pt x="77" y="123"/>
                  </a:cubicBezTo>
                  <a:cubicBezTo>
                    <a:pt x="77" y="123"/>
                    <a:pt x="78" y="124"/>
                    <a:pt x="78" y="124"/>
                  </a:cubicBezTo>
                  <a:cubicBezTo>
                    <a:pt x="78" y="125"/>
                    <a:pt x="78" y="125"/>
                    <a:pt x="77" y="125"/>
                  </a:cubicBezTo>
                  <a:close/>
                  <a:moveTo>
                    <a:pt x="40" y="108"/>
                  </a:moveTo>
                  <a:cubicBezTo>
                    <a:pt x="40" y="109"/>
                    <a:pt x="40" y="109"/>
                    <a:pt x="40" y="109"/>
                  </a:cubicBezTo>
                  <a:cubicBezTo>
                    <a:pt x="58" y="98"/>
                    <a:pt x="58" y="98"/>
                    <a:pt x="58" y="98"/>
                  </a:cubicBezTo>
                  <a:cubicBezTo>
                    <a:pt x="58" y="98"/>
                    <a:pt x="59" y="98"/>
                    <a:pt x="59" y="97"/>
                  </a:cubicBezTo>
                  <a:cubicBezTo>
                    <a:pt x="59" y="97"/>
                    <a:pt x="59" y="96"/>
                    <a:pt x="58" y="96"/>
                  </a:cubicBezTo>
                  <a:cubicBezTo>
                    <a:pt x="57" y="94"/>
                    <a:pt x="57" y="94"/>
                    <a:pt x="57" y="94"/>
                  </a:cubicBezTo>
                  <a:cubicBezTo>
                    <a:pt x="58" y="93"/>
                    <a:pt x="58" y="93"/>
                    <a:pt x="58" y="93"/>
                  </a:cubicBezTo>
                  <a:cubicBezTo>
                    <a:pt x="63" y="102"/>
                    <a:pt x="63" y="102"/>
                    <a:pt x="63" y="102"/>
                  </a:cubicBezTo>
                  <a:cubicBezTo>
                    <a:pt x="62" y="103"/>
                    <a:pt x="62" y="103"/>
                    <a:pt x="62" y="103"/>
                  </a:cubicBezTo>
                  <a:cubicBezTo>
                    <a:pt x="61" y="101"/>
                    <a:pt x="61" y="101"/>
                    <a:pt x="61" y="101"/>
                  </a:cubicBezTo>
                  <a:cubicBezTo>
                    <a:pt x="61" y="100"/>
                    <a:pt x="60" y="100"/>
                    <a:pt x="60" y="100"/>
                  </a:cubicBezTo>
                  <a:cubicBezTo>
                    <a:pt x="60" y="99"/>
                    <a:pt x="59" y="99"/>
                    <a:pt x="59" y="100"/>
                  </a:cubicBezTo>
                  <a:cubicBezTo>
                    <a:pt x="35" y="114"/>
                    <a:pt x="35" y="114"/>
                    <a:pt x="35" y="114"/>
                  </a:cubicBezTo>
                  <a:cubicBezTo>
                    <a:pt x="34" y="112"/>
                    <a:pt x="34" y="112"/>
                    <a:pt x="34" y="112"/>
                  </a:cubicBezTo>
                  <a:cubicBezTo>
                    <a:pt x="34" y="112"/>
                    <a:pt x="34" y="112"/>
                    <a:pt x="34" y="112"/>
                  </a:cubicBezTo>
                  <a:cubicBezTo>
                    <a:pt x="47" y="82"/>
                    <a:pt x="47" y="82"/>
                    <a:pt x="47" y="82"/>
                  </a:cubicBezTo>
                  <a:cubicBezTo>
                    <a:pt x="47" y="82"/>
                    <a:pt x="47" y="82"/>
                    <a:pt x="47" y="82"/>
                  </a:cubicBezTo>
                  <a:cubicBezTo>
                    <a:pt x="26" y="94"/>
                    <a:pt x="26" y="94"/>
                    <a:pt x="26" y="94"/>
                  </a:cubicBezTo>
                  <a:cubicBezTo>
                    <a:pt x="26" y="94"/>
                    <a:pt x="26" y="95"/>
                    <a:pt x="26" y="95"/>
                  </a:cubicBezTo>
                  <a:cubicBezTo>
                    <a:pt x="26" y="96"/>
                    <a:pt x="26" y="96"/>
                    <a:pt x="26" y="97"/>
                  </a:cubicBezTo>
                  <a:cubicBezTo>
                    <a:pt x="27" y="98"/>
                    <a:pt x="27" y="98"/>
                    <a:pt x="27" y="98"/>
                  </a:cubicBezTo>
                  <a:cubicBezTo>
                    <a:pt x="26" y="99"/>
                    <a:pt x="26" y="99"/>
                    <a:pt x="26" y="99"/>
                  </a:cubicBezTo>
                  <a:cubicBezTo>
                    <a:pt x="21" y="90"/>
                    <a:pt x="21" y="90"/>
                    <a:pt x="21" y="90"/>
                  </a:cubicBezTo>
                  <a:cubicBezTo>
                    <a:pt x="22" y="90"/>
                    <a:pt x="22" y="90"/>
                    <a:pt x="22" y="90"/>
                  </a:cubicBezTo>
                  <a:cubicBezTo>
                    <a:pt x="23" y="91"/>
                    <a:pt x="23" y="91"/>
                    <a:pt x="23" y="91"/>
                  </a:cubicBezTo>
                  <a:cubicBezTo>
                    <a:pt x="24" y="92"/>
                    <a:pt x="24" y="93"/>
                    <a:pt x="24" y="93"/>
                  </a:cubicBezTo>
                  <a:cubicBezTo>
                    <a:pt x="25" y="93"/>
                    <a:pt x="25" y="93"/>
                    <a:pt x="26" y="93"/>
                  </a:cubicBezTo>
                  <a:cubicBezTo>
                    <a:pt x="48" y="80"/>
                    <a:pt x="48" y="80"/>
                    <a:pt x="48" y="80"/>
                  </a:cubicBezTo>
                  <a:cubicBezTo>
                    <a:pt x="48" y="80"/>
                    <a:pt x="48" y="79"/>
                    <a:pt x="48" y="79"/>
                  </a:cubicBezTo>
                  <a:cubicBezTo>
                    <a:pt x="48" y="79"/>
                    <a:pt x="48" y="78"/>
                    <a:pt x="47" y="77"/>
                  </a:cubicBezTo>
                  <a:cubicBezTo>
                    <a:pt x="47" y="76"/>
                    <a:pt x="47" y="76"/>
                    <a:pt x="47" y="76"/>
                  </a:cubicBezTo>
                  <a:cubicBezTo>
                    <a:pt x="48" y="75"/>
                    <a:pt x="48" y="75"/>
                    <a:pt x="48" y="75"/>
                  </a:cubicBezTo>
                  <a:cubicBezTo>
                    <a:pt x="51" y="82"/>
                    <a:pt x="51" y="82"/>
                    <a:pt x="51" y="82"/>
                  </a:cubicBezTo>
                  <a:cubicBezTo>
                    <a:pt x="40" y="108"/>
                    <a:pt x="40" y="108"/>
                    <a:pt x="40" y="108"/>
                  </a:cubicBezTo>
                  <a:close/>
                  <a:moveTo>
                    <a:pt x="41" y="65"/>
                  </a:moveTo>
                  <a:cubicBezTo>
                    <a:pt x="41" y="65"/>
                    <a:pt x="41" y="65"/>
                    <a:pt x="41" y="65"/>
                  </a:cubicBezTo>
                  <a:cubicBezTo>
                    <a:pt x="26" y="65"/>
                    <a:pt x="26" y="65"/>
                    <a:pt x="26" y="65"/>
                  </a:cubicBezTo>
                  <a:cubicBezTo>
                    <a:pt x="29" y="75"/>
                    <a:pt x="29" y="75"/>
                    <a:pt x="29" y="75"/>
                  </a:cubicBezTo>
                  <a:cubicBezTo>
                    <a:pt x="41" y="65"/>
                    <a:pt x="41" y="65"/>
                    <a:pt x="41" y="65"/>
                  </a:cubicBezTo>
                  <a:close/>
                  <a:moveTo>
                    <a:pt x="28" y="75"/>
                  </a:moveTo>
                  <a:cubicBezTo>
                    <a:pt x="22" y="81"/>
                    <a:pt x="22" y="81"/>
                    <a:pt x="22" y="81"/>
                  </a:cubicBezTo>
                  <a:cubicBezTo>
                    <a:pt x="21" y="81"/>
                    <a:pt x="21" y="81"/>
                    <a:pt x="20" y="81"/>
                  </a:cubicBezTo>
                  <a:cubicBezTo>
                    <a:pt x="20" y="81"/>
                    <a:pt x="19" y="81"/>
                    <a:pt x="19" y="80"/>
                  </a:cubicBezTo>
                  <a:cubicBezTo>
                    <a:pt x="19" y="79"/>
                    <a:pt x="19" y="79"/>
                    <a:pt x="19" y="79"/>
                  </a:cubicBezTo>
                  <a:cubicBezTo>
                    <a:pt x="18" y="79"/>
                    <a:pt x="18" y="79"/>
                    <a:pt x="18" y="79"/>
                  </a:cubicBezTo>
                  <a:cubicBezTo>
                    <a:pt x="22" y="89"/>
                    <a:pt x="22" y="89"/>
                    <a:pt x="22" y="89"/>
                  </a:cubicBezTo>
                  <a:cubicBezTo>
                    <a:pt x="23" y="89"/>
                    <a:pt x="23" y="89"/>
                    <a:pt x="23" y="89"/>
                  </a:cubicBezTo>
                  <a:cubicBezTo>
                    <a:pt x="22" y="88"/>
                    <a:pt x="22" y="88"/>
                    <a:pt x="22" y="88"/>
                  </a:cubicBezTo>
                  <a:cubicBezTo>
                    <a:pt x="22" y="88"/>
                    <a:pt x="22" y="87"/>
                    <a:pt x="22" y="86"/>
                  </a:cubicBezTo>
                  <a:cubicBezTo>
                    <a:pt x="22" y="86"/>
                    <a:pt x="23" y="85"/>
                    <a:pt x="23" y="85"/>
                  </a:cubicBezTo>
                  <a:cubicBezTo>
                    <a:pt x="46" y="66"/>
                    <a:pt x="46" y="66"/>
                    <a:pt x="46" y="66"/>
                  </a:cubicBezTo>
                  <a:cubicBezTo>
                    <a:pt x="44" y="63"/>
                    <a:pt x="44" y="63"/>
                    <a:pt x="44" y="63"/>
                  </a:cubicBezTo>
                  <a:cubicBezTo>
                    <a:pt x="15" y="63"/>
                    <a:pt x="15" y="63"/>
                    <a:pt x="15" y="63"/>
                  </a:cubicBezTo>
                  <a:cubicBezTo>
                    <a:pt x="14" y="63"/>
                    <a:pt x="13" y="63"/>
                    <a:pt x="13" y="63"/>
                  </a:cubicBezTo>
                  <a:cubicBezTo>
                    <a:pt x="13" y="62"/>
                    <a:pt x="12" y="62"/>
                    <a:pt x="12" y="61"/>
                  </a:cubicBezTo>
                  <a:cubicBezTo>
                    <a:pt x="12" y="61"/>
                    <a:pt x="12" y="61"/>
                    <a:pt x="12" y="61"/>
                  </a:cubicBezTo>
                  <a:cubicBezTo>
                    <a:pt x="11" y="61"/>
                    <a:pt x="11" y="61"/>
                    <a:pt x="11" y="61"/>
                  </a:cubicBezTo>
                  <a:cubicBezTo>
                    <a:pt x="14" y="70"/>
                    <a:pt x="14" y="70"/>
                    <a:pt x="14" y="70"/>
                  </a:cubicBezTo>
                  <a:cubicBezTo>
                    <a:pt x="15" y="69"/>
                    <a:pt x="15" y="69"/>
                    <a:pt x="15" y="69"/>
                  </a:cubicBezTo>
                  <a:cubicBezTo>
                    <a:pt x="15" y="69"/>
                    <a:pt x="15" y="69"/>
                    <a:pt x="15" y="69"/>
                  </a:cubicBezTo>
                  <a:cubicBezTo>
                    <a:pt x="14" y="67"/>
                    <a:pt x="14" y="67"/>
                    <a:pt x="15" y="66"/>
                  </a:cubicBezTo>
                  <a:cubicBezTo>
                    <a:pt x="15" y="66"/>
                    <a:pt x="16" y="65"/>
                    <a:pt x="17" y="65"/>
                  </a:cubicBezTo>
                  <a:cubicBezTo>
                    <a:pt x="24" y="65"/>
                    <a:pt x="24" y="65"/>
                    <a:pt x="24" y="65"/>
                  </a:cubicBezTo>
                  <a:cubicBezTo>
                    <a:pt x="28" y="75"/>
                    <a:pt x="28" y="75"/>
                    <a:pt x="28" y="75"/>
                  </a:cubicBezTo>
                  <a:close/>
                  <a:moveTo>
                    <a:pt x="34" y="31"/>
                  </a:moveTo>
                  <a:cubicBezTo>
                    <a:pt x="35" y="37"/>
                    <a:pt x="35" y="37"/>
                    <a:pt x="35" y="37"/>
                  </a:cubicBezTo>
                  <a:cubicBezTo>
                    <a:pt x="35" y="38"/>
                    <a:pt x="35" y="39"/>
                    <a:pt x="35" y="39"/>
                  </a:cubicBezTo>
                  <a:cubicBezTo>
                    <a:pt x="35" y="39"/>
                    <a:pt x="35" y="40"/>
                    <a:pt x="34" y="40"/>
                  </a:cubicBezTo>
                  <a:cubicBezTo>
                    <a:pt x="10" y="45"/>
                    <a:pt x="10" y="45"/>
                    <a:pt x="10" y="45"/>
                  </a:cubicBezTo>
                  <a:cubicBezTo>
                    <a:pt x="9" y="45"/>
                    <a:pt x="9" y="45"/>
                    <a:pt x="8" y="45"/>
                  </a:cubicBezTo>
                  <a:cubicBezTo>
                    <a:pt x="8" y="44"/>
                    <a:pt x="8" y="44"/>
                    <a:pt x="8" y="43"/>
                  </a:cubicBezTo>
                  <a:cubicBezTo>
                    <a:pt x="6" y="37"/>
                    <a:pt x="6" y="37"/>
                    <a:pt x="6" y="37"/>
                  </a:cubicBezTo>
                  <a:cubicBezTo>
                    <a:pt x="5" y="38"/>
                    <a:pt x="5" y="38"/>
                    <a:pt x="5" y="38"/>
                  </a:cubicBezTo>
                  <a:cubicBezTo>
                    <a:pt x="10" y="57"/>
                    <a:pt x="10" y="57"/>
                    <a:pt x="10" y="57"/>
                  </a:cubicBezTo>
                  <a:cubicBezTo>
                    <a:pt x="11" y="57"/>
                    <a:pt x="11" y="57"/>
                    <a:pt x="11" y="57"/>
                  </a:cubicBezTo>
                  <a:cubicBezTo>
                    <a:pt x="9" y="51"/>
                    <a:pt x="9" y="51"/>
                    <a:pt x="9" y="51"/>
                  </a:cubicBezTo>
                  <a:cubicBezTo>
                    <a:pt x="9" y="51"/>
                    <a:pt x="9" y="50"/>
                    <a:pt x="9" y="50"/>
                  </a:cubicBezTo>
                  <a:cubicBezTo>
                    <a:pt x="10" y="49"/>
                    <a:pt x="10" y="49"/>
                    <a:pt x="10" y="49"/>
                  </a:cubicBezTo>
                  <a:cubicBezTo>
                    <a:pt x="35" y="44"/>
                    <a:pt x="35" y="44"/>
                    <a:pt x="35" y="44"/>
                  </a:cubicBezTo>
                  <a:cubicBezTo>
                    <a:pt x="36" y="44"/>
                    <a:pt x="36" y="44"/>
                    <a:pt x="36" y="44"/>
                  </a:cubicBezTo>
                  <a:cubicBezTo>
                    <a:pt x="37" y="44"/>
                    <a:pt x="37" y="45"/>
                    <a:pt x="37" y="46"/>
                  </a:cubicBezTo>
                  <a:cubicBezTo>
                    <a:pt x="38" y="51"/>
                    <a:pt x="38" y="51"/>
                    <a:pt x="38" y="51"/>
                  </a:cubicBezTo>
                  <a:cubicBezTo>
                    <a:pt x="39" y="51"/>
                    <a:pt x="39" y="51"/>
                    <a:pt x="39" y="51"/>
                  </a:cubicBezTo>
                  <a:cubicBezTo>
                    <a:pt x="35" y="31"/>
                    <a:pt x="35" y="31"/>
                    <a:pt x="35" y="31"/>
                  </a:cubicBezTo>
                  <a:cubicBezTo>
                    <a:pt x="34" y="31"/>
                    <a:pt x="34" y="31"/>
                    <a:pt x="34" y="31"/>
                  </a:cubicBezTo>
                  <a:close/>
                  <a:moveTo>
                    <a:pt x="18" y="17"/>
                  </a:moveTo>
                  <a:cubicBezTo>
                    <a:pt x="6" y="26"/>
                    <a:pt x="6" y="26"/>
                    <a:pt x="6" y="26"/>
                  </a:cubicBezTo>
                  <a:cubicBezTo>
                    <a:pt x="5" y="27"/>
                    <a:pt x="5" y="28"/>
                    <a:pt x="4" y="28"/>
                  </a:cubicBezTo>
                  <a:cubicBezTo>
                    <a:pt x="4" y="29"/>
                    <a:pt x="4" y="30"/>
                    <a:pt x="4" y="30"/>
                  </a:cubicBezTo>
                  <a:cubicBezTo>
                    <a:pt x="4" y="31"/>
                    <a:pt x="4" y="31"/>
                    <a:pt x="4" y="31"/>
                  </a:cubicBezTo>
                  <a:cubicBezTo>
                    <a:pt x="3" y="31"/>
                    <a:pt x="3" y="31"/>
                    <a:pt x="3" y="31"/>
                  </a:cubicBezTo>
                  <a:cubicBezTo>
                    <a:pt x="2" y="20"/>
                    <a:pt x="2" y="20"/>
                    <a:pt x="2" y="20"/>
                  </a:cubicBezTo>
                  <a:cubicBezTo>
                    <a:pt x="3" y="20"/>
                    <a:pt x="3" y="20"/>
                    <a:pt x="3" y="20"/>
                  </a:cubicBezTo>
                  <a:cubicBezTo>
                    <a:pt x="3" y="21"/>
                    <a:pt x="3" y="21"/>
                    <a:pt x="3" y="21"/>
                  </a:cubicBezTo>
                  <a:cubicBezTo>
                    <a:pt x="3" y="22"/>
                    <a:pt x="4" y="23"/>
                    <a:pt x="4" y="23"/>
                  </a:cubicBezTo>
                  <a:cubicBezTo>
                    <a:pt x="4" y="23"/>
                    <a:pt x="5" y="23"/>
                    <a:pt x="5" y="23"/>
                  </a:cubicBezTo>
                  <a:cubicBezTo>
                    <a:pt x="15" y="15"/>
                    <a:pt x="15" y="15"/>
                    <a:pt x="15" y="15"/>
                  </a:cubicBezTo>
                  <a:cubicBezTo>
                    <a:pt x="6" y="10"/>
                    <a:pt x="6" y="10"/>
                    <a:pt x="6" y="10"/>
                  </a:cubicBezTo>
                  <a:cubicBezTo>
                    <a:pt x="5" y="9"/>
                    <a:pt x="4" y="9"/>
                    <a:pt x="4" y="9"/>
                  </a:cubicBezTo>
                  <a:cubicBezTo>
                    <a:pt x="4" y="9"/>
                    <a:pt x="3" y="9"/>
                    <a:pt x="3" y="9"/>
                  </a:cubicBezTo>
                  <a:cubicBezTo>
                    <a:pt x="3" y="9"/>
                    <a:pt x="2" y="9"/>
                    <a:pt x="2" y="9"/>
                  </a:cubicBezTo>
                  <a:cubicBezTo>
                    <a:pt x="2" y="10"/>
                    <a:pt x="2" y="10"/>
                    <a:pt x="2" y="11"/>
                  </a:cubicBezTo>
                  <a:cubicBezTo>
                    <a:pt x="2" y="12"/>
                    <a:pt x="2" y="12"/>
                    <a:pt x="2" y="12"/>
                  </a:cubicBezTo>
                  <a:cubicBezTo>
                    <a:pt x="1" y="12"/>
                    <a:pt x="1" y="12"/>
                    <a:pt x="1" y="12"/>
                  </a:cubicBezTo>
                  <a:cubicBezTo>
                    <a:pt x="0" y="2"/>
                    <a:pt x="0" y="2"/>
                    <a:pt x="0" y="2"/>
                  </a:cubicBezTo>
                  <a:cubicBezTo>
                    <a:pt x="1" y="2"/>
                    <a:pt x="1" y="2"/>
                    <a:pt x="1" y="2"/>
                  </a:cubicBezTo>
                  <a:cubicBezTo>
                    <a:pt x="1" y="3"/>
                    <a:pt x="1" y="3"/>
                    <a:pt x="1" y="3"/>
                  </a:cubicBezTo>
                  <a:cubicBezTo>
                    <a:pt x="1" y="4"/>
                    <a:pt x="2" y="5"/>
                    <a:pt x="2" y="5"/>
                  </a:cubicBezTo>
                  <a:cubicBezTo>
                    <a:pt x="3" y="6"/>
                    <a:pt x="3" y="6"/>
                    <a:pt x="4" y="7"/>
                  </a:cubicBezTo>
                  <a:cubicBezTo>
                    <a:pt x="16" y="13"/>
                    <a:pt x="16" y="13"/>
                    <a:pt x="16" y="13"/>
                  </a:cubicBezTo>
                  <a:cubicBezTo>
                    <a:pt x="28" y="4"/>
                    <a:pt x="28" y="4"/>
                    <a:pt x="28" y="4"/>
                  </a:cubicBezTo>
                  <a:cubicBezTo>
                    <a:pt x="29" y="3"/>
                    <a:pt x="29" y="3"/>
                    <a:pt x="29" y="3"/>
                  </a:cubicBezTo>
                  <a:cubicBezTo>
                    <a:pt x="29" y="2"/>
                    <a:pt x="29" y="2"/>
                    <a:pt x="29" y="1"/>
                  </a:cubicBezTo>
                  <a:cubicBezTo>
                    <a:pt x="29" y="0"/>
                    <a:pt x="29" y="0"/>
                    <a:pt x="29" y="0"/>
                  </a:cubicBezTo>
                  <a:cubicBezTo>
                    <a:pt x="30" y="0"/>
                    <a:pt x="30" y="0"/>
                    <a:pt x="30" y="0"/>
                  </a:cubicBezTo>
                  <a:cubicBezTo>
                    <a:pt x="31" y="11"/>
                    <a:pt x="31" y="11"/>
                    <a:pt x="31" y="11"/>
                  </a:cubicBezTo>
                  <a:cubicBezTo>
                    <a:pt x="30" y="11"/>
                    <a:pt x="30" y="11"/>
                    <a:pt x="30" y="11"/>
                  </a:cubicBezTo>
                  <a:cubicBezTo>
                    <a:pt x="30" y="10"/>
                    <a:pt x="30" y="10"/>
                    <a:pt x="30" y="10"/>
                  </a:cubicBezTo>
                  <a:cubicBezTo>
                    <a:pt x="30" y="9"/>
                    <a:pt x="30" y="8"/>
                    <a:pt x="30" y="8"/>
                  </a:cubicBezTo>
                  <a:cubicBezTo>
                    <a:pt x="29" y="8"/>
                    <a:pt x="29" y="8"/>
                    <a:pt x="28" y="9"/>
                  </a:cubicBezTo>
                  <a:cubicBezTo>
                    <a:pt x="20" y="15"/>
                    <a:pt x="20" y="15"/>
                    <a:pt x="20" y="15"/>
                  </a:cubicBezTo>
                  <a:cubicBezTo>
                    <a:pt x="29" y="20"/>
                    <a:pt x="29" y="20"/>
                    <a:pt x="29" y="20"/>
                  </a:cubicBezTo>
                  <a:cubicBezTo>
                    <a:pt x="30" y="21"/>
                    <a:pt x="30" y="21"/>
                    <a:pt x="31" y="20"/>
                  </a:cubicBezTo>
                  <a:cubicBezTo>
                    <a:pt x="31" y="20"/>
                    <a:pt x="31" y="20"/>
                    <a:pt x="31" y="19"/>
                  </a:cubicBezTo>
                  <a:cubicBezTo>
                    <a:pt x="31" y="17"/>
                    <a:pt x="31" y="17"/>
                    <a:pt x="31" y="17"/>
                  </a:cubicBezTo>
                  <a:cubicBezTo>
                    <a:pt x="32" y="17"/>
                    <a:pt x="32" y="17"/>
                    <a:pt x="32" y="17"/>
                  </a:cubicBezTo>
                  <a:cubicBezTo>
                    <a:pt x="33" y="27"/>
                    <a:pt x="33" y="27"/>
                    <a:pt x="33" y="27"/>
                  </a:cubicBezTo>
                  <a:cubicBezTo>
                    <a:pt x="32" y="27"/>
                    <a:pt x="32" y="27"/>
                    <a:pt x="32" y="27"/>
                  </a:cubicBezTo>
                  <a:cubicBezTo>
                    <a:pt x="32" y="26"/>
                    <a:pt x="32" y="26"/>
                    <a:pt x="32" y="26"/>
                  </a:cubicBezTo>
                  <a:cubicBezTo>
                    <a:pt x="32" y="25"/>
                    <a:pt x="32" y="25"/>
                    <a:pt x="31" y="24"/>
                  </a:cubicBezTo>
                  <a:cubicBezTo>
                    <a:pt x="31" y="24"/>
                    <a:pt x="31" y="23"/>
                    <a:pt x="30" y="23"/>
                  </a:cubicBezTo>
                  <a:lnTo>
                    <a:pt x="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íṡḷïḓê">
              <a:extLst>
                <a:ext uri="{FF2B5EF4-FFF2-40B4-BE49-F238E27FC236}">
                  <a16:creationId xmlns:a16="http://schemas.microsoft.com/office/drawing/2014/main" id="{4280BD17-6813-587D-A0EA-927CB0CC83F8}"/>
                </a:ext>
              </a:extLst>
            </p:cNvPr>
            <p:cNvSpPr/>
            <p:nvPr/>
          </p:nvSpPr>
          <p:spPr bwMode="auto">
            <a:xfrm>
              <a:off x="3354388" y="2676526"/>
              <a:ext cx="296863" cy="254000"/>
            </a:xfrm>
            <a:custGeom>
              <a:avLst/>
              <a:gdLst>
                <a:gd name="T0" fmla="*/ 83 w 90"/>
                <a:gd name="T1" fmla="*/ 42 h 77"/>
                <a:gd name="T2" fmla="*/ 18 w 90"/>
                <a:gd name="T3" fmla="*/ 69 h 77"/>
                <a:gd name="T4" fmla="*/ 10 w 90"/>
                <a:gd name="T5" fmla="*/ 68 h 77"/>
                <a:gd name="T6" fmla="*/ 33 w 90"/>
                <a:gd name="T7" fmla="*/ 27 h 77"/>
                <a:gd name="T8" fmla="*/ 31 w 90"/>
                <a:gd name="T9" fmla="*/ 23 h 77"/>
                <a:gd name="T10" fmla="*/ 8 w 90"/>
                <a:gd name="T11" fmla="*/ 37 h 77"/>
                <a:gd name="T12" fmla="*/ 4 w 90"/>
                <a:gd name="T13" fmla="*/ 32 h 77"/>
                <a:gd name="T14" fmla="*/ 28 w 90"/>
                <a:gd name="T15" fmla="*/ 16 h 77"/>
                <a:gd name="T16" fmla="*/ 26 w 90"/>
                <a:gd name="T17" fmla="*/ 7 h 77"/>
                <a:gd name="T18" fmla="*/ 30 w 90"/>
                <a:gd name="T19" fmla="*/ 5 h 77"/>
                <a:gd name="T20" fmla="*/ 33 w 90"/>
                <a:gd name="T21" fmla="*/ 10 h 77"/>
                <a:gd name="T22" fmla="*/ 45 w 90"/>
                <a:gd name="T23" fmla="*/ 12 h 77"/>
                <a:gd name="T24" fmla="*/ 58 w 90"/>
                <a:gd name="T25" fmla="*/ 6 h 77"/>
                <a:gd name="T26" fmla="*/ 65 w 90"/>
                <a:gd name="T27" fmla="*/ 12 h 77"/>
                <a:gd name="T28" fmla="*/ 43 w 90"/>
                <a:gd name="T29" fmla="*/ 18 h 77"/>
                <a:gd name="T30" fmla="*/ 46 w 90"/>
                <a:gd name="T31" fmla="*/ 22 h 77"/>
                <a:gd name="T32" fmla="*/ 87 w 90"/>
                <a:gd name="T33" fmla="*/ 35 h 77"/>
                <a:gd name="T34" fmla="*/ 83 w 90"/>
                <a:gd name="T35" fmla="*/ 4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77">
                  <a:moveTo>
                    <a:pt x="83" y="42"/>
                  </a:moveTo>
                  <a:cubicBezTo>
                    <a:pt x="59" y="18"/>
                    <a:pt x="25" y="23"/>
                    <a:pt x="18" y="69"/>
                  </a:cubicBezTo>
                  <a:cubicBezTo>
                    <a:pt x="17" y="76"/>
                    <a:pt x="11" y="77"/>
                    <a:pt x="10" y="68"/>
                  </a:cubicBezTo>
                  <a:cubicBezTo>
                    <a:pt x="12" y="44"/>
                    <a:pt x="29" y="33"/>
                    <a:pt x="33" y="27"/>
                  </a:cubicBezTo>
                  <a:cubicBezTo>
                    <a:pt x="34" y="25"/>
                    <a:pt x="33" y="23"/>
                    <a:pt x="31" y="23"/>
                  </a:cubicBezTo>
                  <a:cubicBezTo>
                    <a:pt x="28" y="24"/>
                    <a:pt x="13" y="34"/>
                    <a:pt x="8" y="37"/>
                  </a:cubicBezTo>
                  <a:cubicBezTo>
                    <a:pt x="1" y="41"/>
                    <a:pt x="0" y="35"/>
                    <a:pt x="4" y="32"/>
                  </a:cubicBezTo>
                  <a:cubicBezTo>
                    <a:pt x="8" y="28"/>
                    <a:pt x="30" y="22"/>
                    <a:pt x="28" y="16"/>
                  </a:cubicBezTo>
                  <a:cubicBezTo>
                    <a:pt x="27" y="13"/>
                    <a:pt x="27" y="10"/>
                    <a:pt x="26" y="7"/>
                  </a:cubicBezTo>
                  <a:cubicBezTo>
                    <a:pt x="25" y="5"/>
                    <a:pt x="28" y="4"/>
                    <a:pt x="30" y="5"/>
                  </a:cubicBezTo>
                  <a:cubicBezTo>
                    <a:pt x="31" y="6"/>
                    <a:pt x="32" y="8"/>
                    <a:pt x="33" y="10"/>
                  </a:cubicBezTo>
                  <a:cubicBezTo>
                    <a:pt x="35" y="14"/>
                    <a:pt x="42" y="13"/>
                    <a:pt x="45" y="12"/>
                  </a:cubicBezTo>
                  <a:cubicBezTo>
                    <a:pt x="50" y="10"/>
                    <a:pt x="54" y="8"/>
                    <a:pt x="58" y="6"/>
                  </a:cubicBezTo>
                  <a:cubicBezTo>
                    <a:pt x="69" y="0"/>
                    <a:pt x="73" y="9"/>
                    <a:pt x="65" y="12"/>
                  </a:cubicBezTo>
                  <a:cubicBezTo>
                    <a:pt x="58" y="14"/>
                    <a:pt x="51" y="15"/>
                    <a:pt x="43" y="18"/>
                  </a:cubicBezTo>
                  <a:cubicBezTo>
                    <a:pt x="38" y="19"/>
                    <a:pt x="41" y="23"/>
                    <a:pt x="46" y="22"/>
                  </a:cubicBezTo>
                  <a:cubicBezTo>
                    <a:pt x="64" y="20"/>
                    <a:pt x="81" y="28"/>
                    <a:pt x="87" y="35"/>
                  </a:cubicBezTo>
                  <a:cubicBezTo>
                    <a:pt x="90" y="40"/>
                    <a:pt x="85" y="44"/>
                    <a:pt x="8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ïSḷíďé">
              <a:extLst>
                <a:ext uri="{FF2B5EF4-FFF2-40B4-BE49-F238E27FC236}">
                  <a16:creationId xmlns:a16="http://schemas.microsoft.com/office/drawing/2014/main" id="{21276CD2-F865-3BA1-DE64-C31B7F64290B}"/>
                </a:ext>
              </a:extLst>
            </p:cNvPr>
            <p:cNvSpPr/>
            <p:nvPr/>
          </p:nvSpPr>
          <p:spPr bwMode="auto">
            <a:xfrm>
              <a:off x="3916363" y="2643188"/>
              <a:ext cx="279400" cy="280988"/>
            </a:xfrm>
            <a:custGeom>
              <a:avLst/>
              <a:gdLst>
                <a:gd name="T0" fmla="*/ 68 w 85"/>
                <a:gd name="T1" fmla="*/ 34 h 85"/>
                <a:gd name="T2" fmla="*/ 78 w 85"/>
                <a:gd name="T3" fmla="*/ 24 h 85"/>
                <a:gd name="T4" fmla="*/ 55 w 85"/>
                <a:gd name="T5" fmla="*/ 28 h 85"/>
                <a:gd name="T6" fmla="*/ 36 w 85"/>
                <a:gd name="T7" fmla="*/ 38 h 85"/>
                <a:gd name="T8" fmla="*/ 26 w 85"/>
                <a:gd name="T9" fmla="*/ 34 h 85"/>
                <a:gd name="T10" fmla="*/ 37 w 85"/>
                <a:gd name="T11" fmla="*/ 17 h 85"/>
                <a:gd name="T12" fmla="*/ 34 w 85"/>
                <a:gd name="T13" fmla="*/ 6 h 85"/>
                <a:gd name="T14" fmla="*/ 10 w 85"/>
                <a:gd name="T15" fmla="*/ 10 h 85"/>
                <a:gd name="T16" fmla="*/ 25 w 85"/>
                <a:gd name="T17" fmla="*/ 20 h 85"/>
                <a:gd name="T18" fmla="*/ 10 w 85"/>
                <a:gd name="T19" fmla="*/ 25 h 85"/>
                <a:gd name="T20" fmla="*/ 23 w 85"/>
                <a:gd name="T21" fmla="*/ 29 h 85"/>
                <a:gd name="T22" fmla="*/ 5 w 85"/>
                <a:gd name="T23" fmla="*/ 42 h 85"/>
                <a:gd name="T24" fmla="*/ 60 w 85"/>
                <a:gd name="T25" fmla="*/ 78 h 85"/>
                <a:gd name="T26" fmla="*/ 67 w 85"/>
                <a:gd name="T27" fmla="*/ 75 h 85"/>
                <a:gd name="T28" fmla="*/ 72 w 85"/>
                <a:gd name="T29" fmla="*/ 42 h 85"/>
                <a:gd name="T30" fmla="*/ 38 w 85"/>
                <a:gd name="T31" fmla="*/ 49 h 85"/>
                <a:gd name="T32" fmla="*/ 43 w 85"/>
                <a:gd name="T33" fmla="*/ 55 h 85"/>
                <a:gd name="T34" fmla="*/ 38 w 85"/>
                <a:gd name="T35" fmla="*/ 49 h 85"/>
                <a:gd name="T36" fmla="*/ 27 w 85"/>
                <a:gd name="T37" fmla="*/ 50 h 85"/>
                <a:gd name="T38" fmla="*/ 24 w 85"/>
                <a:gd name="T39" fmla="*/ 45 h 85"/>
                <a:gd name="T40" fmla="*/ 61 w 85"/>
                <a:gd name="T41" fmla="*/ 47 h 85"/>
                <a:gd name="T42" fmla="*/ 65 w 85"/>
                <a:gd name="T43" fmla="*/ 54 h 85"/>
                <a:gd name="T44" fmla="*/ 61 w 85"/>
                <a:gd name="T45" fmla="*/ 47 h 85"/>
                <a:gd name="T46" fmla="*/ 64 w 85"/>
                <a:gd name="T47" fmla="*/ 41 h 85"/>
                <a:gd name="T48" fmla="*/ 60 w 85"/>
                <a:gd name="T49" fmla="*/ 42 h 85"/>
                <a:gd name="T50" fmla="*/ 49 w 85"/>
                <a:gd name="T51" fmla="*/ 34 h 85"/>
                <a:gd name="T52" fmla="*/ 53 w 85"/>
                <a:gd name="T53" fmla="*/ 38 h 85"/>
                <a:gd name="T54" fmla="*/ 49 w 85"/>
                <a:gd name="T55" fmla="*/ 34 h 85"/>
                <a:gd name="T56" fmla="*/ 49 w 85"/>
                <a:gd name="T57" fmla="*/ 42 h 85"/>
                <a:gd name="T58" fmla="*/ 43 w 85"/>
                <a:gd name="T59" fmla="*/ 44 h 85"/>
                <a:gd name="T60" fmla="*/ 56 w 85"/>
                <a:gd name="T61" fmla="*/ 57 h 85"/>
                <a:gd name="T62" fmla="*/ 60 w 85"/>
                <a:gd name="T63" fmla="*/ 63 h 85"/>
                <a:gd name="T64" fmla="*/ 49 w 85"/>
                <a:gd name="T65" fmla="*/ 60 h 85"/>
                <a:gd name="T66" fmla="*/ 17 w 85"/>
                <a:gd name="T67" fmla="*/ 42 h 85"/>
                <a:gd name="T68" fmla="*/ 13 w 85"/>
                <a:gd name="T69" fmla="*/ 48 h 85"/>
                <a:gd name="T70" fmla="*/ 14 w 85"/>
                <a:gd name="T71" fmla="*/ 37 h 85"/>
                <a:gd name="T72" fmla="*/ 58 w 85"/>
                <a:gd name="T73" fmla="*/ 19 h 85"/>
                <a:gd name="T74" fmla="*/ 71 w 85"/>
                <a:gd name="T75" fmla="*/ 31 h 85"/>
                <a:gd name="T76" fmla="*/ 58 w 85"/>
                <a:gd name="T77" fmla="*/ 1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5" h="85">
                  <a:moveTo>
                    <a:pt x="65" y="37"/>
                  </a:moveTo>
                  <a:cubicBezTo>
                    <a:pt x="64" y="34"/>
                    <a:pt x="66" y="34"/>
                    <a:pt x="68" y="34"/>
                  </a:cubicBezTo>
                  <a:cubicBezTo>
                    <a:pt x="71" y="36"/>
                    <a:pt x="74" y="37"/>
                    <a:pt x="77" y="39"/>
                  </a:cubicBezTo>
                  <a:cubicBezTo>
                    <a:pt x="85" y="36"/>
                    <a:pt x="85" y="27"/>
                    <a:pt x="78" y="24"/>
                  </a:cubicBezTo>
                  <a:cubicBezTo>
                    <a:pt x="69" y="18"/>
                    <a:pt x="56" y="11"/>
                    <a:pt x="50" y="13"/>
                  </a:cubicBezTo>
                  <a:cubicBezTo>
                    <a:pt x="41" y="23"/>
                    <a:pt x="49" y="25"/>
                    <a:pt x="55" y="28"/>
                  </a:cubicBezTo>
                  <a:cubicBezTo>
                    <a:pt x="58" y="30"/>
                    <a:pt x="56" y="31"/>
                    <a:pt x="54" y="31"/>
                  </a:cubicBezTo>
                  <a:cubicBezTo>
                    <a:pt x="42" y="27"/>
                    <a:pt x="44" y="30"/>
                    <a:pt x="36" y="38"/>
                  </a:cubicBezTo>
                  <a:cubicBezTo>
                    <a:pt x="30" y="42"/>
                    <a:pt x="27" y="40"/>
                    <a:pt x="25" y="37"/>
                  </a:cubicBezTo>
                  <a:cubicBezTo>
                    <a:pt x="24" y="35"/>
                    <a:pt x="25" y="35"/>
                    <a:pt x="26" y="34"/>
                  </a:cubicBezTo>
                  <a:cubicBezTo>
                    <a:pt x="30" y="32"/>
                    <a:pt x="33" y="30"/>
                    <a:pt x="32" y="27"/>
                  </a:cubicBezTo>
                  <a:cubicBezTo>
                    <a:pt x="32" y="23"/>
                    <a:pt x="33" y="19"/>
                    <a:pt x="37" y="17"/>
                  </a:cubicBezTo>
                  <a:cubicBezTo>
                    <a:pt x="40" y="15"/>
                    <a:pt x="44" y="14"/>
                    <a:pt x="43" y="8"/>
                  </a:cubicBezTo>
                  <a:cubicBezTo>
                    <a:pt x="40" y="2"/>
                    <a:pt x="32" y="0"/>
                    <a:pt x="34" y="6"/>
                  </a:cubicBezTo>
                  <a:cubicBezTo>
                    <a:pt x="36" y="10"/>
                    <a:pt x="32" y="14"/>
                    <a:pt x="30" y="12"/>
                  </a:cubicBezTo>
                  <a:cubicBezTo>
                    <a:pt x="20" y="9"/>
                    <a:pt x="10" y="6"/>
                    <a:pt x="10" y="10"/>
                  </a:cubicBezTo>
                  <a:cubicBezTo>
                    <a:pt x="8" y="14"/>
                    <a:pt x="17" y="15"/>
                    <a:pt x="25" y="16"/>
                  </a:cubicBezTo>
                  <a:cubicBezTo>
                    <a:pt x="27" y="17"/>
                    <a:pt x="27" y="20"/>
                    <a:pt x="25" y="20"/>
                  </a:cubicBezTo>
                  <a:cubicBezTo>
                    <a:pt x="19" y="20"/>
                    <a:pt x="14" y="19"/>
                    <a:pt x="9" y="19"/>
                  </a:cubicBezTo>
                  <a:cubicBezTo>
                    <a:pt x="5" y="20"/>
                    <a:pt x="5" y="25"/>
                    <a:pt x="10" y="25"/>
                  </a:cubicBezTo>
                  <a:cubicBezTo>
                    <a:pt x="15" y="25"/>
                    <a:pt x="20" y="25"/>
                    <a:pt x="25" y="24"/>
                  </a:cubicBezTo>
                  <a:cubicBezTo>
                    <a:pt x="27" y="24"/>
                    <a:pt x="26" y="29"/>
                    <a:pt x="23" y="29"/>
                  </a:cubicBezTo>
                  <a:cubicBezTo>
                    <a:pt x="8" y="29"/>
                    <a:pt x="10" y="30"/>
                    <a:pt x="9" y="31"/>
                  </a:cubicBezTo>
                  <a:cubicBezTo>
                    <a:pt x="7" y="35"/>
                    <a:pt x="7" y="38"/>
                    <a:pt x="5" y="42"/>
                  </a:cubicBezTo>
                  <a:cubicBezTo>
                    <a:pt x="0" y="51"/>
                    <a:pt x="6" y="54"/>
                    <a:pt x="16" y="54"/>
                  </a:cubicBezTo>
                  <a:cubicBezTo>
                    <a:pt x="36" y="58"/>
                    <a:pt x="54" y="64"/>
                    <a:pt x="60" y="78"/>
                  </a:cubicBezTo>
                  <a:cubicBezTo>
                    <a:pt x="61" y="80"/>
                    <a:pt x="61" y="81"/>
                    <a:pt x="63" y="82"/>
                  </a:cubicBezTo>
                  <a:cubicBezTo>
                    <a:pt x="68" y="85"/>
                    <a:pt x="71" y="79"/>
                    <a:pt x="67" y="75"/>
                  </a:cubicBezTo>
                  <a:cubicBezTo>
                    <a:pt x="64" y="72"/>
                    <a:pt x="65" y="72"/>
                    <a:pt x="67" y="68"/>
                  </a:cubicBezTo>
                  <a:cubicBezTo>
                    <a:pt x="71" y="60"/>
                    <a:pt x="79" y="51"/>
                    <a:pt x="72" y="42"/>
                  </a:cubicBezTo>
                  <a:cubicBezTo>
                    <a:pt x="70" y="40"/>
                    <a:pt x="68" y="39"/>
                    <a:pt x="65" y="37"/>
                  </a:cubicBezTo>
                  <a:close/>
                  <a:moveTo>
                    <a:pt x="38" y="49"/>
                  </a:moveTo>
                  <a:cubicBezTo>
                    <a:pt x="39" y="48"/>
                    <a:pt x="43" y="50"/>
                    <a:pt x="43" y="50"/>
                  </a:cubicBezTo>
                  <a:cubicBezTo>
                    <a:pt x="44" y="51"/>
                    <a:pt x="44" y="54"/>
                    <a:pt x="43" y="55"/>
                  </a:cubicBezTo>
                  <a:cubicBezTo>
                    <a:pt x="41" y="58"/>
                    <a:pt x="36" y="55"/>
                    <a:pt x="36" y="53"/>
                  </a:cubicBezTo>
                  <a:cubicBezTo>
                    <a:pt x="35" y="51"/>
                    <a:pt x="36" y="50"/>
                    <a:pt x="38" y="49"/>
                  </a:cubicBezTo>
                  <a:close/>
                  <a:moveTo>
                    <a:pt x="27" y="45"/>
                  </a:moveTo>
                  <a:cubicBezTo>
                    <a:pt x="27" y="46"/>
                    <a:pt x="27" y="50"/>
                    <a:pt x="27" y="50"/>
                  </a:cubicBezTo>
                  <a:cubicBezTo>
                    <a:pt x="26" y="51"/>
                    <a:pt x="25" y="51"/>
                    <a:pt x="24" y="51"/>
                  </a:cubicBezTo>
                  <a:cubicBezTo>
                    <a:pt x="21" y="50"/>
                    <a:pt x="22" y="45"/>
                    <a:pt x="24" y="45"/>
                  </a:cubicBezTo>
                  <a:cubicBezTo>
                    <a:pt x="25" y="44"/>
                    <a:pt x="26" y="44"/>
                    <a:pt x="27" y="45"/>
                  </a:cubicBezTo>
                  <a:close/>
                  <a:moveTo>
                    <a:pt x="61" y="47"/>
                  </a:moveTo>
                  <a:cubicBezTo>
                    <a:pt x="61" y="47"/>
                    <a:pt x="64" y="49"/>
                    <a:pt x="65" y="50"/>
                  </a:cubicBezTo>
                  <a:cubicBezTo>
                    <a:pt x="66" y="50"/>
                    <a:pt x="66" y="53"/>
                    <a:pt x="65" y="54"/>
                  </a:cubicBezTo>
                  <a:cubicBezTo>
                    <a:pt x="63" y="56"/>
                    <a:pt x="58" y="52"/>
                    <a:pt x="58" y="50"/>
                  </a:cubicBezTo>
                  <a:cubicBezTo>
                    <a:pt x="58" y="48"/>
                    <a:pt x="59" y="47"/>
                    <a:pt x="61" y="47"/>
                  </a:cubicBezTo>
                  <a:close/>
                  <a:moveTo>
                    <a:pt x="61" y="40"/>
                  </a:moveTo>
                  <a:cubicBezTo>
                    <a:pt x="61" y="39"/>
                    <a:pt x="64" y="40"/>
                    <a:pt x="64" y="41"/>
                  </a:cubicBezTo>
                  <a:cubicBezTo>
                    <a:pt x="65" y="41"/>
                    <a:pt x="65" y="42"/>
                    <a:pt x="64" y="43"/>
                  </a:cubicBezTo>
                  <a:cubicBezTo>
                    <a:pt x="63" y="45"/>
                    <a:pt x="60" y="43"/>
                    <a:pt x="60" y="42"/>
                  </a:cubicBezTo>
                  <a:cubicBezTo>
                    <a:pt x="59" y="41"/>
                    <a:pt x="60" y="40"/>
                    <a:pt x="61" y="40"/>
                  </a:cubicBezTo>
                  <a:close/>
                  <a:moveTo>
                    <a:pt x="49" y="34"/>
                  </a:moveTo>
                  <a:cubicBezTo>
                    <a:pt x="50" y="34"/>
                    <a:pt x="52" y="35"/>
                    <a:pt x="53" y="35"/>
                  </a:cubicBezTo>
                  <a:cubicBezTo>
                    <a:pt x="53" y="36"/>
                    <a:pt x="53" y="37"/>
                    <a:pt x="53" y="38"/>
                  </a:cubicBezTo>
                  <a:cubicBezTo>
                    <a:pt x="52" y="39"/>
                    <a:pt x="48" y="38"/>
                    <a:pt x="48" y="37"/>
                  </a:cubicBezTo>
                  <a:cubicBezTo>
                    <a:pt x="48" y="36"/>
                    <a:pt x="48" y="35"/>
                    <a:pt x="49" y="34"/>
                  </a:cubicBezTo>
                  <a:close/>
                  <a:moveTo>
                    <a:pt x="44" y="41"/>
                  </a:moveTo>
                  <a:cubicBezTo>
                    <a:pt x="45" y="40"/>
                    <a:pt x="48" y="42"/>
                    <a:pt x="49" y="42"/>
                  </a:cubicBezTo>
                  <a:cubicBezTo>
                    <a:pt x="49" y="43"/>
                    <a:pt x="49" y="44"/>
                    <a:pt x="49" y="45"/>
                  </a:cubicBezTo>
                  <a:cubicBezTo>
                    <a:pt x="48" y="47"/>
                    <a:pt x="43" y="45"/>
                    <a:pt x="43" y="44"/>
                  </a:cubicBezTo>
                  <a:cubicBezTo>
                    <a:pt x="42" y="42"/>
                    <a:pt x="43" y="41"/>
                    <a:pt x="44" y="41"/>
                  </a:cubicBezTo>
                  <a:close/>
                  <a:moveTo>
                    <a:pt x="56" y="57"/>
                  </a:moveTo>
                  <a:cubicBezTo>
                    <a:pt x="57" y="58"/>
                    <a:pt x="58" y="58"/>
                    <a:pt x="60" y="59"/>
                  </a:cubicBezTo>
                  <a:cubicBezTo>
                    <a:pt x="60" y="60"/>
                    <a:pt x="61" y="61"/>
                    <a:pt x="60" y="63"/>
                  </a:cubicBezTo>
                  <a:cubicBezTo>
                    <a:pt x="60" y="65"/>
                    <a:pt x="57" y="66"/>
                    <a:pt x="55" y="65"/>
                  </a:cubicBezTo>
                  <a:cubicBezTo>
                    <a:pt x="52" y="64"/>
                    <a:pt x="50" y="63"/>
                    <a:pt x="49" y="60"/>
                  </a:cubicBezTo>
                  <a:cubicBezTo>
                    <a:pt x="48" y="57"/>
                    <a:pt x="51" y="53"/>
                    <a:pt x="56" y="57"/>
                  </a:cubicBezTo>
                  <a:close/>
                  <a:moveTo>
                    <a:pt x="17" y="42"/>
                  </a:moveTo>
                  <a:cubicBezTo>
                    <a:pt x="17" y="44"/>
                    <a:pt x="16" y="45"/>
                    <a:pt x="16" y="46"/>
                  </a:cubicBezTo>
                  <a:cubicBezTo>
                    <a:pt x="15" y="48"/>
                    <a:pt x="14" y="48"/>
                    <a:pt x="13" y="48"/>
                  </a:cubicBezTo>
                  <a:cubicBezTo>
                    <a:pt x="11" y="48"/>
                    <a:pt x="11" y="46"/>
                    <a:pt x="11" y="44"/>
                  </a:cubicBezTo>
                  <a:cubicBezTo>
                    <a:pt x="11" y="42"/>
                    <a:pt x="11" y="39"/>
                    <a:pt x="14" y="37"/>
                  </a:cubicBezTo>
                  <a:cubicBezTo>
                    <a:pt x="17" y="35"/>
                    <a:pt x="19" y="36"/>
                    <a:pt x="17" y="42"/>
                  </a:cubicBezTo>
                  <a:close/>
                  <a:moveTo>
                    <a:pt x="58" y="19"/>
                  </a:moveTo>
                  <a:cubicBezTo>
                    <a:pt x="63" y="22"/>
                    <a:pt x="68" y="24"/>
                    <a:pt x="74" y="27"/>
                  </a:cubicBezTo>
                  <a:cubicBezTo>
                    <a:pt x="77" y="29"/>
                    <a:pt x="75" y="32"/>
                    <a:pt x="71" y="31"/>
                  </a:cubicBezTo>
                  <a:cubicBezTo>
                    <a:pt x="65" y="29"/>
                    <a:pt x="59" y="25"/>
                    <a:pt x="54" y="23"/>
                  </a:cubicBezTo>
                  <a:cubicBezTo>
                    <a:pt x="51" y="20"/>
                    <a:pt x="54" y="17"/>
                    <a:pt x="58"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íŝḷiḍe">
              <a:extLst>
                <a:ext uri="{FF2B5EF4-FFF2-40B4-BE49-F238E27FC236}">
                  <a16:creationId xmlns:a16="http://schemas.microsoft.com/office/drawing/2014/main" id="{B56B2683-F72C-7A3E-33DD-AA7F51923492}"/>
                </a:ext>
              </a:extLst>
            </p:cNvPr>
            <p:cNvSpPr/>
            <p:nvPr/>
          </p:nvSpPr>
          <p:spPr bwMode="auto">
            <a:xfrm>
              <a:off x="4305300" y="2970213"/>
              <a:ext cx="250825" cy="274638"/>
            </a:xfrm>
            <a:custGeom>
              <a:avLst/>
              <a:gdLst>
                <a:gd name="T0" fmla="*/ 57 w 76"/>
                <a:gd name="T1" fmla="*/ 20 h 83"/>
                <a:gd name="T2" fmla="*/ 34 w 76"/>
                <a:gd name="T3" fmla="*/ 4 h 83"/>
                <a:gd name="T4" fmla="*/ 28 w 76"/>
                <a:gd name="T5" fmla="*/ 8 h 83"/>
                <a:gd name="T6" fmla="*/ 40 w 76"/>
                <a:gd name="T7" fmla="*/ 17 h 83"/>
                <a:gd name="T8" fmla="*/ 39 w 76"/>
                <a:gd name="T9" fmla="*/ 20 h 83"/>
                <a:gd name="T10" fmla="*/ 28 w 76"/>
                <a:gd name="T11" fmla="*/ 13 h 83"/>
                <a:gd name="T12" fmla="*/ 21 w 76"/>
                <a:gd name="T13" fmla="*/ 15 h 83"/>
                <a:gd name="T14" fmla="*/ 32 w 76"/>
                <a:gd name="T15" fmla="*/ 24 h 83"/>
                <a:gd name="T16" fmla="*/ 27 w 76"/>
                <a:gd name="T17" fmla="*/ 31 h 83"/>
                <a:gd name="T18" fmla="*/ 9 w 76"/>
                <a:gd name="T19" fmla="*/ 20 h 83"/>
                <a:gd name="T20" fmla="*/ 1 w 76"/>
                <a:gd name="T21" fmla="*/ 23 h 83"/>
                <a:gd name="T22" fmla="*/ 33 w 76"/>
                <a:gd name="T23" fmla="*/ 47 h 83"/>
                <a:gd name="T24" fmla="*/ 27 w 76"/>
                <a:gd name="T25" fmla="*/ 74 h 83"/>
                <a:gd name="T26" fmla="*/ 36 w 76"/>
                <a:gd name="T27" fmla="*/ 77 h 83"/>
                <a:gd name="T28" fmla="*/ 40 w 76"/>
                <a:gd name="T29" fmla="*/ 50 h 83"/>
                <a:gd name="T30" fmla="*/ 46 w 76"/>
                <a:gd name="T31" fmla="*/ 49 h 83"/>
                <a:gd name="T32" fmla="*/ 49 w 76"/>
                <a:gd name="T33" fmla="*/ 65 h 83"/>
                <a:gd name="T34" fmla="*/ 54 w 76"/>
                <a:gd name="T35" fmla="*/ 62 h 83"/>
                <a:gd name="T36" fmla="*/ 54 w 76"/>
                <a:gd name="T37" fmla="*/ 47 h 83"/>
                <a:gd name="T38" fmla="*/ 57 w 76"/>
                <a:gd name="T39" fmla="*/ 45 h 83"/>
                <a:gd name="T40" fmla="*/ 59 w 76"/>
                <a:gd name="T41" fmla="*/ 67 h 83"/>
                <a:gd name="T42" fmla="*/ 66 w 76"/>
                <a:gd name="T43" fmla="*/ 64 h 83"/>
                <a:gd name="T44" fmla="*/ 65 w 76"/>
                <a:gd name="T45" fmla="*/ 37 h 83"/>
                <a:gd name="T46" fmla="*/ 65 w 76"/>
                <a:gd name="T47" fmla="*/ 31 h 83"/>
                <a:gd name="T48" fmla="*/ 57 w 76"/>
                <a:gd name="T49" fmla="*/ 20 h 83"/>
                <a:gd name="T50" fmla="*/ 41 w 76"/>
                <a:gd name="T51" fmla="*/ 28 h 83"/>
                <a:gd name="T52" fmla="*/ 51 w 76"/>
                <a:gd name="T53" fmla="*/ 25 h 83"/>
                <a:gd name="T54" fmla="*/ 58 w 76"/>
                <a:gd name="T55" fmla="*/ 31 h 83"/>
                <a:gd name="T56" fmla="*/ 54 w 76"/>
                <a:gd name="T57" fmla="*/ 39 h 83"/>
                <a:gd name="T58" fmla="*/ 41 w 76"/>
                <a:gd name="T59" fmla="*/ 39 h 83"/>
                <a:gd name="T60" fmla="*/ 41 w 76"/>
                <a:gd name="T61" fmla="*/ 2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 h="83">
                  <a:moveTo>
                    <a:pt x="57" y="20"/>
                  </a:moveTo>
                  <a:cubicBezTo>
                    <a:pt x="51" y="22"/>
                    <a:pt x="42" y="10"/>
                    <a:pt x="34" y="4"/>
                  </a:cubicBezTo>
                  <a:cubicBezTo>
                    <a:pt x="26" y="0"/>
                    <a:pt x="24" y="1"/>
                    <a:pt x="28" y="8"/>
                  </a:cubicBezTo>
                  <a:cubicBezTo>
                    <a:pt x="32" y="11"/>
                    <a:pt x="36" y="14"/>
                    <a:pt x="40" y="17"/>
                  </a:cubicBezTo>
                  <a:cubicBezTo>
                    <a:pt x="42" y="19"/>
                    <a:pt x="42" y="20"/>
                    <a:pt x="39" y="20"/>
                  </a:cubicBezTo>
                  <a:cubicBezTo>
                    <a:pt x="35" y="20"/>
                    <a:pt x="31" y="15"/>
                    <a:pt x="28" y="13"/>
                  </a:cubicBezTo>
                  <a:cubicBezTo>
                    <a:pt x="24" y="9"/>
                    <a:pt x="20" y="11"/>
                    <a:pt x="21" y="15"/>
                  </a:cubicBezTo>
                  <a:cubicBezTo>
                    <a:pt x="25" y="18"/>
                    <a:pt x="28" y="21"/>
                    <a:pt x="32" y="24"/>
                  </a:cubicBezTo>
                  <a:cubicBezTo>
                    <a:pt x="36" y="28"/>
                    <a:pt x="32" y="33"/>
                    <a:pt x="27" y="31"/>
                  </a:cubicBezTo>
                  <a:cubicBezTo>
                    <a:pt x="21" y="27"/>
                    <a:pt x="15" y="23"/>
                    <a:pt x="9" y="20"/>
                  </a:cubicBezTo>
                  <a:cubicBezTo>
                    <a:pt x="2" y="16"/>
                    <a:pt x="0" y="20"/>
                    <a:pt x="1" y="23"/>
                  </a:cubicBezTo>
                  <a:cubicBezTo>
                    <a:pt x="7" y="33"/>
                    <a:pt x="33" y="29"/>
                    <a:pt x="33" y="47"/>
                  </a:cubicBezTo>
                  <a:cubicBezTo>
                    <a:pt x="34" y="56"/>
                    <a:pt x="31" y="67"/>
                    <a:pt x="27" y="74"/>
                  </a:cubicBezTo>
                  <a:cubicBezTo>
                    <a:pt x="26" y="82"/>
                    <a:pt x="35" y="83"/>
                    <a:pt x="36" y="77"/>
                  </a:cubicBezTo>
                  <a:cubicBezTo>
                    <a:pt x="38" y="68"/>
                    <a:pt x="39" y="59"/>
                    <a:pt x="40" y="50"/>
                  </a:cubicBezTo>
                  <a:cubicBezTo>
                    <a:pt x="41" y="46"/>
                    <a:pt x="44" y="46"/>
                    <a:pt x="46" y="49"/>
                  </a:cubicBezTo>
                  <a:cubicBezTo>
                    <a:pt x="50" y="52"/>
                    <a:pt x="45" y="61"/>
                    <a:pt x="49" y="65"/>
                  </a:cubicBezTo>
                  <a:cubicBezTo>
                    <a:pt x="51" y="69"/>
                    <a:pt x="54" y="66"/>
                    <a:pt x="54" y="62"/>
                  </a:cubicBezTo>
                  <a:cubicBezTo>
                    <a:pt x="54" y="57"/>
                    <a:pt x="54" y="52"/>
                    <a:pt x="54" y="47"/>
                  </a:cubicBezTo>
                  <a:cubicBezTo>
                    <a:pt x="54" y="45"/>
                    <a:pt x="55" y="44"/>
                    <a:pt x="57" y="45"/>
                  </a:cubicBezTo>
                  <a:cubicBezTo>
                    <a:pt x="60" y="48"/>
                    <a:pt x="55" y="63"/>
                    <a:pt x="59" y="67"/>
                  </a:cubicBezTo>
                  <a:cubicBezTo>
                    <a:pt x="63" y="70"/>
                    <a:pt x="67" y="69"/>
                    <a:pt x="66" y="64"/>
                  </a:cubicBezTo>
                  <a:cubicBezTo>
                    <a:pt x="63" y="54"/>
                    <a:pt x="64" y="45"/>
                    <a:pt x="65" y="37"/>
                  </a:cubicBezTo>
                  <a:cubicBezTo>
                    <a:pt x="65" y="35"/>
                    <a:pt x="64" y="33"/>
                    <a:pt x="65" y="31"/>
                  </a:cubicBezTo>
                  <a:cubicBezTo>
                    <a:pt x="65" y="25"/>
                    <a:pt x="76" y="20"/>
                    <a:pt x="57" y="20"/>
                  </a:cubicBezTo>
                  <a:close/>
                  <a:moveTo>
                    <a:pt x="41" y="28"/>
                  </a:moveTo>
                  <a:cubicBezTo>
                    <a:pt x="43" y="28"/>
                    <a:pt x="48" y="27"/>
                    <a:pt x="51" y="25"/>
                  </a:cubicBezTo>
                  <a:cubicBezTo>
                    <a:pt x="53" y="23"/>
                    <a:pt x="57" y="26"/>
                    <a:pt x="58" y="31"/>
                  </a:cubicBezTo>
                  <a:cubicBezTo>
                    <a:pt x="58" y="34"/>
                    <a:pt x="57" y="37"/>
                    <a:pt x="54" y="39"/>
                  </a:cubicBezTo>
                  <a:cubicBezTo>
                    <a:pt x="49" y="43"/>
                    <a:pt x="45" y="43"/>
                    <a:pt x="41" y="39"/>
                  </a:cubicBezTo>
                  <a:cubicBezTo>
                    <a:pt x="40" y="34"/>
                    <a:pt x="40" y="30"/>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îṧľïḑé">
              <a:extLst>
                <a:ext uri="{FF2B5EF4-FFF2-40B4-BE49-F238E27FC236}">
                  <a16:creationId xmlns:a16="http://schemas.microsoft.com/office/drawing/2014/main" id="{6F9AD7C0-6AFA-84AF-EAED-59CEDB91BF7A}"/>
                </a:ext>
              </a:extLst>
            </p:cNvPr>
            <p:cNvSpPr/>
            <p:nvPr/>
          </p:nvSpPr>
          <p:spPr bwMode="auto">
            <a:xfrm>
              <a:off x="3054350" y="2955926"/>
              <a:ext cx="228600" cy="271463"/>
            </a:xfrm>
            <a:custGeom>
              <a:avLst/>
              <a:gdLst>
                <a:gd name="T0" fmla="*/ 29 w 69"/>
                <a:gd name="T1" fmla="*/ 79 h 82"/>
                <a:gd name="T2" fmla="*/ 24 w 69"/>
                <a:gd name="T3" fmla="*/ 39 h 82"/>
                <a:gd name="T4" fmla="*/ 14 w 69"/>
                <a:gd name="T5" fmla="*/ 35 h 82"/>
                <a:gd name="T6" fmla="*/ 9 w 69"/>
                <a:gd name="T7" fmla="*/ 30 h 82"/>
                <a:gd name="T8" fmla="*/ 16 w 69"/>
                <a:gd name="T9" fmla="*/ 14 h 82"/>
                <a:gd name="T10" fmla="*/ 34 w 69"/>
                <a:gd name="T11" fmla="*/ 7 h 82"/>
                <a:gd name="T12" fmla="*/ 37 w 69"/>
                <a:gd name="T13" fmla="*/ 28 h 82"/>
                <a:gd name="T14" fmla="*/ 68 w 69"/>
                <a:gd name="T15" fmla="*/ 16 h 82"/>
                <a:gd name="T16" fmla="*/ 27 w 69"/>
                <a:gd name="T17" fmla="*/ 53 h 82"/>
                <a:gd name="T18" fmla="*/ 52 w 69"/>
                <a:gd name="T19" fmla="*/ 61 h 82"/>
                <a:gd name="T20" fmla="*/ 59 w 69"/>
                <a:gd name="T21" fmla="*/ 44 h 82"/>
                <a:gd name="T22" fmla="*/ 53 w 69"/>
                <a:gd name="T23" fmla="*/ 42 h 82"/>
                <a:gd name="T24" fmla="*/ 44 w 69"/>
                <a:gd name="T25" fmla="*/ 30 h 82"/>
                <a:gd name="T26" fmla="*/ 43 w 69"/>
                <a:gd name="T27" fmla="*/ 50 h 82"/>
                <a:gd name="T28" fmla="*/ 36 w 69"/>
                <a:gd name="T29" fmla="*/ 61 h 82"/>
                <a:gd name="T30" fmla="*/ 52 w 69"/>
                <a:gd name="T31" fmla="*/ 61 h 82"/>
                <a:gd name="T32" fmla="*/ 38 w 69"/>
                <a:gd name="T33" fmla="*/ 46 h 82"/>
                <a:gd name="T34" fmla="*/ 46 w 69"/>
                <a:gd name="T35" fmla="*/ 40 h 82"/>
                <a:gd name="T36" fmla="*/ 17 w 69"/>
                <a:gd name="T37" fmla="*/ 48 h 82"/>
                <a:gd name="T38" fmla="*/ 14 w 69"/>
                <a:gd name="T39" fmla="*/ 44 h 82"/>
                <a:gd name="T40" fmla="*/ 8 w 69"/>
                <a:gd name="T41" fmla="*/ 48 h 82"/>
                <a:gd name="T42" fmla="*/ 5 w 69"/>
                <a:gd name="T43" fmla="*/ 37 h 82"/>
                <a:gd name="T44" fmla="*/ 3 w 69"/>
                <a:gd name="T45" fmla="*/ 55 h 82"/>
                <a:gd name="T46" fmla="*/ 22 w 69"/>
                <a:gd name="T47" fmla="*/ 45 h 82"/>
                <a:gd name="T48" fmla="*/ 17 w 69"/>
                <a:gd name="T49" fmla="*/ 48 h 82"/>
                <a:gd name="T50" fmla="*/ 17 w 69"/>
                <a:gd name="T51" fmla="*/ 25 h 82"/>
                <a:gd name="T52" fmla="*/ 24 w 69"/>
                <a:gd name="T53" fmla="*/ 27 h 82"/>
                <a:gd name="T54" fmla="*/ 32 w 69"/>
                <a:gd name="T55" fmla="*/ 21 h 82"/>
                <a:gd name="T56" fmla="*/ 31 w 69"/>
                <a:gd name="T57" fmla="*/ 16 h 82"/>
                <a:gd name="T58" fmla="*/ 26 w 69"/>
                <a:gd name="T59" fmla="*/ 16 h 82"/>
                <a:gd name="T60" fmla="*/ 22 w 69"/>
                <a:gd name="T61" fmla="*/ 13 h 82"/>
                <a:gd name="T62" fmla="*/ 17 w 69"/>
                <a:gd name="T63" fmla="*/ 21 h 82"/>
                <a:gd name="T64" fmla="*/ 26 w 69"/>
                <a:gd name="T65" fmla="*/ 37 h 82"/>
                <a:gd name="T66" fmla="*/ 31 w 69"/>
                <a:gd name="T67"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82">
                  <a:moveTo>
                    <a:pt x="32" y="72"/>
                  </a:moveTo>
                  <a:cubicBezTo>
                    <a:pt x="35" y="77"/>
                    <a:pt x="36" y="82"/>
                    <a:pt x="29" y="79"/>
                  </a:cubicBezTo>
                  <a:cubicBezTo>
                    <a:pt x="15" y="67"/>
                    <a:pt x="21" y="56"/>
                    <a:pt x="26" y="44"/>
                  </a:cubicBezTo>
                  <a:cubicBezTo>
                    <a:pt x="26" y="42"/>
                    <a:pt x="26" y="41"/>
                    <a:pt x="24" y="39"/>
                  </a:cubicBezTo>
                  <a:cubicBezTo>
                    <a:pt x="22" y="38"/>
                    <a:pt x="22" y="39"/>
                    <a:pt x="20" y="39"/>
                  </a:cubicBezTo>
                  <a:cubicBezTo>
                    <a:pt x="15" y="41"/>
                    <a:pt x="16" y="41"/>
                    <a:pt x="14" y="35"/>
                  </a:cubicBezTo>
                  <a:cubicBezTo>
                    <a:pt x="14" y="33"/>
                    <a:pt x="12" y="34"/>
                    <a:pt x="10" y="34"/>
                  </a:cubicBezTo>
                  <a:cubicBezTo>
                    <a:pt x="7" y="34"/>
                    <a:pt x="7" y="33"/>
                    <a:pt x="9" y="30"/>
                  </a:cubicBezTo>
                  <a:cubicBezTo>
                    <a:pt x="12" y="28"/>
                    <a:pt x="13" y="25"/>
                    <a:pt x="13" y="21"/>
                  </a:cubicBezTo>
                  <a:cubicBezTo>
                    <a:pt x="14" y="19"/>
                    <a:pt x="15" y="16"/>
                    <a:pt x="16" y="14"/>
                  </a:cubicBezTo>
                  <a:cubicBezTo>
                    <a:pt x="18" y="11"/>
                    <a:pt x="20" y="7"/>
                    <a:pt x="22" y="4"/>
                  </a:cubicBezTo>
                  <a:cubicBezTo>
                    <a:pt x="25" y="2"/>
                    <a:pt x="27" y="0"/>
                    <a:pt x="34" y="7"/>
                  </a:cubicBezTo>
                  <a:cubicBezTo>
                    <a:pt x="42" y="13"/>
                    <a:pt x="38" y="21"/>
                    <a:pt x="33" y="28"/>
                  </a:cubicBezTo>
                  <a:cubicBezTo>
                    <a:pt x="33" y="30"/>
                    <a:pt x="35" y="29"/>
                    <a:pt x="37" y="28"/>
                  </a:cubicBezTo>
                  <a:cubicBezTo>
                    <a:pt x="41" y="20"/>
                    <a:pt x="47" y="13"/>
                    <a:pt x="57" y="12"/>
                  </a:cubicBezTo>
                  <a:cubicBezTo>
                    <a:pt x="63" y="12"/>
                    <a:pt x="67" y="11"/>
                    <a:pt x="68" y="16"/>
                  </a:cubicBezTo>
                  <a:cubicBezTo>
                    <a:pt x="69" y="19"/>
                    <a:pt x="68" y="20"/>
                    <a:pt x="60" y="20"/>
                  </a:cubicBezTo>
                  <a:cubicBezTo>
                    <a:pt x="50" y="18"/>
                    <a:pt x="34" y="30"/>
                    <a:pt x="27" y="53"/>
                  </a:cubicBezTo>
                  <a:cubicBezTo>
                    <a:pt x="26" y="62"/>
                    <a:pt x="27" y="68"/>
                    <a:pt x="32" y="72"/>
                  </a:cubicBezTo>
                  <a:close/>
                  <a:moveTo>
                    <a:pt x="52" y="61"/>
                  </a:moveTo>
                  <a:cubicBezTo>
                    <a:pt x="52" y="68"/>
                    <a:pt x="58" y="63"/>
                    <a:pt x="59" y="59"/>
                  </a:cubicBezTo>
                  <a:cubicBezTo>
                    <a:pt x="60" y="52"/>
                    <a:pt x="54" y="48"/>
                    <a:pt x="59" y="44"/>
                  </a:cubicBezTo>
                  <a:cubicBezTo>
                    <a:pt x="66" y="23"/>
                    <a:pt x="55" y="25"/>
                    <a:pt x="55" y="30"/>
                  </a:cubicBezTo>
                  <a:cubicBezTo>
                    <a:pt x="56" y="34"/>
                    <a:pt x="55" y="38"/>
                    <a:pt x="53" y="42"/>
                  </a:cubicBezTo>
                  <a:cubicBezTo>
                    <a:pt x="51" y="44"/>
                    <a:pt x="49" y="44"/>
                    <a:pt x="50" y="41"/>
                  </a:cubicBezTo>
                  <a:cubicBezTo>
                    <a:pt x="50" y="35"/>
                    <a:pt x="50" y="29"/>
                    <a:pt x="44" y="30"/>
                  </a:cubicBezTo>
                  <a:cubicBezTo>
                    <a:pt x="39" y="33"/>
                    <a:pt x="32" y="48"/>
                    <a:pt x="33" y="52"/>
                  </a:cubicBezTo>
                  <a:cubicBezTo>
                    <a:pt x="35" y="58"/>
                    <a:pt x="41" y="55"/>
                    <a:pt x="43" y="50"/>
                  </a:cubicBezTo>
                  <a:cubicBezTo>
                    <a:pt x="45" y="47"/>
                    <a:pt x="49" y="51"/>
                    <a:pt x="46" y="53"/>
                  </a:cubicBezTo>
                  <a:cubicBezTo>
                    <a:pt x="41" y="56"/>
                    <a:pt x="38" y="58"/>
                    <a:pt x="36" y="61"/>
                  </a:cubicBezTo>
                  <a:cubicBezTo>
                    <a:pt x="34" y="69"/>
                    <a:pt x="43" y="65"/>
                    <a:pt x="45" y="61"/>
                  </a:cubicBezTo>
                  <a:cubicBezTo>
                    <a:pt x="49" y="54"/>
                    <a:pt x="51" y="56"/>
                    <a:pt x="52" y="61"/>
                  </a:cubicBezTo>
                  <a:close/>
                  <a:moveTo>
                    <a:pt x="42" y="38"/>
                  </a:moveTo>
                  <a:cubicBezTo>
                    <a:pt x="39" y="41"/>
                    <a:pt x="39" y="42"/>
                    <a:pt x="38" y="46"/>
                  </a:cubicBezTo>
                  <a:cubicBezTo>
                    <a:pt x="38" y="49"/>
                    <a:pt x="40" y="49"/>
                    <a:pt x="42" y="47"/>
                  </a:cubicBezTo>
                  <a:cubicBezTo>
                    <a:pt x="44" y="45"/>
                    <a:pt x="45" y="43"/>
                    <a:pt x="46" y="40"/>
                  </a:cubicBezTo>
                  <a:cubicBezTo>
                    <a:pt x="45" y="35"/>
                    <a:pt x="44" y="35"/>
                    <a:pt x="42" y="38"/>
                  </a:cubicBezTo>
                  <a:close/>
                  <a:moveTo>
                    <a:pt x="17" y="48"/>
                  </a:moveTo>
                  <a:cubicBezTo>
                    <a:pt x="17" y="50"/>
                    <a:pt x="15" y="50"/>
                    <a:pt x="15" y="50"/>
                  </a:cubicBezTo>
                  <a:cubicBezTo>
                    <a:pt x="12" y="50"/>
                    <a:pt x="13" y="46"/>
                    <a:pt x="14" y="44"/>
                  </a:cubicBezTo>
                  <a:cubicBezTo>
                    <a:pt x="15" y="42"/>
                    <a:pt x="15" y="42"/>
                    <a:pt x="14" y="41"/>
                  </a:cubicBezTo>
                  <a:cubicBezTo>
                    <a:pt x="11" y="38"/>
                    <a:pt x="10" y="48"/>
                    <a:pt x="8" y="48"/>
                  </a:cubicBezTo>
                  <a:cubicBezTo>
                    <a:pt x="2" y="51"/>
                    <a:pt x="4" y="44"/>
                    <a:pt x="7" y="41"/>
                  </a:cubicBezTo>
                  <a:cubicBezTo>
                    <a:pt x="9" y="40"/>
                    <a:pt x="7" y="36"/>
                    <a:pt x="5" y="37"/>
                  </a:cubicBezTo>
                  <a:cubicBezTo>
                    <a:pt x="2" y="38"/>
                    <a:pt x="0" y="47"/>
                    <a:pt x="0" y="47"/>
                  </a:cubicBezTo>
                  <a:cubicBezTo>
                    <a:pt x="0" y="52"/>
                    <a:pt x="1" y="54"/>
                    <a:pt x="3" y="55"/>
                  </a:cubicBezTo>
                  <a:cubicBezTo>
                    <a:pt x="8" y="57"/>
                    <a:pt x="12" y="57"/>
                    <a:pt x="14" y="58"/>
                  </a:cubicBezTo>
                  <a:cubicBezTo>
                    <a:pt x="19" y="58"/>
                    <a:pt x="23" y="49"/>
                    <a:pt x="22" y="45"/>
                  </a:cubicBezTo>
                  <a:cubicBezTo>
                    <a:pt x="22" y="42"/>
                    <a:pt x="19" y="43"/>
                    <a:pt x="18" y="44"/>
                  </a:cubicBezTo>
                  <a:cubicBezTo>
                    <a:pt x="17" y="46"/>
                    <a:pt x="17" y="48"/>
                    <a:pt x="17" y="48"/>
                  </a:cubicBezTo>
                  <a:close/>
                  <a:moveTo>
                    <a:pt x="17" y="21"/>
                  </a:moveTo>
                  <a:cubicBezTo>
                    <a:pt x="17" y="22"/>
                    <a:pt x="16" y="24"/>
                    <a:pt x="17" y="25"/>
                  </a:cubicBezTo>
                  <a:cubicBezTo>
                    <a:pt x="22" y="28"/>
                    <a:pt x="18" y="24"/>
                    <a:pt x="22" y="22"/>
                  </a:cubicBezTo>
                  <a:cubicBezTo>
                    <a:pt x="23" y="21"/>
                    <a:pt x="24" y="21"/>
                    <a:pt x="24" y="27"/>
                  </a:cubicBezTo>
                  <a:cubicBezTo>
                    <a:pt x="24" y="29"/>
                    <a:pt x="28" y="30"/>
                    <a:pt x="30" y="27"/>
                  </a:cubicBezTo>
                  <a:cubicBezTo>
                    <a:pt x="30" y="25"/>
                    <a:pt x="31" y="23"/>
                    <a:pt x="32" y="21"/>
                  </a:cubicBezTo>
                  <a:cubicBezTo>
                    <a:pt x="34" y="20"/>
                    <a:pt x="35" y="20"/>
                    <a:pt x="34" y="18"/>
                  </a:cubicBezTo>
                  <a:cubicBezTo>
                    <a:pt x="33" y="16"/>
                    <a:pt x="32" y="15"/>
                    <a:pt x="31" y="16"/>
                  </a:cubicBezTo>
                  <a:cubicBezTo>
                    <a:pt x="29" y="17"/>
                    <a:pt x="30" y="19"/>
                    <a:pt x="28" y="19"/>
                  </a:cubicBezTo>
                  <a:cubicBezTo>
                    <a:pt x="26" y="20"/>
                    <a:pt x="26" y="18"/>
                    <a:pt x="26" y="16"/>
                  </a:cubicBezTo>
                  <a:cubicBezTo>
                    <a:pt x="26" y="16"/>
                    <a:pt x="27" y="15"/>
                    <a:pt x="27" y="14"/>
                  </a:cubicBezTo>
                  <a:cubicBezTo>
                    <a:pt x="29" y="9"/>
                    <a:pt x="24" y="9"/>
                    <a:pt x="22" y="13"/>
                  </a:cubicBezTo>
                  <a:cubicBezTo>
                    <a:pt x="21" y="14"/>
                    <a:pt x="20" y="15"/>
                    <a:pt x="19" y="16"/>
                  </a:cubicBezTo>
                  <a:cubicBezTo>
                    <a:pt x="18" y="19"/>
                    <a:pt x="17" y="18"/>
                    <a:pt x="17" y="21"/>
                  </a:cubicBezTo>
                  <a:close/>
                  <a:moveTo>
                    <a:pt x="27" y="33"/>
                  </a:moveTo>
                  <a:cubicBezTo>
                    <a:pt x="26" y="35"/>
                    <a:pt x="25" y="36"/>
                    <a:pt x="26" y="37"/>
                  </a:cubicBezTo>
                  <a:cubicBezTo>
                    <a:pt x="26" y="39"/>
                    <a:pt x="27" y="39"/>
                    <a:pt x="28" y="39"/>
                  </a:cubicBezTo>
                  <a:cubicBezTo>
                    <a:pt x="30" y="38"/>
                    <a:pt x="30" y="37"/>
                    <a:pt x="31" y="35"/>
                  </a:cubicBezTo>
                  <a:cubicBezTo>
                    <a:pt x="32" y="32"/>
                    <a:pt x="31" y="32"/>
                    <a:pt x="27"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íṧľiḍê">
              <a:extLst>
                <a:ext uri="{FF2B5EF4-FFF2-40B4-BE49-F238E27FC236}">
                  <a16:creationId xmlns:a16="http://schemas.microsoft.com/office/drawing/2014/main" id="{99F7AB80-3FB1-12D5-9BA0-4407E765B23D}"/>
                </a:ext>
              </a:extLst>
            </p:cNvPr>
            <p:cNvSpPr/>
            <p:nvPr/>
          </p:nvSpPr>
          <p:spPr bwMode="auto">
            <a:xfrm>
              <a:off x="4991100" y="3776663"/>
              <a:ext cx="198438" cy="207963"/>
            </a:xfrm>
            <a:custGeom>
              <a:avLst/>
              <a:gdLst>
                <a:gd name="T0" fmla="*/ 123 w 125"/>
                <a:gd name="T1" fmla="*/ 0 h 131"/>
                <a:gd name="T2" fmla="*/ 91 w 125"/>
                <a:gd name="T3" fmla="*/ 0 h 131"/>
                <a:gd name="T4" fmla="*/ 64 w 125"/>
                <a:gd name="T5" fmla="*/ 46 h 131"/>
                <a:gd name="T6" fmla="*/ 37 w 125"/>
                <a:gd name="T7" fmla="*/ 0 h 131"/>
                <a:gd name="T8" fmla="*/ 2 w 125"/>
                <a:gd name="T9" fmla="*/ 0 h 131"/>
                <a:gd name="T10" fmla="*/ 46 w 125"/>
                <a:gd name="T11" fmla="*/ 64 h 131"/>
                <a:gd name="T12" fmla="*/ 0 w 125"/>
                <a:gd name="T13" fmla="*/ 131 h 131"/>
                <a:gd name="T14" fmla="*/ 29 w 125"/>
                <a:gd name="T15" fmla="*/ 131 h 131"/>
                <a:gd name="T16" fmla="*/ 60 w 125"/>
                <a:gd name="T17" fmla="*/ 81 h 131"/>
                <a:gd name="T18" fmla="*/ 89 w 125"/>
                <a:gd name="T19" fmla="*/ 131 h 131"/>
                <a:gd name="T20" fmla="*/ 125 w 125"/>
                <a:gd name="T21" fmla="*/ 131 h 131"/>
                <a:gd name="T22" fmla="*/ 79 w 125"/>
                <a:gd name="T23" fmla="*/ 64 h 131"/>
                <a:gd name="T24" fmla="*/ 123 w 125"/>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31">
                  <a:moveTo>
                    <a:pt x="123" y="0"/>
                  </a:moveTo>
                  <a:lnTo>
                    <a:pt x="91" y="0"/>
                  </a:lnTo>
                  <a:lnTo>
                    <a:pt x="64" y="46"/>
                  </a:lnTo>
                  <a:lnTo>
                    <a:pt x="37" y="0"/>
                  </a:lnTo>
                  <a:lnTo>
                    <a:pt x="2" y="0"/>
                  </a:lnTo>
                  <a:lnTo>
                    <a:pt x="46" y="64"/>
                  </a:lnTo>
                  <a:lnTo>
                    <a:pt x="0" y="131"/>
                  </a:lnTo>
                  <a:lnTo>
                    <a:pt x="29" y="131"/>
                  </a:lnTo>
                  <a:lnTo>
                    <a:pt x="60" y="81"/>
                  </a:lnTo>
                  <a:lnTo>
                    <a:pt x="89" y="131"/>
                  </a:lnTo>
                  <a:lnTo>
                    <a:pt x="125" y="131"/>
                  </a:lnTo>
                  <a:lnTo>
                    <a:pt x="79" y="64"/>
                  </a:lnTo>
                  <a:lnTo>
                    <a:pt x="1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išlîdê">
              <a:extLst>
                <a:ext uri="{FF2B5EF4-FFF2-40B4-BE49-F238E27FC236}">
                  <a16:creationId xmlns:a16="http://schemas.microsoft.com/office/drawing/2014/main" id="{0AD96327-5408-EC3D-D879-95E3C9152501}"/>
                </a:ext>
              </a:extLst>
            </p:cNvPr>
            <p:cNvSpPr/>
            <p:nvPr/>
          </p:nvSpPr>
          <p:spPr bwMode="auto">
            <a:xfrm>
              <a:off x="5211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2" name="íṣḻîḋê">
              <a:extLst>
                <a:ext uri="{FF2B5EF4-FFF2-40B4-BE49-F238E27FC236}">
                  <a16:creationId xmlns:a16="http://schemas.microsoft.com/office/drawing/2014/main" id="{20A0B6B1-7B2D-5EC7-DFD4-35617D2FA8DD}"/>
                </a:ext>
              </a:extLst>
            </p:cNvPr>
            <p:cNvSpPr/>
            <p:nvPr/>
          </p:nvSpPr>
          <p:spPr bwMode="auto">
            <a:xfrm>
              <a:off x="5287963" y="3776663"/>
              <a:ext cx="39688"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3" name="ï$ľiḑé">
              <a:extLst>
                <a:ext uri="{FF2B5EF4-FFF2-40B4-BE49-F238E27FC236}">
                  <a16:creationId xmlns:a16="http://schemas.microsoft.com/office/drawing/2014/main" id="{42EA0C22-0CAF-1110-3263-56C57BA98C91}"/>
                </a:ext>
              </a:extLst>
            </p:cNvPr>
            <p:cNvSpPr/>
            <p:nvPr/>
          </p:nvSpPr>
          <p:spPr bwMode="auto">
            <a:xfrm>
              <a:off x="5343525" y="3776663"/>
              <a:ext cx="201613" cy="207963"/>
            </a:xfrm>
            <a:custGeom>
              <a:avLst/>
              <a:gdLst>
                <a:gd name="T0" fmla="*/ 48 w 127"/>
                <a:gd name="T1" fmla="*/ 0 h 131"/>
                <a:gd name="T2" fmla="*/ 0 w 127"/>
                <a:gd name="T3" fmla="*/ 131 h 131"/>
                <a:gd name="T4" fmla="*/ 27 w 127"/>
                <a:gd name="T5" fmla="*/ 131 h 131"/>
                <a:gd name="T6" fmla="*/ 38 w 127"/>
                <a:gd name="T7" fmla="*/ 104 h 131"/>
                <a:gd name="T8" fmla="*/ 90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3 w 127"/>
                <a:gd name="T21" fmla="*/ 25 h 131"/>
                <a:gd name="T22" fmla="*/ 65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8" y="104"/>
                  </a:lnTo>
                  <a:lnTo>
                    <a:pt x="90" y="104"/>
                  </a:lnTo>
                  <a:lnTo>
                    <a:pt x="98" y="131"/>
                  </a:lnTo>
                  <a:lnTo>
                    <a:pt x="127" y="131"/>
                  </a:lnTo>
                  <a:lnTo>
                    <a:pt x="81" y="0"/>
                  </a:lnTo>
                  <a:lnTo>
                    <a:pt x="48" y="0"/>
                  </a:lnTo>
                  <a:close/>
                  <a:moveTo>
                    <a:pt x="44" y="81"/>
                  </a:moveTo>
                  <a:lnTo>
                    <a:pt x="63" y="25"/>
                  </a:lnTo>
                  <a:lnTo>
                    <a:pt x="65"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îs1ïdè">
              <a:extLst>
                <a:ext uri="{FF2B5EF4-FFF2-40B4-BE49-F238E27FC236}">
                  <a16:creationId xmlns:a16="http://schemas.microsoft.com/office/drawing/2014/main" id="{261C55E9-BC95-3830-EFFF-8CAEB4D6B6ED}"/>
                </a:ext>
              </a:extLst>
            </p:cNvPr>
            <p:cNvSpPr/>
            <p:nvPr/>
          </p:nvSpPr>
          <p:spPr bwMode="auto">
            <a:xfrm>
              <a:off x="5568950"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4 w 118"/>
                <a:gd name="T11" fmla="*/ 131 h 131"/>
                <a:gd name="T12" fmla="*/ 24 w 118"/>
                <a:gd name="T13" fmla="*/ 23 h 131"/>
                <a:gd name="T14" fmla="*/ 27 w 118"/>
                <a:gd name="T15" fmla="*/ 23 h 131"/>
                <a:gd name="T16" fmla="*/ 76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4" y="131"/>
                  </a:lnTo>
                  <a:lnTo>
                    <a:pt x="24" y="23"/>
                  </a:lnTo>
                  <a:lnTo>
                    <a:pt x="27" y="23"/>
                  </a:lnTo>
                  <a:lnTo>
                    <a:pt x="76"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íṥḷiḓe">
              <a:extLst>
                <a:ext uri="{FF2B5EF4-FFF2-40B4-BE49-F238E27FC236}">
                  <a16:creationId xmlns:a16="http://schemas.microsoft.com/office/drawing/2014/main" id="{051693A5-15A2-D5F3-0B09-4D057B04978B}"/>
                </a:ext>
              </a:extLst>
            </p:cNvPr>
            <p:cNvSpPr/>
            <p:nvPr/>
          </p:nvSpPr>
          <p:spPr bwMode="auto">
            <a:xfrm>
              <a:off x="5854700" y="3776663"/>
              <a:ext cx="139700" cy="211138"/>
            </a:xfrm>
            <a:custGeom>
              <a:avLst/>
              <a:gdLst>
                <a:gd name="T0" fmla="*/ 29 w 42"/>
                <a:gd name="T1" fmla="*/ 42 h 64"/>
                <a:gd name="T2" fmla="*/ 29 w 42"/>
                <a:gd name="T3" fmla="*/ 43 h 64"/>
                <a:gd name="T4" fmla="*/ 21 w 42"/>
                <a:gd name="T5" fmla="*/ 55 h 64"/>
                <a:gd name="T6" fmla="*/ 13 w 42"/>
                <a:gd name="T7" fmla="*/ 43 h 64"/>
                <a:gd name="T8" fmla="*/ 0 w 42"/>
                <a:gd name="T9" fmla="*/ 43 h 64"/>
                <a:gd name="T10" fmla="*/ 21 w 42"/>
                <a:gd name="T11" fmla="*/ 64 h 64"/>
                <a:gd name="T12" fmla="*/ 42 w 42"/>
                <a:gd name="T13" fmla="*/ 43 h 64"/>
                <a:gd name="T14" fmla="*/ 42 w 42"/>
                <a:gd name="T15" fmla="*/ 0 h 64"/>
                <a:gd name="T16" fmla="*/ 29 w 42"/>
                <a:gd name="T17" fmla="*/ 0 h 64"/>
                <a:gd name="T18" fmla="*/ 29 w 42"/>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64">
                  <a:moveTo>
                    <a:pt x="29" y="42"/>
                  </a:moveTo>
                  <a:cubicBezTo>
                    <a:pt x="29" y="42"/>
                    <a:pt x="29" y="43"/>
                    <a:pt x="29" y="43"/>
                  </a:cubicBezTo>
                  <a:cubicBezTo>
                    <a:pt x="28" y="51"/>
                    <a:pt x="26" y="55"/>
                    <a:pt x="21" y="55"/>
                  </a:cubicBezTo>
                  <a:cubicBezTo>
                    <a:pt x="16" y="55"/>
                    <a:pt x="13" y="51"/>
                    <a:pt x="13" y="43"/>
                  </a:cubicBezTo>
                  <a:cubicBezTo>
                    <a:pt x="0" y="43"/>
                    <a:pt x="0" y="43"/>
                    <a:pt x="0" y="43"/>
                  </a:cubicBezTo>
                  <a:cubicBezTo>
                    <a:pt x="0" y="57"/>
                    <a:pt x="8" y="64"/>
                    <a:pt x="21" y="64"/>
                  </a:cubicBezTo>
                  <a:cubicBezTo>
                    <a:pt x="35" y="64"/>
                    <a:pt x="42" y="56"/>
                    <a:pt x="42" y="43"/>
                  </a:cubicBezTo>
                  <a:cubicBezTo>
                    <a:pt x="42" y="0"/>
                    <a:pt x="42" y="0"/>
                    <a:pt x="42" y="0"/>
                  </a:cubicBezTo>
                  <a:cubicBezTo>
                    <a:pt x="29" y="0"/>
                    <a:pt x="29" y="0"/>
                    <a:pt x="29" y="0"/>
                  </a:cubicBezTo>
                  <a:lnTo>
                    <a:pt x="29"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íŝḷïdê">
              <a:extLst>
                <a:ext uri="{FF2B5EF4-FFF2-40B4-BE49-F238E27FC236}">
                  <a16:creationId xmlns:a16="http://schemas.microsoft.com/office/drawing/2014/main" id="{C9C4582B-54C0-A26E-37C0-9D52E4A7C058}"/>
                </a:ext>
              </a:extLst>
            </p:cNvPr>
            <p:cNvSpPr/>
            <p:nvPr/>
          </p:nvSpPr>
          <p:spPr bwMode="auto">
            <a:xfrm>
              <a:off x="6029325"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 name="íŝļïḓé">
              <a:extLst>
                <a:ext uri="{FF2B5EF4-FFF2-40B4-BE49-F238E27FC236}">
                  <a16:creationId xmlns:a16="http://schemas.microsoft.com/office/drawing/2014/main" id="{00345691-2B90-06A5-07C5-73396E5ACED6}"/>
                </a:ext>
              </a:extLst>
            </p:cNvPr>
            <p:cNvSpPr/>
            <p:nvPr/>
          </p:nvSpPr>
          <p:spPr bwMode="auto">
            <a:xfrm>
              <a:off x="6096000" y="3776663"/>
              <a:ext cx="201613" cy="207963"/>
            </a:xfrm>
            <a:custGeom>
              <a:avLst/>
              <a:gdLst>
                <a:gd name="T0" fmla="*/ 48 w 127"/>
                <a:gd name="T1" fmla="*/ 0 h 131"/>
                <a:gd name="T2" fmla="*/ 0 w 127"/>
                <a:gd name="T3" fmla="*/ 131 h 131"/>
                <a:gd name="T4" fmla="*/ 27 w 127"/>
                <a:gd name="T5" fmla="*/ 131 h 131"/>
                <a:gd name="T6" fmla="*/ 37 w 127"/>
                <a:gd name="T7" fmla="*/ 104 h 131"/>
                <a:gd name="T8" fmla="*/ 89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2 w 127"/>
                <a:gd name="T21" fmla="*/ 25 h 131"/>
                <a:gd name="T22" fmla="*/ 64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7" y="104"/>
                  </a:lnTo>
                  <a:lnTo>
                    <a:pt x="89" y="104"/>
                  </a:lnTo>
                  <a:lnTo>
                    <a:pt x="98" y="131"/>
                  </a:lnTo>
                  <a:lnTo>
                    <a:pt x="127" y="131"/>
                  </a:lnTo>
                  <a:lnTo>
                    <a:pt x="81" y="0"/>
                  </a:lnTo>
                  <a:lnTo>
                    <a:pt x="48" y="0"/>
                  </a:lnTo>
                  <a:close/>
                  <a:moveTo>
                    <a:pt x="44" y="81"/>
                  </a:moveTo>
                  <a:lnTo>
                    <a:pt x="62" y="25"/>
                  </a:lnTo>
                  <a:lnTo>
                    <a:pt x="64"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8" name="iSľîdè">
              <a:extLst>
                <a:ext uri="{FF2B5EF4-FFF2-40B4-BE49-F238E27FC236}">
                  <a16:creationId xmlns:a16="http://schemas.microsoft.com/office/drawing/2014/main" id="{7B4551DF-9D01-9844-555D-FE46E5FA23D4}"/>
                </a:ext>
              </a:extLst>
            </p:cNvPr>
            <p:cNvSpPr/>
            <p:nvPr/>
          </p:nvSpPr>
          <p:spPr bwMode="auto">
            <a:xfrm>
              <a:off x="6313488"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0" y="0"/>
                    <a:pt x="0" y="11"/>
                    <a:pt x="0" y="33"/>
                  </a:cubicBezTo>
                  <a:cubicBezTo>
                    <a:pt x="0" y="54"/>
                    <a:pt x="10" y="65"/>
                    <a:pt x="30" y="65"/>
                  </a:cubicBezTo>
                  <a:cubicBezTo>
                    <a:pt x="49" y="65"/>
                    <a:pt x="59" y="54"/>
                    <a:pt x="60" y="33"/>
                  </a:cubicBezTo>
                  <a:cubicBezTo>
                    <a:pt x="59" y="11"/>
                    <a:pt x="49" y="0"/>
                    <a:pt x="30" y="0"/>
                  </a:cubicBezTo>
                  <a:close/>
                  <a:moveTo>
                    <a:pt x="30" y="56"/>
                  </a:moveTo>
                  <a:cubicBezTo>
                    <a:pt x="19" y="56"/>
                    <a:pt x="14" y="48"/>
                    <a:pt x="14" y="33"/>
                  </a:cubicBezTo>
                  <a:cubicBezTo>
                    <a:pt x="14" y="17"/>
                    <a:pt x="19" y="10"/>
                    <a:pt x="30" y="10"/>
                  </a:cubicBezTo>
                  <a:cubicBezTo>
                    <a:pt x="40" y="10"/>
                    <a:pt x="46" y="17"/>
                    <a:pt x="46" y="33"/>
                  </a:cubicBezTo>
                  <a:cubicBezTo>
                    <a:pt x="46" y="48"/>
                    <a:pt x="40"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islïḑe">
              <a:extLst>
                <a:ext uri="{FF2B5EF4-FFF2-40B4-BE49-F238E27FC236}">
                  <a16:creationId xmlns:a16="http://schemas.microsoft.com/office/drawing/2014/main" id="{28836AA7-1F0B-6D29-2E53-7F5AB9326EF6}"/>
                </a:ext>
              </a:extLst>
            </p:cNvPr>
            <p:cNvSpPr/>
            <p:nvPr/>
          </p:nvSpPr>
          <p:spPr bwMode="auto">
            <a:xfrm>
              <a:off x="6527800" y="3776663"/>
              <a:ext cx="168275" cy="207963"/>
            </a:xfrm>
            <a:custGeom>
              <a:avLst/>
              <a:gdLst>
                <a:gd name="T0" fmla="*/ 0 w 106"/>
                <a:gd name="T1" fmla="*/ 23 h 131"/>
                <a:gd name="T2" fmla="*/ 40 w 106"/>
                <a:gd name="T3" fmla="*/ 23 h 131"/>
                <a:gd name="T4" fmla="*/ 40 w 106"/>
                <a:gd name="T5" fmla="*/ 131 h 131"/>
                <a:gd name="T6" fmla="*/ 67 w 106"/>
                <a:gd name="T7" fmla="*/ 131 h 131"/>
                <a:gd name="T8" fmla="*/ 67 w 106"/>
                <a:gd name="T9" fmla="*/ 23 h 131"/>
                <a:gd name="T10" fmla="*/ 106 w 106"/>
                <a:gd name="T11" fmla="*/ 23 h 131"/>
                <a:gd name="T12" fmla="*/ 106 w 106"/>
                <a:gd name="T13" fmla="*/ 0 h 131"/>
                <a:gd name="T14" fmla="*/ 0 w 106"/>
                <a:gd name="T15" fmla="*/ 0 h 131"/>
                <a:gd name="T16" fmla="*/ 0 w 106"/>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31">
                  <a:moveTo>
                    <a:pt x="0" y="23"/>
                  </a:moveTo>
                  <a:lnTo>
                    <a:pt x="40" y="23"/>
                  </a:lnTo>
                  <a:lnTo>
                    <a:pt x="40" y="131"/>
                  </a:lnTo>
                  <a:lnTo>
                    <a:pt x="67" y="131"/>
                  </a:lnTo>
                  <a:lnTo>
                    <a:pt x="67" y="23"/>
                  </a:lnTo>
                  <a:lnTo>
                    <a:pt x="106" y="23"/>
                  </a:lnTo>
                  <a:lnTo>
                    <a:pt x="106"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ïṡḻiḋé">
              <a:extLst>
                <a:ext uri="{FF2B5EF4-FFF2-40B4-BE49-F238E27FC236}">
                  <a16:creationId xmlns:a16="http://schemas.microsoft.com/office/drawing/2014/main" id="{FCA3CE5C-E91E-D99F-D065-AAC79E7D20DB}"/>
                </a:ext>
              </a:extLst>
            </p:cNvPr>
            <p:cNvSpPr/>
            <p:nvPr/>
          </p:nvSpPr>
          <p:spPr bwMode="auto">
            <a:xfrm>
              <a:off x="6711950"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1" y="0"/>
                    <a:pt x="1" y="11"/>
                    <a:pt x="0" y="33"/>
                  </a:cubicBezTo>
                  <a:cubicBezTo>
                    <a:pt x="0" y="54"/>
                    <a:pt x="10" y="65"/>
                    <a:pt x="30" y="65"/>
                  </a:cubicBezTo>
                  <a:cubicBezTo>
                    <a:pt x="50" y="65"/>
                    <a:pt x="60" y="54"/>
                    <a:pt x="60" y="33"/>
                  </a:cubicBezTo>
                  <a:cubicBezTo>
                    <a:pt x="60" y="11"/>
                    <a:pt x="50" y="0"/>
                    <a:pt x="30" y="0"/>
                  </a:cubicBezTo>
                  <a:close/>
                  <a:moveTo>
                    <a:pt x="30" y="56"/>
                  </a:moveTo>
                  <a:cubicBezTo>
                    <a:pt x="20" y="56"/>
                    <a:pt x="14" y="48"/>
                    <a:pt x="14" y="33"/>
                  </a:cubicBezTo>
                  <a:cubicBezTo>
                    <a:pt x="14" y="17"/>
                    <a:pt x="20" y="10"/>
                    <a:pt x="30" y="10"/>
                  </a:cubicBezTo>
                  <a:cubicBezTo>
                    <a:pt x="41" y="10"/>
                    <a:pt x="46" y="17"/>
                    <a:pt x="46" y="33"/>
                  </a:cubicBezTo>
                  <a:cubicBezTo>
                    <a:pt x="46" y="48"/>
                    <a:pt x="41"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iṩḻïdé">
              <a:extLst>
                <a:ext uri="{FF2B5EF4-FFF2-40B4-BE49-F238E27FC236}">
                  <a16:creationId xmlns:a16="http://schemas.microsoft.com/office/drawing/2014/main" id="{9A3C7B48-CCA3-B5C8-8C1F-6A7100F855A3}"/>
                </a:ext>
              </a:extLst>
            </p:cNvPr>
            <p:cNvSpPr/>
            <p:nvPr/>
          </p:nvSpPr>
          <p:spPr bwMode="auto">
            <a:xfrm>
              <a:off x="6943725"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7" y="131"/>
                  </a:lnTo>
                  <a:lnTo>
                    <a:pt x="27" y="23"/>
                  </a:lnTo>
                  <a:lnTo>
                    <a:pt x="27" y="23"/>
                  </a:lnTo>
                  <a:lnTo>
                    <a:pt x="79"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2" name="iş1îďê">
              <a:extLst>
                <a:ext uri="{FF2B5EF4-FFF2-40B4-BE49-F238E27FC236}">
                  <a16:creationId xmlns:a16="http://schemas.microsoft.com/office/drawing/2014/main" id="{2CBCB5B5-9A45-5980-217B-FB8ABCCB5BAE}"/>
                </a:ext>
              </a:extLst>
            </p:cNvPr>
            <p:cNvSpPr/>
            <p:nvPr/>
          </p:nvSpPr>
          <p:spPr bwMode="auto">
            <a:xfrm>
              <a:off x="7161213" y="3773488"/>
              <a:ext cx="195263" cy="214313"/>
            </a:xfrm>
            <a:custGeom>
              <a:avLst/>
              <a:gdLst>
                <a:gd name="T0" fmla="*/ 32 w 59"/>
                <a:gd name="T1" fmla="*/ 10 h 65"/>
                <a:gd name="T2" fmla="*/ 44 w 59"/>
                <a:gd name="T3" fmla="*/ 20 h 65"/>
                <a:gd name="T4" fmla="*/ 59 w 59"/>
                <a:gd name="T5" fmla="*/ 20 h 65"/>
                <a:gd name="T6" fmla="*/ 29 w 59"/>
                <a:gd name="T7" fmla="*/ 0 h 65"/>
                <a:gd name="T8" fmla="*/ 0 w 59"/>
                <a:gd name="T9" fmla="*/ 33 h 65"/>
                <a:gd name="T10" fmla="*/ 29 w 59"/>
                <a:gd name="T11" fmla="*/ 65 h 65"/>
                <a:gd name="T12" fmla="*/ 44 w 59"/>
                <a:gd name="T13" fmla="*/ 64 h 65"/>
                <a:gd name="T14" fmla="*/ 58 w 59"/>
                <a:gd name="T15" fmla="*/ 62 h 65"/>
                <a:gd name="T16" fmla="*/ 58 w 59"/>
                <a:gd name="T17" fmla="*/ 31 h 65"/>
                <a:gd name="T18" fmla="*/ 32 w 59"/>
                <a:gd name="T19" fmla="*/ 31 h 65"/>
                <a:gd name="T20" fmla="*/ 32 w 59"/>
                <a:gd name="T21" fmla="*/ 41 h 65"/>
                <a:gd name="T22" fmla="*/ 44 w 59"/>
                <a:gd name="T23" fmla="*/ 41 h 65"/>
                <a:gd name="T24" fmla="*/ 44 w 59"/>
                <a:gd name="T25" fmla="*/ 54 h 65"/>
                <a:gd name="T26" fmla="*/ 44 w 59"/>
                <a:gd name="T27" fmla="*/ 54 h 65"/>
                <a:gd name="T28" fmla="*/ 32 w 59"/>
                <a:gd name="T29" fmla="*/ 56 h 65"/>
                <a:gd name="T30" fmla="*/ 14 w 59"/>
                <a:gd name="T31" fmla="*/ 33 h 65"/>
                <a:gd name="T32" fmla="*/ 32 w 59"/>
                <a:gd name="T33" fmla="*/ 1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65">
                  <a:moveTo>
                    <a:pt x="32" y="10"/>
                  </a:moveTo>
                  <a:cubicBezTo>
                    <a:pt x="40" y="10"/>
                    <a:pt x="44" y="13"/>
                    <a:pt x="44" y="20"/>
                  </a:cubicBezTo>
                  <a:cubicBezTo>
                    <a:pt x="59" y="20"/>
                    <a:pt x="59" y="20"/>
                    <a:pt x="59" y="20"/>
                  </a:cubicBezTo>
                  <a:cubicBezTo>
                    <a:pt x="59" y="7"/>
                    <a:pt x="49" y="0"/>
                    <a:pt x="29" y="0"/>
                  </a:cubicBezTo>
                  <a:cubicBezTo>
                    <a:pt x="10" y="1"/>
                    <a:pt x="0" y="12"/>
                    <a:pt x="0" y="33"/>
                  </a:cubicBezTo>
                  <a:cubicBezTo>
                    <a:pt x="0" y="53"/>
                    <a:pt x="10" y="64"/>
                    <a:pt x="29" y="65"/>
                  </a:cubicBezTo>
                  <a:cubicBezTo>
                    <a:pt x="35" y="65"/>
                    <a:pt x="40" y="65"/>
                    <a:pt x="44" y="64"/>
                  </a:cubicBezTo>
                  <a:cubicBezTo>
                    <a:pt x="48" y="64"/>
                    <a:pt x="53" y="64"/>
                    <a:pt x="58" y="62"/>
                  </a:cubicBezTo>
                  <a:cubicBezTo>
                    <a:pt x="58" y="31"/>
                    <a:pt x="58" y="31"/>
                    <a:pt x="58" y="31"/>
                  </a:cubicBezTo>
                  <a:cubicBezTo>
                    <a:pt x="32" y="31"/>
                    <a:pt x="32" y="31"/>
                    <a:pt x="32" y="31"/>
                  </a:cubicBezTo>
                  <a:cubicBezTo>
                    <a:pt x="32" y="41"/>
                    <a:pt x="32" y="41"/>
                    <a:pt x="32" y="41"/>
                  </a:cubicBezTo>
                  <a:cubicBezTo>
                    <a:pt x="44" y="41"/>
                    <a:pt x="44" y="41"/>
                    <a:pt x="44" y="41"/>
                  </a:cubicBezTo>
                  <a:cubicBezTo>
                    <a:pt x="44" y="54"/>
                    <a:pt x="44" y="54"/>
                    <a:pt x="44" y="54"/>
                  </a:cubicBezTo>
                  <a:cubicBezTo>
                    <a:pt x="44" y="55"/>
                    <a:pt x="43" y="55"/>
                    <a:pt x="44" y="54"/>
                  </a:cubicBezTo>
                  <a:cubicBezTo>
                    <a:pt x="39" y="55"/>
                    <a:pt x="35" y="56"/>
                    <a:pt x="32" y="56"/>
                  </a:cubicBezTo>
                  <a:cubicBezTo>
                    <a:pt x="20" y="56"/>
                    <a:pt x="14" y="48"/>
                    <a:pt x="14" y="33"/>
                  </a:cubicBezTo>
                  <a:cubicBezTo>
                    <a:pt x="14" y="18"/>
                    <a:pt x="20" y="10"/>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ïṣľíḓê">
              <a:extLst>
                <a:ext uri="{FF2B5EF4-FFF2-40B4-BE49-F238E27FC236}">
                  <a16:creationId xmlns:a16="http://schemas.microsoft.com/office/drawing/2014/main" id="{6A01248B-8DA3-4B04-3C3B-7E6ABB5458C4}"/>
                </a:ext>
              </a:extLst>
            </p:cNvPr>
            <p:cNvSpPr/>
            <p:nvPr/>
          </p:nvSpPr>
          <p:spPr bwMode="auto">
            <a:xfrm>
              <a:off x="7473950" y="3776663"/>
              <a:ext cx="182563" cy="211138"/>
            </a:xfrm>
            <a:custGeom>
              <a:avLst/>
              <a:gdLst>
                <a:gd name="T0" fmla="*/ 41 w 55"/>
                <a:gd name="T1" fmla="*/ 35 h 64"/>
                <a:gd name="T2" fmla="*/ 39 w 55"/>
                <a:gd name="T3" fmla="*/ 50 h 64"/>
                <a:gd name="T4" fmla="*/ 28 w 55"/>
                <a:gd name="T5" fmla="*/ 55 h 64"/>
                <a:gd name="T6" fmla="*/ 16 w 55"/>
                <a:gd name="T7" fmla="*/ 50 h 64"/>
                <a:gd name="T8" fmla="*/ 14 w 55"/>
                <a:gd name="T9" fmla="*/ 35 h 64"/>
                <a:gd name="T10" fmla="*/ 14 w 55"/>
                <a:gd name="T11" fmla="*/ 0 h 64"/>
                <a:gd name="T12" fmla="*/ 0 w 55"/>
                <a:gd name="T13" fmla="*/ 0 h 64"/>
                <a:gd name="T14" fmla="*/ 0 w 55"/>
                <a:gd name="T15" fmla="*/ 40 h 64"/>
                <a:gd name="T16" fmla="*/ 28 w 55"/>
                <a:gd name="T17" fmla="*/ 64 h 64"/>
                <a:gd name="T18" fmla="*/ 55 w 55"/>
                <a:gd name="T19" fmla="*/ 40 h 64"/>
                <a:gd name="T20" fmla="*/ 55 w 55"/>
                <a:gd name="T21" fmla="*/ 0 h 64"/>
                <a:gd name="T22" fmla="*/ 41 w 55"/>
                <a:gd name="T23" fmla="*/ 0 h 64"/>
                <a:gd name="T24" fmla="*/ 41 w 55"/>
                <a:gd name="T25"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64">
                  <a:moveTo>
                    <a:pt x="41" y="35"/>
                  </a:moveTo>
                  <a:cubicBezTo>
                    <a:pt x="42" y="42"/>
                    <a:pt x="41" y="47"/>
                    <a:pt x="39" y="50"/>
                  </a:cubicBezTo>
                  <a:cubicBezTo>
                    <a:pt x="36" y="53"/>
                    <a:pt x="33" y="55"/>
                    <a:pt x="28" y="55"/>
                  </a:cubicBezTo>
                  <a:cubicBezTo>
                    <a:pt x="22" y="55"/>
                    <a:pt x="19" y="53"/>
                    <a:pt x="16" y="50"/>
                  </a:cubicBezTo>
                  <a:cubicBezTo>
                    <a:pt x="14" y="47"/>
                    <a:pt x="13" y="42"/>
                    <a:pt x="14" y="35"/>
                  </a:cubicBezTo>
                  <a:cubicBezTo>
                    <a:pt x="14" y="0"/>
                    <a:pt x="14" y="0"/>
                    <a:pt x="14" y="0"/>
                  </a:cubicBezTo>
                  <a:cubicBezTo>
                    <a:pt x="0" y="0"/>
                    <a:pt x="0" y="0"/>
                    <a:pt x="0" y="0"/>
                  </a:cubicBezTo>
                  <a:cubicBezTo>
                    <a:pt x="0" y="40"/>
                    <a:pt x="0" y="40"/>
                    <a:pt x="0" y="40"/>
                  </a:cubicBezTo>
                  <a:cubicBezTo>
                    <a:pt x="0" y="56"/>
                    <a:pt x="10" y="64"/>
                    <a:pt x="28" y="64"/>
                  </a:cubicBezTo>
                  <a:cubicBezTo>
                    <a:pt x="45" y="64"/>
                    <a:pt x="54" y="56"/>
                    <a:pt x="55" y="40"/>
                  </a:cubicBezTo>
                  <a:cubicBezTo>
                    <a:pt x="55" y="0"/>
                    <a:pt x="55" y="0"/>
                    <a:pt x="55" y="0"/>
                  </a:cubicBezTo>
                  <a:cubicBezTo>
                    <a:pt x="41" y="0"/>
                    <a:pt x="41" y="0"/>
                    <a:pt x="41" y="0"/>
                  </a:cubicBezTo>
                  <a:lnTo>
                    <a:pt x="4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ïŝľíḓé">
              <a:extLst>
                <a:ext uri="{FF2B5EF4-FFF2-40B4-BE49-F238E27FC236}">
                  <a16:creationId xmlns:a16="http://schemas.microsoft.com/office/drawing/2014/main" id="{F7ABD419-11D8-5C24-CB7F-39545C226BC0}"/>
                </a:ext>
              </a:extLst>
            </p:cNvPr>
            <p:cNvSpPr/>
            <p:nvPr/>
          </p:nvSpPr>
          <p:spPr bwMode="auto">
            <a:xfrm>
              <a:off x="7696200" y="3776663"/>
              <a:ext cx="187325" cy="207963"/>
            </a:xfrm>
            <a:custGeom>
              <a:avLst/>
              <a:gdLst>
                <a:gd name="T0" fmla="*/ 93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3 w 118"/>
                <a:gd name="T23" fmla="*/ 0 h 131"/>
                <a:gd name="T24" fmla="*/ 93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3" y="104"/>
                  </a:moveTo>
                  <a:lnTo>
                    <a:pt x="91" y="104"/>
                  </a:lnTo>
                  <a:lnTo>
                    <a:pt x="41" y="0"/>
                  </a:lnTo>
                  <a:lnTo>
                    <a:pt x="0" y="0"/>
                  </a:lnTo>
                  <a:lnTo>
                    <a:pt x="0" y="131"/>
                  </a:lnTo>
                  <a:lnTo>
                    <a:pt x="27" y="131"/>
                  </a:lnTo>
                  <a:lnTo>
                    <a:pt x="27" y="23"/>
                  </a:lnTo>
                  <a:lnTo>
                    <a:pt x="27" y="23"/>
                  </a:lnTo>
                  <a:lnTo>
                    <a:pt x="79" y="131"/>
                  </a:lnTo>
                  <a:lnTo>
                    <a:pt x="118" y="131"/>
                  </a:lnTo>
                  <a:lnTo>
                    <a:pt x="118" y="0"/>
                  </a:lnTo>
                  <a:lnTo>
                    <a:pt x="93" y="0"/>
                  </a:lnTo>
                  <a:lnTo>
                    <a:pt x="93"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ïṩ1îdê">
              <a:extLst>
                <a:ext uri="{FF2B5EF4-FFF2-40B4-BE49-F238E27FC236}">
                  <a16:creationId xmlns:a16="http://schemas.microsoft.com/office/drawing/2014/main" id="{3464A12B-4248-57DB-AEF7-C5BA1EFE48D9}"/>
                </a:ext>
              </a:extLst>
            </p:cNvPr>
            <p:cNvSpPr/>
            <p:nvPr/>
          </p:nvSpPr>
          <p:spPr bwMode="auto">
            <a:xfrm>
              <a:off x="7920038"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6" name="iśľiḑe">
              <a:extLst>
                <a:ext uri="{FF2B5EF4-FFF2-40B4-BE49-F238E27FC236}">
                  <a16:creationId xmlns:a16="http://schemas.microsoft.com/office/drawing/2014/main" id="{FA5CC698-2668-6862-89C0-314EE3A02DC7}"/>
                </a:ext>
              </a:extLst>
            </p:cNvPr>
            <p:cNvSpPr/>
            <p:nvPr/>
          </p:nvSpPr>
          <p:spPr bwMode="auto">
            <a:xfrm>
              <a:off x="7985125" y="3776663"/>
              <a:ext cx="201613" cy="207963"/>
            </a:xfrm>
            <a:custGeom>
              <a:avLst/>
              <a:gdLst>
                <a:gd name="T0" fmla="*/ 65 w 127"/>
                <a:gd name="T1" fmla="*/ 104 h 131"/>
                <a:gd name="T2" fmla="*/ 65 w 127"/>
                <a:gd name="T3" fmla="*/ 104 h 131"/>
                <a:gd name="T4" fmla="*/ 30 w 127"/>
                <a:gd name="T5" fmla="*/ 0 h 131"/>
                <a:gd name="T6" fmla="*/ 0 w 127"/>
                <a:gd name="T7" fmla="*/ 0 h 131"/>
                <a:gd name="T8" fmla="*/ 48 w 127"/>
                <a:gd name="T9" fmla="*/ 131 h 131"/>
                <a:gd name="T10" fmla="*/ 79 w 127"/>
                <a:gd name="T11" fmla="*/ 131 h 131"/>
                <a:gd name="T12" fmla="*/ 127 w 127"/>
                <a:gd name="T13" fmla="*/ 0 h 131"/>
                <a:gd name="T14" fmla="*/ 100 w 127"/>
                <a:gd name="T15" fmla="*/ 0 h 131"/>
                <a:gd name="T16" fmla="*/ 65 w 127"/>
                <a:gd name="T17"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31">
                  <a:moveTo>
                    <a:pt x="65" y="104"/>
                  </a:moveTo>
                  <a:lnTo>
                    <a:pt x="65" y="104"/>
                  </a:lnTo>
                  <a:lnTo>
                    <a:pt x="30" y="0"/>
                  </a:lnTo>
                  <a:lnTo>
                    <a:pt x="0" y="0"/>
                  </a:lnTo>
                  <a:lnTo>
                    <a:pt x="48" y="131"/>
                  </a:lnTo>
                  <a:lnTo>
                    <a:pt x="79" y="131"/>
                  </a:lnTo>
                  <a:lnTo>
                    <a:pt x="127" y="0"/>
                  </a:lnTo>
                  <a:lnTo>
                    <a:pt x="100" y="0"/>
                  </a:lnTo>
                  <a:lnTo>
                    <a:pt x="6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ï$ḻïḑe">
              <a:extLst>
                <a:ext uri="{FF2B5EF4-FFF2-40B4-BE49-F238E27FC236}">
                  <a16:creationId xmlns:a16="http://schemas.microsoft.com/office/drawing/2014/main" id="{C9D39CB4-0914-1015-96F2-8BBB22AADBCF}"/>
                </a:ext>
              </a:extLst>
            </p:cNvPr>
            <p:cNvSpPr/>
            <p:nvPr/>
          </p:nvSpPr>
          <p:spPr bwMode="auto">
            <a:xfrm>
              <a:off x="8207375" y="3776663"/>
              <a:ext cx="141288" cy="207963"/>
            </a:xfrm>
            <a:custGeom>
              <a:avLst/>
              <a:gdLst>
                <a:gd name="T0" fmla="*/ 27 w 89"/>
                <a:gd name="T1" fmla="*/ 75 h 131"/>
                <a:gd name="T2" fmla="*/ 83 w 89"/>
                <a:gd name="T3" fmla="*/ 75 h 131"/>
                <a:gd name="T4" fmla="*/ 83 w 89"/>
                <a:gd name="T5" fmla="*/ 52 h 131"/>
                <a:gd name="T6" fmla="*/ 27 w 89"/>
                <a:gd name="T7" fmla="*/ 52 h 131"/>
                <a:gd name="T8" fmla="*/ 27 w 89"/>
                <a:gd name="T9" fmla="*/ 23 h 131"/>
                <a:gd name="T10" fmla="*/ 87 w 89"/>
                <a:gd name="T11" fmla="*/ 23 h 131"/>
                <a:gd name="T12" fmla="*/ 87 w 89"/>
                <a:gd name="T13" fmla="*/ 0 h 131"/>
                <a:gd name="T14" fmla="*/ 0 w 89"/>
                <a:gd name="T15" fmla="*/ 0 h 131"/>
                <a:gd name="T16" fmla="*/ 0 w 89"/>
                <a:gd name="T17" fmla="*/ 131 h 131"/>
                <a:gd name="T18" fmla="*/ 89 w 89"/>
                <a:gd name="T19" fmla="*/ 131 h 131"/>
                <a:gd name="T20" fmla="*/ 89 w 89"/>
                <a:gd name="T21" fmla="*/ 110 h 131"/>
                <a:gd name="T22" fmla="*/ 27 w 89"/>
                <a:gd name="T23" fmla="*/ 110 h 131"/>
                <a:gd name="T24" fmla="*/ 27 w 89"/>
                <a:gd name="T25" fmla="*/ 7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131">
                  <a:moveTo>
                    <a:pt x="27" y="75"/>
                  </a:moveTo>
                  <a:lnTo>
                    <a:pt x="83" y="75"/>
                  </a:lnTo>
                  <a:lnTo>
                    <a:pt x="83" y="52"/>
                  </a:lnTo>
                  <a:lnTo>
                    <a:pt x="27" y="52"/>
                  </a:lnTo>
                  <a:lnTo>
                    <a:pt x="27" y="23"/>
                  </a:lnTo>
                  <a:lnTo>
                    <a:pt x="87" y="23"/>
                  </a:lnTo>
                  <a:lnTo>
                    <a:pt x="87" y="0"/>
                  </a:lnTo>
                  <a:lnTo>
                    <a:pt x="0" y="0"/>
                  </a:lnTo>
                  <a:lnTo>
                    <a:pt x="0" y="131"/>
                  </a:lnTo>
                  <a:lnTo>
                    <a:pt x="89" y="131"/>
                  </a:lnTo>
                  <a:lnTo>
                    <a:pt x="89" y="110"/>
                  </a:lnTo>
                  <a:lnTo>
                    <a:pt x="27" y="110"/>
                  </a:lnTo>
                  <a:lnTo>
                    <a:pt x="2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íŝlídê">
              <a:extLst>
                <a:ext uri="{FF2B5EF4-FFF2-40B4-BE49-F238E27FC236}">
                  <a16:creationId xmlns:a16="http://schemas.microsoft.com/office/drawing/2014/main" id="{930B5136-B5FD-35A9-B2E8-8847D1829E67}"/>
                </a:ext>
              </a:extLst>
            </p:cNvPr>
            <p:cNvSpPr/>
            <p:nvPr/>
          </p:nvSpPr>
          <p:spPr bwMode="auto">
            <a:xfrm>
              <a:off x="8382000" y="3776663"/>
              <a:ext cx="168275" cy="207963"/>
            </a:xfrm>
            <a:custGeom>
              <a:avLst/>
              <a:gdLst>
                <a:gd name="T0" fmla="*/ 47 w 51"/>
                <a:gd name="T1" fmla="*/ 46 h 63"/>
                <a:gd name="T2" fmla="*/ 36 w 51"/>
                <a:gd name="T3" fmla="*/ 32 h 63"/>
                <a:gd name="T4" fmla="*/ 36 w 51"/>
                <a:gd name="T5" fmla="*/ 32 h 63"/>
                <a:gd name="T6" fmla="*/ 49 w 51"/>
                <a:gd name="T7" fmla="*/ 17 h 63"/>
                <a:gd name="T8" fmla="*/ 27 w 51"/>
                <a:gd name="T9" fmla="*/ 0 h 63"/>
                <a:gd name="T10" fmla="*/ 0 w 51"/>
                <a:gd name="T11" fmla="*/ 0 h 63"/>
                <a:gd name="T12" fmla="*/ 0 w 51"/>
                <a:gd name="T13" fmla="*/ 63 h 63"/>
                <a:gd name="T14" fmla="*/ 14 w 51"/>
                <a:gd name="T15" fmla="*/ 63 h 63"/>
                <a:gd name="T16" fmla="*/ 14 w 51"/>
                <a:gd name="T17" fmla="*/ 38 h 63"/>
                <a:gd name="T18" fmla="*/ 28 w 51"/>
                <a:gd name="T19" fmla="*/ 38 h 63"/>
                <a:gd name="T20" fmla="*/ 34 w 51"/>
                <a:gd name="T21" fmla="*/ 46 h 63"/>
                <a:gd name="T22" fmla="*/ 36 w 51"/>
                <a:gd name="T23" fmla="*/ 63 h 63"/>
                <a:gd name="T24" fmla="*/ 51 w 51"/>
                <a:gd name="T25" fmla="*/ 63 h 63"/>
                <a:gd name="T26" fmla="*/ 48 w 51"/>
                <a:gd name="T27" fmla="*/ 48 h 63"/>
                <a:gd name="T28" fmla="*/ 47 w 51"/>
                <a:gd name="T29" fmla="*/ 46 h 63"/>
                <a:gd name="T30" fmla="*/ 25 w 51"/>
                <a:gd name="T31" fmla="*/ 28 h 63"/>
                <a:gd name="T32" fmla="*/ 14 w 51"/>
                <a:gd name="T33" fmla="*/ 28 h 63"/>
                <a:gd name="T34" fmla="*/ 14 w 51"/>
                <a:gd name="T35" fmla="*/ 11 h 63"/>
                <a:gd name="T36" fmla="*/ 25 w 51"/>
                <a:gd name="T37" fmla="*/ 11 h 63"/>
                <a:gd name="T38" fmla="*/ 35 w 51"/>
                <a:gd name="T39" fmla="*/ 19 h 63"/>
                <a:gd name="T40" fmla="*/ 25 w 51"/>
                <a:gd name="T41" fmla="*/ 2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3">
                  <a:moveTo>
                    <a:pt x="47" y="46"/>
                  </a:moveTo>
                  <a:cubicBezTo>
                    <a:pt x="47" y="37"/>
                    <a:pt x="43" y="33"/>
                    <a:pt x="36" y="32"/>
                  </a:cubicBezTo>
                  <a:cubicBezTo>
                    <a:pt x="36" y="32"/>
                    <a:pt x="36" y="32"/>
                    <a:pt x="36" y="32"/>
                  </a:cubicBezTo>
                  <a:cubicBezTo>
                    <a:pt x="44" y="30"/>
                    <a:pt x="49" y="25"/>
                    <a:pt x="49" y="17"/>
                  </a:cubicBezTo>
                  <a:cubicBezTo>
                    <a:pt x="49" y="6"/>
                    <a:pt x="41" y="0"/>
                    <a:pt x="27" y="0"/>
                  </a:cubicBezTo>
                  <a:cubicBezTo>
                    <a:pt x="0" y="0"/>
                    <a:pt x="0" y="0"/>
                    <a:pt x="0" y="0"/>
                  </a:cubicBezTo>
                  <a:cubicBezTo>
                    <a:pt x="0" y="63"/>
                    <a:pt x="0" y="63"/>
                    <a:pt x="0" y="63"/>
                  </a:cubicBezTo>
                  <a:cubicBezTo>
                    <a:pt x="14" y="63"/>
                    <a:pt x="14" y="63"/>
                    <a:pt x="14" y="63"/>
                  </a:cubicBezTo>
                  <a:cubicBezTo>
                    <a:pt x="14" y="38"/>
                    <a:pt x="14" y="38"/>
                    <a:pt x="14" y="38"/>
                  </a:cubicBezTo>
                  <a:cubicBezTo>
                    <a:pt x="28" y="38"/>
                    <a:pt x="28" y="38"/>
                    <a:pt x="28" y="38"/>
                  </a:cubicBezTo>
                  <a:cubicBezTo>
                    <a:pt x="32" y="38"/>
                    <a:pt x="33" y="41"/>
                    <a:pt x="34" y="46"/>
                  </a:cubicBezTo>
                  <a:cubicBezTo>
                    <a:pt x="34" y="52"/>
                    <a:pt x="35" y="58"/>
                    <a:pt x="36" y="63"/>
                  </a:cubicBezTo>
                  <a:cubicBezTo>
                    <a:pt x="51" y="63"/>
                    <a:pt x="51" y="63"/>
                    <a:pt x="51" y="63"/>
                  </a:cubicBezTo>
                  <a:cubicBezTo>
                    <a:pt x="49" y="61"/>
                    <a:pt x="48" y="56"/>
                    <a:pt x="48" y="48"/>
                  </a:cubicBezTo>
                  <a:cubicBezTo>
                    <a:pt x="48" y="48"/>
                    <a:pt x="47" y="47"/>
                    <a:pt x="47" y="46"/>
                  </a:cubicBezTo>
                  <a:close/>
                  <a:moveTo>
                    <a:pt x="25" y="28"/>
                  </a:moveTo>
                  <a:cubicBezTo>
                    <a:pt x="14" y="28"/>
                    <a:pt x="14" y="28"/>
                    <a:pt x="14" y="28"/>
                  </a:cubicBezTo>
                  <a:cubicBezTo>
                    <a:pt x="14" y="11"/>
                    <a:pt x="14" y="11"/>
                    <a:pt x="14" y="11"/>
                  </a:cubicBezTo>
                  <a:cubicBezTo>
                    <a:pt x="25" y="11"/>
                    <a:pt x="25" y="11"/>
                    <a:pt x="25" y="11"/>
                  </a:cubicBezTo>
                  <a:cubicBezTo>
                    <a:pt x="31" y="11"/>
                    <a:pt x="35" y="13"/>
                    <a:pt x="35" y="19"/>
                  </a:cubicBezTo>
                  <a:cubicBezTo>
                    <a:pt x="35" y="25"/>
                    <a:pt x="31" y="28"/>
                    <a:pt x="2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ïṩḷïḋé">
              <a:extLst>
                <a:ext uri="{FF2B5EF4-FFF2-40B4-BE49-F238E27FC236}">
                  <a16:creationId xmlns:a16="http://schemas.microsoft.com/office/drawing/2014/main" id="{E018F049-975E-8948-7629-8CD93F1F81FD}"/>
                </a:ext>
              </a:extLst>
            </p:cNvPr>
            <p:cNvSpPr/>
            <p:nvPr/>
          </p:nvSpPr>
          <p:spPr bwMode="auto">
            <a:xfrm>
              <a:off x="8566150" y="3773488"/>
              <a:ext cx="171450" cy="214313"/>
            </a:xfrm>
            <a:custGeom>
              <a:avLst/>
              <a:gdLst>
                <a:gd name="T0" fmla="*/ 30 w 52"/>
                <a:gd name="T1" fmla="*/ 27 h 65"/>
                <a:gd name="T2" fmla="*/ 28 w 52"/>
                <a:gd name="T3" fmla="*/ 27 h 65"/>
                <a:gd name="T4" fmla="*/ 16 w 52"/>
                <a:gd name="T5" fmla="*/ 18 h 65"/>
                <a:gd name="T6" fmla="*/ 26 w 52"/>
                <a:gd name="T7" fmla="*/ 10 h 65"/>
                <a:gd name="T8" fmla="*/ 37 w 52"/>
                <a:gd name="T9" fmla="*/ 19 h 65"/>
                <a:gd name="T10" fmla="*/ 50 w 52"/>
                <a:gd name="T11" fmla="*/ 19 h 65"/>
                <a:gd name="T12" fmla="*/ 28 w 52"/>
                <a:gd name="T13" fmla="*/ 0 h 65"/>
                <a:gd name="T14" fmla="*/ 2 w 52"/>
                <a:gd name="T15" fmla="*/ 21 h 65"/>
                <a:gd name="T16" fmla="*/ 23 w 52"/>
                <a:gd name="T17" fmla="*/ 38 h 65"/>
                <a:gd name="T18" fmla="*/ 25 w 52"/>
                <a:gd name="T19" fmla="*/ 39 h 65"/>
                <a:gd name="T20" fmla="*/ 37 w 52"/>
                <a:gd name="T21" fmla="*/ 48 h 65"/>
                <a:gd name="T22" fmla="*/ 24 w 52"/>
                <a:gd name="T23" fmla="*/ 56 h 65"/>
                <a:gd name="T24" fmla="*/ 14 w 52"/>
                <a:gd name="T25" fmla="*/ 44 h 65"/>
                <a:gd name="T26" fmla="*/ 0 w 52"/>
                <a:gd name="T27" fmla="*/ 44 h 65"/>
                <a:gd name="T28" fmla="*/ 24 w 52"/>
                <a:gd name="T29" fmla="*/ 65 h 65"/>
                <a:gd name="T30" fmla="*/ 51 w 52"/>
                <a:gd name="T31" fmla="*/ 45 h 65"/>
                <a:gd name="T32" fmla="*/ 30 w 52"/>
                <a:gd name="T33"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5">
                  <a:moveTo>
                    <a:pt x="30" y="27"/>
                  </a:moveTo>
                  <a:cubicBezTo>
                    <a:pt x="29" y="27"/>
                    <a:pt x="28" y="27"/>
                    <a:pt x="28" y="27"/>
                  </a:cubicBezTo>
                  <a:cubicBezTo>
                    <a:pt x="20" y="26"/>
                    <a:pt x="16" y="23"/>
                    <a:pt x="16" y="18"/>
                  </a:cubicBezTo>
                  <a:cubicBezTo>
                    <a:pt x="16" y="13"/>
                    <a:pt x="20" y="10"/>
                    <a:pt x="26" y="10"/>
                  </a:cubicBezTo>
                  <a:cubicBezTo>
                    <a:pt x="33" y="10"/>
                    <a:pt x="36" y="13"/>
                    <a:pt x="37" y="19"/>
                  </a:cubicBezTo>
                  <a:cubicBezTo>
                    <a:pt x="50" y="19"/>
                    <a:pt x="50" y="19"/>
                    <a:pt x="50" y="19"/>
                  </a:cubicBezTo>
                  <a:cubicBezTo>
                    <a:pt x="49" y="7"/>
                    <a:pt x="42" y="0"/>
                    <a:pt x="28" y="0"/>
                  </a:cubicBezTo>
                  <a:cubicBezTo>
                    <a:pt x="11" y="1"/>
                    <a:pt x="3" y="8"/>
                    <a:pt x="2" y="21"/>
                  </a:cubicBezTo>
                  <a:cubicBezTo>
                    <a:pt x="2" y="29"/>
                    <a:pt x="9" y="35"/>
                    <a:pt x="23" y="38"/>
                  </a:cubicBezTo>
                  <a:cubicBezTo>
                    <a:pt x="23" y="38"/>
                    <a:pt x="24" y="39"/>
                    <a:pt x="25" y="39"/>
                  </a:cubicBezTo>
                  <a:cubicBezTo>
                    <a:pt x="33" y="40"/>
                    <a:pt x="37" y="43"/>
                    <a:pt x="37" y="48"/>
                  </a:cubicBezTo>
                  <a:cubicBezTo>
                    <a:pt x="37" y="53"/>
                    <a:pt x="33" y="56"/>
                    <a:pt x="24" y="56"/>
                  </a:cubicBezTo>
                  <a:cubicBezTo>
                    <a:pt x="17" y="55"/>
                    <a:pt x="14" y="52"/>
                    <a:pt x="14" y="44"/>
                  </a:cubicBezTo>
                  <a:cubicBezTo>
                    <a:pt x="0" y="44"/>
                    <a:pt x="0" y="44"/>
                    <a:pt x="0" y="44"/>
                  </a:cubicBezTo>
                  <a:cubicBezTo>
                    <a:pt x="0" y="58"/>
                    <a:pt x="8" y="65"/>
                    <a:pt x="24" y="65"/>
                  </a:cubicBezTo>
                  <a:cubicBezTo>
                    <a:pt x="42" y="65"/>
                    <a:pt x="51" y="58"/>
                    <a:pt x="51" y="45"/>
                  </a:cubicBezTo>
                  <a:cubicBezTo>
                    <a:pt x="52" y="36"/>
                    <a:pt x="44" y="30"/>
                    <a:pt x="3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išḷídé">
              <a:extLst>
                <a:ext uri="{FF2B5EF4-FFF2-40B4-BE49-F238E27FC236}">
                  <a16:creationId xmlns:a16="http://schemas.microsoft.com/office/drawing/2014/main" id="{32353AE6-3F39-7934-2E07-799B4FDC5AD9}"/>
                </a:ext>
              </a:extLst>
            </p:cNvPr>
            <p:cNvSpPr/>
            <p:nvPr/>
          </p:nvSpPr>
          <p:spPr bwMode="auto">
            <a:xfrm>
              <a:off x="8767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1" name="íṥḻiḍé">
              <a:extLst>
                <a:ext uri="{FF2B5EF4-FFF2-40B4-BE49-F238E27FC236}">
                  <a16:creationId xmlns:a16="http://schemas.microsoft.com/office/drawing/2014/main" id="{F379D25C-ECE4-6986-D64B-9B4EDDAE559B}"/>
                </a:ext>
              </a:extLst>
            </p:cNvPr>
            <p:cNvSpPr/>
            <p:nvPr/>
          </p:nvSpPr>
          <p:spPr bwMode="auto">
            <a:xfrm>
              <a:off x="8829675" y="3776663"/>
              <a:ext cx="171450" cy="207963"/>
            </a:xfrm>
            <a:custGeom>
              <a:avLst/>
              <a:gdLst>
                <a:gd name="T0" fmla="*/ 0 w 108"/>
                <a:gd name="T1" fmla="*/ 23 h 131"/>
                <a:gd name="T2" fmla="*/ 40 w 108"/>
                <a:gd name="T3" fmla="*/ 23 h 131"/>
                <a:gd name="T4" fmla="*/ 40 w 108"/>
                <a:gd name="T5" fmla="*/ 131 h 131"/>
                <a:gd name="T6" fmla="*/ 69 w 108"/>
                <a:gd name="T7" fmla="*/ 131 h 131"/>
                <a:gd name="T8" fmla="*/ 69 w 108"/>
                <a:gd name="T9" fmla="*/ 23 h 131"/>
                <a:gd name="T10" fmla="*/ 108 w 108"/>
                <a:gd name="T11" fmla="*/ 23 h 131"/>
                <a:gd name="T12" fmla="*/ 108 w 108"/>
                <a:gd name="T13" fmla="*/ 0 h 131"/>
                <a:gd name="T14" fmla="*/ 0 w 108"/>
                <a:gd name="T15" fmla="*/ 0 h 131"/>
                <a:gd name="T16" fmla="*/ 0 w 108"/>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1">
                  <a:moveTo>
                    <a:pt x="0" y="23"/>
                  </a:moveTo>
                  <a:lnTo>
                    <a:pt x="40" y="23"/>
                  </a:lnTo>
                  <a:lnTo>
                    <a:pt x="40" y="131"/>
                  </a:lnTo>
                  <a:lnTo>
                    <a:pt x="69" y="131"/>
                  </a:lnTo>
                  <a:lnTo>
                    <a:pt x="69" y="23"/>
                  </a:lnTo>
                  <a:lnTo>
                    <a:pt x="108" y="23"/>
                  </a:lnTo>
                  <a:lnTo>
                    <a:pt x="108"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íšḻiḑè">
              <a:extLst>
                <a:ext uri="{FF2B5EF4-FFF2-40B4-BE49-F238E27FC236}">
                  <a16:creationId xmlns:a16="http://schemas.microsoft.com/office/drawing/2014/main" id="{42C3CD40-F51B-3878-45CD-D069CCAC5D04}"/>
                </a:ext>
              </a:extLst>
            </p:cNvPr>
            <p:cNvSpPr/>
            <p:nvPr/>
          </p:nvSpPr>
          <p:spPr bwMode="auto">
            <a:xfrm>
              <a:off x="9009063" y="3776663"/>
              <a:ext cx="184150" cy="207963"/>
            </a:xfrm>
            <a:custGeom>
              <a:avLst/>
              <a:gdLst>
                <a:gd name="T0" fmla="*/ 87 w 116"/>
                <a:gd name="T1" fmla="*/ 0 h 131"/>
                <a:gd name="T2" fmla="*/ 60 w 116"/>
                <a:gd name="T3" fmla="*/ 60 h 131"/>
                <a:gd name="T4" fmla="*/ 33 w 116"/>
                <a:gd name="T5" fmla="*/ 0 h 131"/>
                <a:gd name="T6" fmla="*/ 0 w 116"/>
                <a:gd name="T7" fmla="*/ 0 h 131"/>
                <a:gd name="T8" fmla="*/ 43 w 116"/>
                <a:gd name="T9" fmla="*/ 89 h 131"/>
                <a:gd name="T10" fmla="*/ 43 w 116"/>
                <a:gd name="T11" fmla="*/ 131 h 131"/>
                <a:gd name="T12" fmla="*/ 72 w 116"/>
                <a:gd name="T13" fmla="*/ 131 h 131"/>
                <a:gd name="T14" fmla="*/ 72 w 116"/>
                <a:gd name="T15" fmla="*/ 89 h 131"/>
                <a:gd name="T16" fmla="*/ 116 w 116"/>
                <a:gd name="T17" fmla="*/ 0 h 131"/>
                <a:gd name="T18" fmla="*/ 87 w 116"/>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31">
                  <a:moveTo>
                    <a:pt x="87" y="0"/>
                  </a:moveTo>
                  <a:lnTo>
                    <a:pt x="60" y="60"/>
                  </a:lnTo>
                  <a:lnTo>
                    <a:pt x="33" y="0"/>
                  </a:lnTo>
                  <a:lnTo>
                    <a:pt x="0" y="0"/>
                  </a:lnTo>
                  <a:lnTo>
                    <a:pt x="43" y="89"/>
                  </a:lnTo>
                  <a:lnTo>
                    <a:pt x="43" y="131"/>
                  </a:lnTo>
                  <a:lnTo>
                    <a:pt x="72" y="131"/>
                  </a:lnTo>
                  <a:lnTo>
                    <a:pt x="72" y="89"/>
                  </a:lnTo>
                  <a:lnTo>
                    <a:pt x="116" y="0"/>
                  </a:ln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extLst>
      <p:ext uri="{BB962C8B-B14F-4D97-AF65-F5344CB8AC3E}">
        <p14:creationId xmlns:p14="http://schemas.microsoft.com/office/powerpoint/2010/main" val="289244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7" name="图片 6" descr="图片包含 文本&#10;&#10;描述已自动生成">
            <a:extLst>
              <a:ext uri="{FF2B5EF4-FFF2-40B4-BE49-F238E27FC236}">
                <a16:creationId xmlns:a16="http://schemas.microsoft.com/office/drawing/2014/main" id="{A568B62C-6FB5-4C60-A39B-5E36CDD76C18}"/>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547176" y="799544"/>
            <a:ext cx="5190112" cy="5215764"/>
          </a:xfrm>
          <a:prstGeom prst="rect">
            <a:avLst/>
          </a:prstGeom>
        </p:spPr>
      </p:pic>
      <p:pic>
        <p:nvPicPr>
          <p:cNvPr id="8" name="图片 7" descr="黑暗中有钟表&#10;&#10;中度可信度描述已自动生成">
            <a:extLst>
              <a:ext uri="{FF2B5EF4-FFF2-40B4-BE49-F238E27FC236}">
                <a16:creationId xmlns:a16="http://schemas.microsoft.com/office/drawing/2014/main" id="{A2135CF2-5B9A-4D43-81FD-6E9C34B40F3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40324" r="38564" b="49108"/>
          <a:stretch/>
        </p:blipFill>
        <p:spPr>
          <a:xfrm>
            <a:off x="5219558" y="593129"/>
            <a:ext cx="1979844" cy="6363354"/>
          </a:xfrm>
          <a:prstGeom prst="rect">
            <a:avLst/>
          </a:prstGeom>
          <a:effectLst>
            <a:outerShdw blurRad="139700" sx="102000" sy="102000" algn="ctr" rotWithShape="0">
              <a:srgbClr val="C80000">
                <a:alpha val="26000"/>
              </a:srgbClr>
            </a:outerShdw>
          </a:effectLst>
        </p:spPr>
      </p:pic>
      <p:sp>
        <p:nvSpPr>
          <p:cNvPr id="9" name="任意多边形: 形状 8">
            <a:extLst>
              <a:ext uri="{FF2B5EF4-FFF2-40B4-BE49-F238E27FC236}">
                <a16:creationId xmlns:a16="http://schemas.microsoft.com/office/drawing/2014/main" id="{F288C285-81B1-4FC9-9A1E-7E3DCB2682C0}"/>
              </a:ext>
            </a:extLst>
          </p:cNvPr>
          <p:cNvSpPr/>
          <p:nvPr userDrawn="1"/>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gradFill>
            <a:gsLst>
              <a:gs pos="38000">
                <a:schemeClr val="accent6">
                  <a:alpha val="0"/>
                </a:schemeClr>
              </a:gs>
              <a:gs pos="100000">
                <a:schemeClr val="accent1">
                  <a:alpha val="9000"/>
                </a:schemeClr>
              </a:gs>
            </a:gsLst>
            <a:path path="circle">
              <a:fillToRect l="50000" t="50000" r="50000" b="50000"/>
            </a:path>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27" name="组合 26">
            <a:extLst>
              <a:ext uri="{FF2B5EF4-FFF2-40B4-BE49-F238E27FC236}">
                <a16:creationId xmlns:a16="http://schemas.microsoft.com/office/drawing/2014/main" id="{0B248A07-AEB4-4BFE-9E7B-C4206A9E0309}"/>
              </a:ext>
            </a:extLst>
          </p:cNvPr>
          <p:cNvGrpSpPr/>
          <p:nvPr userDrawn="1"/>
        </p:nvGrpSpPr>
        <p:grpSpPr>
          <a:xfrm>
            <a:off x="0" y="4861480"/>
            <a:ext cx="12192000" cy="1996521"/>
            <a:chOff x="0" y="4861480"/>
            <a:chExt cx="12192000" cy="1996521"/>
          </a:xfrm>
        </p:grpSpPr>
        <p:sp>
          <p:nvSpPr>
            <p:cNvPr id="28" name="任意多边形: 形状 27">
              <a:extLst>
                <a:ext uri="{FF2B5EF4-FFF2-40B4-BE49-F238E27FC236}">
                  <a16:creationId xmlns:a16="http://schemas.microsoft.com/office/drawing/2014/main" id="{6405F484-733B-4E45-AB84-E16F3BF565B6}"/>
                </a:ext>
              </a:extLst>
            </p:cNvPr>
            <p:cNvSpPr/>
            <p:nvPr/>
          </p:nvSpPr>
          <p:spPr>
            <a:xfrm>
              <a:off x="0" y="4861480"/>
              <a:ext cx="12192000" cy="1996520"/>
            </a:xfrm>
            <a:custGeom>
              <a:avLst/>
              <a:gdLst>
                <a:gd name="connsiteX0" fmla="*/ 0 w 12192000"/>
                <a:gd name="connsiteY0" fmla="*/ 0 h 1996520"/>
                <a:gd name="connsiteX1" fmla="*/ 43625 w 12192000"/>
                <a:gd name="connsiteY1" fmla="*/ 29389 h 1996520"/>
                <a:gd name="connsiteX2" fmla="*/ 6106788 w 12192000"/>
                <a:gd name="connsiteY2" fmla="*/ 1359188 h 1996520"/>
                <a:gd name="connsiteX3" fmla="*/ 12010381 w 12192000"/>
                <a:gd name="connsiteY3" fmla="*/ 124157 h 1996520"/>
                <a:gd name="connsiteX4" fmla="*/ 12192000 w 12192000"/>
                <a:gd name="connsiteY4" fmla="*/ 12365 h 1996520"/>
                <a:gd name="connsiteX5" fmla="*/ 12192000 w 12192000"/>
                <a:gd name="connsiteY5" fmla="*/ 1996520 h 1996520"/>
                <a:gd name="connsiteX6" fmla="*/ 0 w 12192000"/>
                <a:gd name="connsiteY6" fmla="*/ 1996520 h 19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996520">
                  <a:moveTo>
                    <a:pt x="0" y="0"/>
                  </a:moveTo>
                  <a:lnTo>
                    <a:pt x="43625" y="29389"/>
                  </a:lnTo>
                  <a:cubicBezTo>
                    <a:pt x="1336102" y="830124"/>
                    <a:pt x="3568938" y="1359188"/>
                    <a:pt x="6106788" y="1359188"/>
                  </a:cubicBezTo>
                  <a:cubicBezTo>
                    <a:pt x="8543125" y="1359188"/>
                    <a:pt x="10698360" y="871602"/>
                    <a:pt x="12010381" y="124157"/>
                  </a:cubicBezTo>
                  <a:lnTo>
                    <a:pt x="12192000" y="12365"/>
                  </a:lnTo>
                  <a:lnTo>
                    <a:pt x="12192000" y="1996520"/>
                  </a:lnTo>
                  <a:lnTo>
                    <a:pt x="0" y="1996520"/>
                  </a:lnTo>
                  <a:close/>
                </a:path>
              </a:pathLst>
            </a:custGeom>
            <a:solidFill>
              <a:schemeClr val="accent3"/>
            </a:solidFill>
            <a:ln>
              <a:noFill/>
            </a:ln>
            <a:effectLst>
              <a:outerShdw blurRad="177800" dist="101600" dir="16200000" sx="93000" sy="93000" rotWithShape="0">
                <a:schemeClr val="accent3">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9" name="任意多边形: 形状 28">
              <a:extLst>
                <a:ext uri="{FF2B5EF4-FFF2-40B4-BE49-F238E27FC236}">
                  <a16:creationId xmlns:a16="http://schemas.microsoft.com/office/drawing/2014/main" id="{5B60FCEA-D4F3-4BBA-9E63-69CB506DFA30}"/>
                </a:ext>
              </a:extLst>
            </p:cNvPr>
            <p:cNvSpPr/>
            <p:nvPr/>
          </p:nvSpPr>
          <p:spPr>
            <a:xfrm>
              <a:off x="0" y="5331454"/>
              <a:ext cx="12192000" cy="1526547"/>
            </a:xfrm>
            <a:custGeom>
              <a:avLst/>
              <a:gdLst>
                <a:gd name="connsiteX0" fmla="*/ 0 w 12192000"/>
                <a:gd name="connsiteY0" fmla="*/ 0 h 1526547"/>
                <a:gd name="connsiteX1" fmla="*/ 43626 w 12192000"/>
                <a:gd name="connsiteY1" fmla="*/ 21296 h 1526547"/>
                <a:gd name="connsiteX2" fmla="*/ 6106789 w 12192000"/>
                <a:gd name="connsiteY2" fmla="*/ 984922 h 1526547"/>
                <a:gd name="connsiteX3" fmla="*/ 12010382 w 12192000"/>
                <a:gd name="connsiteY3" fmla="*/ 89969 h 1526547"/>
                <a:gd name="connsiteX4" fmla="*/ 12192000 w 12192000"/>
                <a:gd name="connsiteY4" fmla="*/ 8961 h 1526547"/>
                <a:gd name="connsiteX5" fmla="*/ 12192000 w 12192000"/>
                <a:gd name="connsiteY5" fmla="*/ 1526547 h 1526547"/>
                <a:gd name="connsiteX6" fmla="*/ 0 w 12192000"/>
                <a:gd name="connsiteY6" fmla="*/ 1526547 h 152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526547">
                  <a:moveTo>
                    <a:pt x="0" y="0"/>
                  </a:moveTo>
                  <a:lnTo>
                    <a:pt x="43626" y="21296"/>
                  </a:lnTo>
                  <a:cubicBezTo>
                    <a:pt x="1336103" y="601541"/>
                    <a:pt x="3568939" y="984922"/>
                    <a:pt x="6106789" y="984922"/>
                  </a:cubicBezTo>
                  <a:cubicBezTo>
                    <a:pt x="8543126" y="984922"/>
                    <a:pt x="10698361" y="631598"/>
                    <a:pt x="12010382" y="89969"/>
                  </a:cubicBezTo>
                  <a:lnTo>
                    <a:pt x="12192000" y="8961"/>
                  </a:lnTo>
                  <a:lnTo>
                    <a:pt x="12192000" y="1526547"/>
                  </a:lnTo>
                  <a:lnTo>
                    <a:pt x="0" y="1526547"/>
                  </a:lnTo>
                  <a:close/>
                </a:path>
              </a:pathLst>
            </a:cu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1" name="组合 1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18FC632E-E6C0-F7DE-1C79-197B7F9CD05F}"/>
              </a:ext>
            </a:extLst>
          </p:cNvPr>
          <p:cNvGrpSpPr>
            <a:grpSpLocks noChangeAspect="1"/>
          </p:cNvGrpSpPr>
          <p:nvPr userDrawn="1"/>
        </p:nvGrpSpPr>
        <p:grpSpPr>
          <a:xfrm>
            <a:off x="9032735" y="436939"/>
            <a:ext cx="2507967" cy="725210"/>
            <a:chOff x="2873375" y="2500313"/>
            <a:chExt cx="6445251" cy="1863725"/>
          </a:xfrm>
          <a:solidFill>
            <a:schemeClr val="accent1"/>
          </a:solidFill>
        </p:grpSpPr>
        <p:sp>
          <p:nvSpPr>
            <p:cNvPr id="12" name="ïṧḷídè">
              <a:extLst>
                <a:ext uri="{FF2B5EF4-FFF2-40B4-BE49-F238E27FC236}">
                  <a16:creationId xmlns:a16="http://schemas.microsoft.com/office/drawing/2014/main" id="{B173B8E1-BF90-E42F-24B0-591A4E7EB05D}"/>
                </a:ext>
              </a:extLst>
            </p:cNvPr>
            <p:cNvSpPr/>
            <p:nvPr/>
          </p:nvSpPr>
          <p:spPr bwMode="auto">
            <a:xfrm>
              <a:off x="5021263" y="2711451"/>
              <a:ext cx="615950" cy="774700"/>
            </a:xfrm>
            <a:custGeom>
              <a:avLst/>
              <a:gdLst>
                <a:gd name="T0" fmla="*/ 161 w 187"/>
                <a:gd name="T1" fmla="*/ 118 h 234"/>
                <a:gd name="T2" fmla="*/ 145 w 187"/>
                <a:gd name="T3" fmla="*/ 90 h 234"/>
                <a:gd name="T4" fmla="*/ 110 w 187"/>
                <a:gd name="T5" fmla="*/ 107 h 234"/>
                <a:gd name="T6" fmla="*/ 86 w 187"/>
                <a:gd name="T7" fmla="*/ 67 h 234"/>
                <a:gd name="T8" fmla="*/ 113 w 187"/>
                <a:gd name="T9" fmla="*/ 51 h 234"/>
                <a:gd name="T10" fmla="*/ 103 w 187"/>
                <a:gd name="T11" fmla="*/ 66 h 234"/>
                <a:gd name="T12" fmla="*/ 123 w 187"/>
                <a:gd name="T13" fmla="*/ 57 h 234"/>
                <a:gd name="T14" fmla="*/ 187 w 187"/>
                <a:gd name="T15" fmla="*/ 18 h 234"/>
                <a:gd name="T16" fmla="*/ 171 w 187"/>
                <a:gd name="T17" fmla="*/ 2 h 234"/>
                <a:gd name="T18" fmla="*/ 140 w 187"/>
                <a:gd name="T19" fmla="*/ 18 h 234"/>
                <a:gd name="T20" fmla="*/ 46 w 187"/>
                <a:gd name="T21" fmla="*/ 57 h 234"/>
                <a:gd name="T22" fmla="*/ 48 w 187"/>
                <a:gd name="T23" fmla="*/ 82 h 234"/>
                <a:gd name="T24" fmla="*/ 74 w 187"/>
                <a:gd name="T25" fmla="*/ 77 h 234"/>
                <a:gd name="T26" fmla="*/ 85 w 187"/>
                <a:gd name="T27" fmla="*/ 116 h 234"/>
                <a:gd name="T28" fmla="*/ 63 w 187"/>
                <a:gd name="T29" fmla="*/ 131 h 234"/>
                <a:gd name="T30" fmla="*/ 45 w 187"/>
                <a:gd name="T31" fmla="*/ 123 h 234"/>
                <a:gd name="T32" fmla="*/ 19 w 187"/>
                <a:gd name="T33" fmla="*/ 173 h 234"/>
                <a:gd name="T34" fmla="*/ 7 w 187"/>
                <a:gd name="T35" fmla="*/ 160 h 234"/>
                <a:gd name="T36" fmla="*/ 0 w 187"/>
                <a:gd name="T37" fmla="*/ 208 h 234"/>
                <a:gd name="T38" fmla="*/ 20 w 187"/>
                <a:gd name="T39" fmla="*/ 234 h 234"/>
                <a:gd name="T40" fmla="*/ 30 w 187"/>
                <a:gd name="T41" fmla="*/ 210 h 234"/>
                <a:gd name="T42" fmla="*/ 49 w 187"/>
                <a:gd name="T43" fmla="*/ 164 h 234"/>
                <a:gd name="T44" fmla="*/ 58 w 187"/>
                <a:gd name="T45" fmla="*/ 179 h 234"/>
                <a:gd name="T46" fmla="*/ 63 w 187"/>
                <a:gd name="T47" fmla="*/ 181 h 234"/>
                <a:gd name="T48" fmla="*/ 62 w 187"/>
                <a:gd name="T49" fmla="*/ 219 h 234"/>
                <a:gd name="T50" fmla="*/ 86 w 187"/>
                <a:gd name="T51" fmla="*/ 213 h 234"/>
                <a:gd name="T52" fmla="*/ 79 w 187"/>
                <a:gd name="T53" fmla="*/ 223 h 234"/>
                <a:gd name="T54" fmla="*/ 109 w 187"/>
                <a:gd name="T55" fmla="*/ 209 h 234"/>
                <a:gd name="T56" fmla="*/ 98 w 187"/>
                <a:gd name="T57" fmla="*/ 196 h 234"/>
                <a:gd name="T58" fmla="*/ 83 w 187"/>
                <a:gd name="T59" fmla="*/ 175 h 234"/>
                <a:gd name="T60" fmla="*/ 101 w 187"/>
                <a:gd name="T61" fmla="*/ 192 h 234"/>
                <a:gd name="T62" fmla="*/ 112 w 187"/>
                <a:gd name="T63" fmla="*/ 196 h 234"/>
                <a:gd name="T64" fmla="*/ 150 w 187"/>
                <a:gd name="T65" fmla="*/ 138 h 234"/>
                <a:gd name="T66" fmla="*/ 76 w 187"/>
                <a:gd name="T67" fmla="*/ 146 h 234"/>
                <a:gd name="T68" fmla="*/ 71 w 187"/>
                <a:gd name="T69" fmla="*/ 162 h 234"/>
                <a:gd name="T70" fmla="*/ 69 w 187"/>
                <a:gd name="T71" fmla="*/ 150 h 234"/>
                <a:gd name="T72" fmla="*/ 99 w 187"/>
                <a:gd name="T73" fmla="*/ 174 h 234"/>
                <a:gd name="T74" fmla="*/ 89 w 187"/>
                <a:gd name="T75" fmla="*/ 162 h 234"/>
                <a:gd name="T76" fmla="*/ 103 w 187"/>
                <a:gd name="T77" fmla="*/ 134 h 234"/>
                <a:gd name="T78" fmla="*/ 103 w 187"/>
                <a:gd name="T79" fmla="*/ 132 h 234"/>
                <a:gd name="T80" fmla="*/ 105 w 187"/>
                <a:gd name="T81" fmla="*/ 128 h 234"/>
                <a:gd name="T82" fmla="*/ 122 w 187"/>
                <a:gd name="T83" fmla="*/ 114 h 234"/>
                <a:gd name="T84" fmla="*/ 129 w 187"/>
                <a:gd name="T85" fmla="*/ 11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234">
                  <a:moveTo>
                    <a:pt x="150" y="138"/>
                  </a:moveTo>
                  <a:cubicBezTo>
                    <a:pt x="158" y="123"/>
                    <a:pt x="157" y="127"/>
                    <a:pt x="161" y="118"/>
                  </a:cubicBezTo>
                  <a:cubicBezTo>
                    <a:pt x="162" y="116"/>
                    <a:pt x="163" y="114"/>
                    <a:pt x="163" y="111"/>
                  </a:cubicBezTo>
                  <a:cubicBezTo>
                    <a:pt x="163" y="103"/>
                    <a:pt x="152" y="93"/>
                    <a:pt x="145" y="90"/>
                  </a:cubicBezTo>
                  <a:cubicBezTo>
                    <a:pt x="138" y="89"/>
                    <a:pt x="133" y="91"/>
                    <a:pt x="129" y="95"/>
                  </a:cubicBezTo>
                  <a:cubicBezTo>
                    <a:pt x="122" y="99"/>
                    <a:pt x="110" y="110"/>
                    <a:pt x="110" y="107"/>
                  </a:cubicBezTo>
                  <a:cubicBezTo>
                    <a:pt x="110" y="101"/>
                    <a:pt x="112" y="82"/>
                    <a:pt x="109" y="78"/>
                  </a:cubicBezTo>
                  <a:cubicBezTo>
                    <a:pt x="106" y="74"/>
                    <a:pt x="93" y="68"/>
                    <a:pt x="86" y="67"/>
                  </a:cubicBezTo>
                  <a:cubicBezTo>
                    <a:pt x="86" y="67"/>
                    <a:pt x="86" y="66"/>
                    <a:pt x="88" y="64"/>
                  </a:cubicBezTo>
                  <a:cubicBezTo>
                    <a:pt x="96" y="60"/>
                    <a:pt x="101" y="59"/>
                    <a:pt x="113" y="51"/>
                  </a:cubicBezTo>
                  <a:cubicBezTo>
                    <a:pt x="115" y="50"/>
                    <a:pt x="116" y="50"/>
                    <a:pt x="114" y="53"/>
                  </a:cubicBezTo>
                  <a:cubicBezTo>
                    <a:pt x="111" y="57"/>
                    <a:pt x="107" y="61"/>
                    <a:pt x="103" y="66"/>
                  </a:cubicBezTo>
                  <a:cubicBezTo>
                    <a:pt x="103" y="67"/>
                    <a:pt x="101" y="70"/>
                    <a:pt x="102" y="71"/>
                  </a:cubicBezTo>
                  <a:cubicBezTo>
                    <a:pt x="111" y="70"/>
                    <a:pt x="117" y="61"/>
                    <a:pt x="123" y="57"/>
                  </a:cubicBezTo>
                  <a:cubicBezTo>
                    <a:pt x="132" y="50"/>
                    <a:pt x="136" y="54"/>
                    <a:pt x="145" y="44"/>
                  </a:cubicBezTo>
                  <a:cubicBezTo>
                    <a:pt x="152" y="38"/>
                    <a:pt x="187" y="28"/>
                    <a:pt x="187" y="18"/>
                  </a:cubicBezTo>
                  <a:cubicBezTo>
                    <a:pt x="187" y="16"/>
                    <a:pt x="187" y="13"/>
                    <a:pt x="187" y="10"/>
                  </a:cubicBezTo>
                  <a:cubicBezTo>
                    <a:pt x="187" y="7"/>
                    <a:pt x="178" y="4"/>
                    <a:pt x="171" y="2"/>
                  </a:cubicBezTo>
                  <a:cubicBezTo>
                    <a:pt x="163" y="0"/>
                    <a:pt x="163" y="1"/>
                    <a:pt x="156" y="6"/>
                  </a:cubicBezTo>
                  <a:cubicBezTo>
                    <a:pt x="150" y="11"/>
                    <a:pt x="142" y="17"/>
                    <a:pt x="140" y="18"/>
                  </a:cubicBezTo>
                  <a:cubicBezTo>
                    <a:pt x="136" y="21"/>
                    <a:pt x="116" y="30"/>
                    <a:pt x="110" y="32"/>
                  </a:cubicBezTo>
                  <a:cubicBezTo>
                    <a:pt x="99" y="37"/>
                    <a:pt x="53" y="57"/>
                    <a:pt x="46" y="57"/>
                  </a:cubicBezTo>
                  <a:cubicBezTo>
                    <a:pt x="36" y="57"/>
                    <a:pt x="32" y="53"/>
                    <a:pt x="35" y="65"/>
                  </a:cubicBezTo>
                  <a:cubicBezTo>
                    <a:pt x="37" y="73"/>
                    <a:pt x="43" y="82"/>
                    <a:pt x="48" y="82"/>
                  </a:cubicBezTo>
                  <a:cubicBezTo>
                    <a:pt x="54" y="82"/>
                    <a:pt x="61" y="77"/>
                    <a:pt x="67" y="75"/>
                  </a:cubicBezTo>
                  <a:cubicBezTo>
                    <a:pt x="71" y="73"/>
                    <a:pt x="71" y="73"/>
                    <a:pt x="74" y="77"/>
                  </a:cubicBezTo>
                  <a:cubicBezTo>
                    <a:pt x="77" y="80"/>
                    <a:pt x="80" y="83"/>
                    <a:pt x="83" y="86"/>
                  </a:cubicBezTo>
                  <a:cubicBezTo>
                    <a:pt x="89" y="89"/>
                    <a:pt x="87" y="106"/>
                    <a:pt x="85" y="116"/>
                  </a:cubicBezTo>
                  <a:cubicBezTo>
                    <a:pt x="85" y="121"/>
                    <a:pt x="85" y="125"/>
                    <a:pt x="80" y="129"/>
                  </a:cubicBezTo>
                  <a:cubicBezTo>
                    <a:pt x="75" y="133"/>
                    <a:pt x="66" y="136"/>
                    <a:pt x="63" y="131"/>
                  </a:cubicBezTo>
                  <a:cubicBezTo>
                    <a:pt x="58" y="126"/>
                    <a:pt x="56" y="113"/>
                    <a:pt x="48" y="109"/>
                  </a:cubicBezTo>
                  <a:cubicBezTo>
                    <a:pt x="42" y="109"/>
                    <a:pt x="45" y="117"/>
                    <a:pt x="45" y="123"/>
                  </a:cubicBezTo>
                  <a:cubicBezTo>
                    <a:pt x="45" y="133"/>
                    <a:pt x="45" y="142"/>
                    <a:pt x="45" y="152"/>
                  </a:cubicBezTo>
                  <a:cubicBezTo>
                    <a:pt x="45" y="157"/>
                    <a:pt x="26" y="167"/>
                    <a:pt x="19" y="173"/>
                  </a:cubicBezTo>
                  <a:cubicBezTo>
                    <a:pt x="12" y="179"/>
                    <a:pt x="14" y="172"/>
                    <a:pt x="13" y="167"/>
                  </a:cubicBezTo>
                  <a:cubicBezTo>
                    <a:pt x="11" y="160"/>
                    <a:pt x="10" y="157"/>
                    <a:pt x="7" y="160"/>
                  </a:cubicBezTo>
                  <a:cubicBezTo>
                    <a:pt x="4" y="175"/>
                    <a:pt x="0" y="187"/>
                    <a:pt x="0" y="193"/>
                  </a:cubicBezTo>
                  <a:cubicBezTo>
                    <a:pt x="0" y="198"/>
                    <a:pt x="0" y="203"/>
                    <a:pt x="0" y="208"/>
                  </a:cubicBezTo>
                  <a:cubicBezTo>
                    <a:pt x="0" y="217"/>
                    <a:pt x="3" y="234"/>
                    <a:pt x="14" y="234"/>
                  </a:cubicBezTo>
                  <a:cubicBezTo>
                    <a:pt x="16" y="234"/>
                    <a:pt x="18" y="234"/>
                    <a:pt x="20" y="234"/>
                  </a:cubicBezTo>
                  <a:cubicBezTo>
                    <a:pt x="25" y="234"/>
                    <a:pt x="30" y="229"/>
                    <a:pt x="30" y="222"/>
                  </a:cubicBezTo>
                  <a:cubicBezTo>
                    <a:pt x="30" y="218"/>
                    <a:pt x="30" y="214"/>
                    <a:pt x="30" y="210"/>
                  </a:cubicBezTo>
                  <a:cubicBezTo>
                    <a:pt x="30" y="202"/>
                    <a:pt x="21" y="194"/>
                    <a:pt x="20" y="185"/>
                  </a:cubicBezTo>
                  <a:cubicBezTo>
                    <a:pt x="26" y="181"/>
                    <a:pt x="43" y="168"/>
                    <a:pt x="49" y="164"/>
                  </a:cubicBezTo>
                  <a:cubicBezTo>
                    <a:pt x="49" y="167"/>
                    <a:pt x="49" y="170"/>
                    <a:pt x="49" y="173"/>
                  </a:cubicBezTo>
                  <a:cubicBezTo>
                    <a:pt x="49" y="178"/>
                    <a:pt x="54" y="179"/>
                    <a:pt x="58" y="179"/>
                  </a:cubicBezTo>
                  <a:cubicBezTo>
                    <a:pt x="59" y="179"/>
                    <a:pt x="59" y="178"/>
                    <a:pt x="60" y="178"/>
                  </a:cubicBezTo>
                  <a:cubicBezTo>
                    <a:pt x="63" y="178"/>
                    <a:pt x="64" y="179"/>
                    <a:pt x="63" y="181"/>
                  </a:cubicBezTo>
                  <a:cubicBezTo>
                    <a:pt x="61" y="187"/>
                    <a:pt x="56" y="196"/>
                    <a:pt x="55" y="200"/>
                  </a:cubicBezTo>
                  <a:cubicBezTo>
                    <a:pt x="53" y="208"/>
                    <a:pt x="54" y="219"/>
                    <a:pt x="62" y="219"/>
                  </a:cubicBezTo>
                  <a:cubicBezTo>
                    <a:pt x="63" y="219"/>
                    <a:pt x="65" y="219"/>
                    <a:pt x="66" y="219"/>
                  </a:cubicBezTo>
                  <a:cubicBezTo>
                    <a:pt x="76" y="219"/>
                    <a:pt x="76" y="211"/>
                    <a:pt x="86" y="213"/>
                  </a:cubicBezTo>
                  <a:cubicBezTo>
                    <a:pt x="86" y="213"/>
                    <a:pt x="86" y="214"/>
                    <a:pt x="86" y="214"/>
                  </a:cubicBezTo>
                  <a:cubicBezTo>
                    <a:pt x="87" y="217"/>
                    <a:pt x="82" y="221"/>
                    <a:pt x="79" y="223"/>
                  </a:cubicBezTo>
                  <a:cubicBezTo>
                    <a:pt x="76" y="225"/>
                    <a:pt x="75" y="227"/>
                    <a:pt x="81" y="227"/>
                  </a:cubicBezTo>
                  <a:cubicBezTo>
                    <a:pt x="88" y="227"/>
                    <a:pt x="107" y="214"/>
                    <a:pt x="109" y="209"/>
                  </a:cubicBezTo>
                  <a:cubicBezTo>
                    <a:pt x="109" y="204"/>
                    <a:pt x="110" y="200"/>
                    <a:pt x="106" y="198"/>
                  </a:cubicBezTo>
                  <a:cubicBezTo>
                    <a:pt x="104" y="197"/>
                    <a:pt x="100" y="196"/>
                    <a:pt x="98" y="196"/>
                  </a:cubicBezTo>
                  <a:cubicBezTo>
                    <a:pt x="89" y="197"/>
                    <a:pt x="67" y="199"/>
                    <a:pt x="76" y="190"/>
                  </a:cubicBezTo>
                  <a:cubicBezTo>
                    <a:pt x="79" y="185"/>
                    <a:pt x="82" y="180"/>
                    <a:pt x="83" y="175"/>
                  </a:cubicBezTo>
                  <a:cubicBezTo>
                    <a:pt x="85" y="171"/>
                    <a:pt x="86" y="173"/>
                    <a:pt x="87" y="175"/>
                  </a:cubicBezTo>
                  <a:cubicBezTo>
                    <a:pt x="91" y="180"/>
                    <a:pt x="95" y="186"/>
                    <a:pt x="101" y="192"/>
                  </a:cubicBezTo>
                  <a:cubicBezTo>
                    <a:pt x="102" y="194"/>
                    <a:pt x="106" y="196"/>
                    <a:pt x="110" y="196"/>
                  </a:cubicBezTo>
                  <a:cubicBezTo>
                    <a:pt x="111" y="196"/>
                    <a:pt x="111" y="196"/>
                    <a:pt x="112" y="196"/>
                  </a:cubicBezTo>
                  <a:cubicBezTo>
                    <a:pt x="125" y="198"/>
                    <a:pt x="135" y="166"/>
                    <a:pt x="144" y="151"/>
                  </a:cubicBezTo>
                  <a:cubicBezTo>
                    <a:pt x="147" y="144"/>
                    <a:pt x="146" y="146"/>
                    <a:pt x="150" y="138"/>
                  </a:cubicBezTo>
                  <a:close/>
                  <a:moveTo>
                    <a:pt x="69" y="150"/>
                  </a:moveTo>
                  <a:cubicBezTo>
                    <a:pt x="69" y="149"/>
                    <a:pt x="72" y="147"/>
                    <a:pt x="76" y="146"/>
                  </a:cubicBezTo>
                  <a:cubicBezTo>
                    <a:pt x="78" y="145"/>
                    <a:pt x="76" y="149"/>
                    <a:pt x="75" y="151"/>
                  </a:cubicBezTo>
                  <a:cubicBezTo>
                    <a:pt x="74" y="155"/>
                    <a:pt x="73" y="159"/>
                    <a:pt x="71" y="162"/>
                  </a:cubicBezTo>
                  <a:cubicBezTo>
                    <a:pt x="70" y="164"/>
                    <a:pt x="69" y="163"/>
                    <a:pt x="69" y="161"/>
                  </a:cubicBezTo>
                  <a:cubicBezTo>
                    <a:pt x="69" y="158"/>
                    <a:pt x="69" y="154"/>
                    <a:pt x="69" y="150"/>
                  </a:cubicBezTo>
                  <a:close/>
                  <a:moveTo>
                    <a:pt x="129" y="114"/>
                  </a:moveTo>
                  <a:cubicBezTo>
                    <a:pt x="122" y="130"/>
                    <a:pt x="105" y="173"/>
                    <a:pt x="99" y="174"/>
                  </a:cubicBezTo>
                  <a:cubicBezTo>
                    <a:pt x="95" y="173"/>
                    <a:pt x="92" y="169"/>
                    <a:pt x="88" y="167"/>
                  </a:cubicBezTo>
                  <a:cubicBezTo>
                    <a:pt x="85" y="165"/>
                    <a:pt x="88" y="164"/>
                    <a:pt x="89" y="162"/>
                  </a:cubicBezTo>
                  <a:cubicBezTo>
                    <a:pt x="93" y="154"/>
                    <a:pt x="95" y="147"/>
                    <a:pt x="99" y="139"/>
                  </a:cubicBezTo>
                  <a:cubicBezTo>
                    <a:pt x="101" y="137"/>
                    <a:pt x="102" y="136"/>
                    <a:pt x="103" y="134"/>
                  </a:cubicBezTo>
                  <a:cubicBezTo>
                    <a:pt x="103" y="134"/>
                    <a:pt x="103" y="134"/>
                    <a:pt x="103" y="134"/>
                  </a:cubicBezTo>
                  <a:cubicBezTo>
                    <a:pt x="103" y="133"/>
                    <a:pt x="103" y="133"/>
                    <a:pt x="103" y="132"/>
                  </a:cubicBezTo>
                  <a:cubicBezTo>
                    <a:pt x="103" y="132"/>
                    <a:pt x="104" y="132"/>
                    <a:pt x="104" y="132"/>
                  </a:cubicBezTo>
                  <a:cubicBezTo>
                    <a:pt x="104" y="131"/>
                    <a:pt x="105" y="130"/>
                    <a:pt x="105" y="128"/>
                  </a:cubicBezTo>
                  <a:cubicBezTo>
                    <a:pt x="106" y="126"/>
                    <a:pt x="108" y="124"/>
                    <a:pt x="109" y="122"/>
                  </a:cubicBezTo>
                  <a:cubicBezTo>
                    <a:pt x="113" y="116"/>
                    <a:pt x="119" y="117"/>
                    <a:pt x="122" y="114"/>
                  </a:cubicBezTo>
                  <a:cubicBezTo>
                    <a:pt x="123" y="113"/>
                    <a:pt x="123" y="112"/>
                    <a:pt x="123" y="111"/>
                  </a:cubicBezTo>
                  <a:cubicBezTo>
                    <a:pt x="127" y="108"/>
                    <a:pt x="133" y="110"/>
                    <a:pt x="129"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6" name="iŝḷîḋé">
              <a:extLst>
                <a:ext uri="{FF2B5EF4-FFF2-40B4-BE49-F238E27FC236}">
                  <a16:creationId xmlns:a16="http://schemas.microsoft.com/office/drawing/2014/main" id="{B79C8D8E-B6ED-ED9E-E62E-EECE6FB2B946}"/>
                </a:ext>
              </a:extLst>
            </p:cNvPr>
            <p:cNvSpPr/>
            <p:nvPr/>
          </p:nvSpPr>
          <p:spPr bwMode="auto">
            <a:xfrm>
              <a:off x="5664200" y="2649538"/>
              <a:ext cx="823913" cy="1020763"/>
            </a:xfrm>
            <a:custGeom>
              <a:avLst/>
              <a:gdLst>
                <a:gd name="T0" fmla="*/ 94 w 250"/>
                <a:gd name="T1" fmla="*/ 286 h 309"/>
                <a:gd name="T2" fmla="*/ 156 w 250"/>
                <a:gd name="T3" fmla="*/ 234 h 309"/>
                <a:gd name="T4" fmla="*/ 155 w 250"/>
                <a:gd name="T5" fmla="*/ 204 h 309"/>
                <a:gd name="T6" fmla="*/ 165 w 250"/>
                <a:gd name="T7" fmla="*/ 177 h 309"/>
                <a:gd name="T8" fmla="*/ 151 w 250"/>
                <a:gd name="T9" fmla="*/ 154 h 309"/>
                <a:gd name="T10" fmla="*/ 189 w 250"/>
                <a:gd name="T11" fmla="*/ 138 h 309"/>
                <a:gd name="T12" fmla="*/ 188 w 250"/>
                <a:gd name="T13" fmla="*/ 143 h 309"/>
                <a:gd name="T14" fmla="*/ 210 w 250"/>
                <a:gd name="T15" fmla="*/ 138 h 309"/>
                <a:gd name="T16" fmla="*/ 237 w 250"/>
                <a:gd name="T17" fmla="*/ 132 h 309"/>
                <a:gd name="T18" fmla="*/ 244 w 250"/>
                <a:gd name="T19" fmla="*/ 108 h 309"/>
                <a:gd name="T20" fmla="*/ 177 w 250"/>
                <a:gd name="T21" fmla="*/ 121 h 309"/>
                <a:gd name="T22" fmla="*/ 149 w 250"/>
                <a:gd name="T23" fmla="*/ 125 h 309"/>
                <a:gd name="T24" fmla="*/ 164 w 250"/>
                <a:gd name="T25" fmla="*/ 99 h 309"/>
                <a:gd name="T26" fmla="*/ 179 w 250"/>
                <a:gd name="T27" fmla="*/ 110 h 309"/>
                <a:gd name="T28" fmla="*/ 210 w 250"/>
                <a:gd name="T29" fmla="*/ 80 h 309"/>
                <a:gd name="T30" fmla="*/ 212 w 250"/>
                <a:gd name="T31" fmla="*/ 43 h 309"/>
                <a:gd name="T32" fmla="*/ 179 w 250"/>
                <a:gd name="T33" fmla="*/ 49 h 309"/>
                <a:gd name="T34" fmla="*/ 157 w 250"/>
                <a:gd name="T35" fmla="*/ 0 h 309"/>
                <a:gd name="T36" fmla="*/ 153 w 250"/>
                <a:gd name="T37" fmla="*/ 30 h 309"/>
                <a:gd name="T38" fmla="*/ 130 w 250"/>
                <a:gd name="T39" fmla="*/ 72 h 309"/>
                <a:gd name="T40" fmla="*/ 99 w 250"/>
                <a:gd name="T41" fmla="*/ 49 h 309"/>
                <a:gd name="T42" fmla="*/ 95 w 250"/>
                <a:gd name="T43" fmla="*/ 61 h 309"/>
                <a:gd name="T44" fmla="*/ 91 w 250"/>
                <a:gd name="T45" fmla="*/ 85 h 309"/>
                <a:gd name="T46" fmla="*/ 85 w 250"/>
                <a:gd name="T47" fmla="*/ 105 h 309"/>
                <a:gd name="T48" fmla="*/ 86 w 250"/>
                <a:gd name="T49" fmla="*/ 114 h 309"/>
                <a:gd name="T50" fmla="*/ 112 w 250"/>
                <a:gd name="T51" fmla="*/ 112 h 309"/>
                <a:gd name="T52" fmla="*/ 134 w 250"/>
                <a:gd name="T53" fmla="*/ 91 h 309"/>
                <a:gd name="T54" fmla="*/ 133 w 250"/>
                <a:gd name="T55" fmla="*/ 108 h 309"/>
                <a:gd name="T56" fmla="*/ 113 w 250"/>
                <a:gd name="T57" fmla="*/ 142 h 309"/>
                <a:gd name="T58" fmla="*/ 61 w 250"/>
                <a:gd name="T59" fmla="*/ 161 h 309"/>
                <a:gd name="T60" fmla="*/ 2 w 250"/>
                <a:gd name="T61" fmla="*/ 179 h 309"/>
                <a:gd name="T62" fmla="*/ 0 w 250"/>
                <a:gd name="T63" fmla="*/ 188 h 309"/>
                <a:gd name="T64" fmla="*/ 22 w 250"/>
                <a:gd name="T65" fmla="*/ 214 h 309"/>
                <a:gd name="T66" fmla="*/ 63 w 250"/>
                <a:gd name="T67" fmla="*/ 188 h 309"/>
                <a:gd name="T68" fmla="*/ 109 w 250"/>
                <a:gd name="T69" fmla="*/ 168 h 309"/>
                <a:gd name="T70" fmla="*/ 110 w 250"/>
                <a:gd name="T71" fmla="*/ 220 h 309"/>
                <a:gd name="T72" fmla="*/ 85 w 250"/>
                <a:gd name="T73" fmla="*/ 266 h 309"/>
                <a:gd name="T74" fmla="*/ 28 w 250"/>
                <a:gd name="T75" fmla="*/ 280 h 309"/>
                <a:gd name="T76" fmla="*/ 51 w 250"/>
                <a:gd name="T77" fmla="*/ 307 h 309"/>
                <a:gd name="T78" fmla="*/ 141 w 250"/>
                <a:gd name="T79" fmla="*/ 177 h 309"/>
                <a:gd name="T80" fmla="*/ 126 w 250"/>
                <a:gd name="T81" fmla="*/ 202 h 309"/>
                <a:gd name="T82" fmla="*/ 136 w 250"/>
                <a:gd name="T83" fmla="*/ 157 h 309"/>
                <a:gd name="T84" fmla="*/ 187 w 250"/>
                <a:gd name="T85" fmla="*/ 60 h 309"/>
                <a:gd name="T86" fmla="*/ 172 w 250"/>
                <a:gd name="T87" fmla="*/ 91 h 309"/>
                <a:gd name="T88" fmla="*/ 164 w 250"/>
                <a:gd name="T89" fmla="*/ 88 h 309"/>
                <a:gd name="T90" fmla="*/ 183 w 250"/>
                <a:gd name="T91" fmla="*/ 6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0" h="309">
                  <a:moveTo>
                    <a:pt x="51" y="307"/>
                  </a:moveTo>
                  <a:cubicBezTo>
                    <a:pt x="66" y="307"/>
                    <a:pt x="85" y="294"/>
                    <a:pt x="94" y="286"/>
                  </a:cubicBezTo>
                  <a:cubicBezTo>
                    <a:pt x="106" y="275"/>
                    <a:pt x="135" y="244"/>
                    <a:pt x="144" y="229"/>
                  </a:cubicBezTo>
                  <a:cubicBezTo>
                    <a:pt x="147" y="229"/>
                    <a:pt x="153" y="234"/>
                    <a:pt x="156" y="234"/>
                  </a:cubicBezTo>
                  <a:cubicBezTo>
                    <a:pt x="166" y="237"/>
                    <a:pt x="171" y="230"/>
                    <a:pt x="171" y="221"/>
                  </a:cubicBezTo>
                  <a:cubicBezTo>
                    <a:pt x="171" y="210"/>
                    <a:pt x="163" y="204"/>
                    <a:pt x="155" y="204"/>
                  </a:cubicBezTo>
                  <a:cubicBezTo>
                    <a:pt x="157" y="196"/>
                    <a:pt x="162" y="189"/>
                    <a:pt x="163" y="182"/>
                  </a:cubicBezTo>
                  <a:cubicBezTo>
                    <a:pt x="163" y="178"/>
                    <a:pt x="163" y="179"/>
                    <a:pt x="165" y="177"/>
                  </a:cubicBezTo>
                  <a:cubicBezTo>
                    <a:pt x="168" y="173"/>
                    <a:pt x="169" y="168"/>
                    <a:pt x="164" y="164"/>
                  </a:cubicBezTo>
                  <a:cubicBezTo>
                    <a:pt x="160" y="161"/>
                    <a:pt x="155" y="158"/>
                    <a:pt x="151" y="154"/>
                  </a:cubicBezTo>
                  <a:cubicBezTo>
                    <a:pt x="149" y="153"/>
                    <a:pt x="148" y="152"/>
                    <a:pt x="151" y="151"/>
                  </a:cubicBezTo>
                  <a:cubicBezTo>
                    <a:pt x="164" y="145"/>
                    <a:pt x="176" y="141"/>
                    <a:pt x="189" y="138"/>
                  </a:cubicBezTo>
                  <a:cubicBezTo>
                    <a:pt x="192" y="137"/>
                    <a:pt x="193" y="137"/>
                    <a:pt x="191" y="140"/>
                  </a:cubicBezTo>
                  <a:cubicBezTo>
                    <a:pt x="188" y="143"/>
                    <a:pt x="188" y="143"/>
                    <a:pt x="188" y="143"/>
                  </a:cubicBezTo>
                  <a:cubicBezTo>
                    <a:pt x="186" y="146"/>
                    <a:pt x="190" y="147"/>
                    <a:pt x="191" y="146"/>
                  </a:cubicBezTo>
                  <a:cubicBezTo>
                    <a:pt x="196" y="142"/>
                    <a:pt x="203" y="138"/>
                    <a:pt x="210" y="138"/>
                  </a:cubicBezTo>
                  <a:cubicBezTo>
                    <a:pt x="218" y="139"/>
                    <a:pt x="225" y="138"/>
                    <a:pt x="230" y="135"/>
                  </a:cubicBezTo>
                  <a:cubicBezTo>
                    <a:pt x="237" y="132"/>
                    <a:pt x="237" y="132"/>
                    <a:pt x="237" y="132"/>
                  </a:cubicBezTo>
                  <a:cubicBezTo>
                    <a:pt x="242" y="129"/>
                    <a:pt x="249" y="127"/>
                    <a:pt x="249" y="119"/>
                  </a:cubicBezTo>
                  <a:cubicBezTo>
                    <a:pt x="249" y="111"/>
                    <a:pt x="250" y="112"/>
                    <a:pt x="244" y="108"/>
                  </a:cubicBezTo>
                  <a:cubicBezTo>
                    <a:pt x="240" y="105"/>
                    <a:pt x="235" y="103"/>
                    <a:pt x="225" y="103"/>
                  </a:cubicBezTo>
                  <a:cubicBezTo>
                    <a:pt x="217" y="102"/>
                    <a:pt x="211" y="112"/>
                    <a:pt x="177" y="121"/>
                  </a:cubicBezTo>
                  <a:cubicBezTo>
                    <a:pt x="168" y="125"/>
                    <a:pt x="161" y="129"/>
                    <a:pt x="151" y="131"/>
                  </a:cubicBezTo>
                  <a:cubicBezTo>
                    <a:pt x="146" y="132"/>
                    <a:pt x="147" y="128"/>
                    <a:pt x="149" y="125"/>
                  </a:cubicBezTo>
                  <a:cubicBezTo>
                    <a:pt x="154" y="117"/>
                    <a:pt x="156" y="108"/>
                    <a:pt x="160" y="99"/>
                  </a:cubicBezTo>
                  <a:cubicBezTo>
                    <a:pt x="162" y="95"/>
                    <a:pt x="162" y="95"/>
                    <a:pt x="164" y="99"/>
                  </a:cubicBezTo>
                  <a:cubicBezTo>
                    <a:pt x="167" y="103"/>
                    <a:pt x="169" y="107"/>
                    <a:pt x="172" y="111"/>
                  </a:cubicBezTo>
                  <a:cubicBezTo>
                    <a:pt x="173" y="112"/>
                    <a:pt x="176" y="112"/>
                    <a:pt x="179" y="110"/>
                  </a:cubicBezTo>
                  <a:cubicBezTo>
                    <a:pt x="181" y="107"/>
                    <a:pt x="184" y="105"/>
                    <a:pt x="187" y="102"/>
                  </a:cubicBezTo>
                  <a:cubicBezTo>
                    <a:pt x="194" y="97"/>
                    <a:pt x="202" y="89"/>
                    <a:pt x="210" y="80"/>
                  </a:cubicBezTo>
                  <a:cubicBezTo>
                    <a:pt x="218" y="73"/>
                    <a:pt x="223" y="67"/>
                    <a:pt x="223" y="63"/>
                  </a:cubicBezTo>
                  <a:cubicBezTo>
                    <a:pt x="221" y="53"/>
                    <a:pt x="213" y="52"/>
                    <a:pt x="212" y="43"/>
                  </a:cubicBezTo>
                  <a:cubicBezTo>
                    <a:pt x="211" y="38"/>
                    <a:pt x="211" y="37"/>
                    <a:pt x="205" y="37"/>
                  </a:cubicBezTo>
                  <a:cubicBezTo>
                    <a:pt x="196" y="38"/>
                    <a:pt x="188" y="47"/>
                    <a:pt x="179" y="49"/>
                  </a:cubicBezTo>
                  <a:cubicBezTo>
                    <a:pt x="181" y="46"/>
                    <a:pt x="190" y="28"/>
                    <a:pt x="190" y="24"/>
                  </a:cubicBezTo>
                  <a:cubicBezTo>
                    <a:pt x="188" y="9"/>
                    <a:pt x="174" y="0"/>
                    <a:pt x="157" y="0"/>
                  </a:cubicBezTo>
                  <a:cubicBezTo>
                    <a:pt x="150" y="0"/>
                    <a:pt x="149" y="0"/>
                    <a:pt x="148" y="7"/>
                  </a:cubicBezTo>
                  <a:cubicBezTo>
                    <a:pt x="148" y="14"/>
                    <a:pt x="160" y="13"/>
                    <a:pt x="153" y="30"/>
                  </a:cubicBezTo>
                  <a:cubicBezTo>
                    <a:pt x="152" y="35"/>
                    <a:pt x="150" y="51"/>
                    <a:pt x="148" y="55"/>
                  </a:cubicBezTo>
                  <a:cubicBezTo>
                    <a:pt x="142" y="70"/>
                    <a:pt x="142" y="65"/>
                    <a:pt x="130" y="72"/>
                  </a:cubicBezTo>
                  <a:cubicBezTo>
                    <a:pt x="126" y="75"/>
                    <a:pt x="119" y="81"/>
                    <a:pt x="112" y="85"/>
                  </a:cubicBezTo>
                  <a:cubicBezTo>
                    <a:pt x="113" y="75"/>
                    <a:pt x="104" y="49"/>
                    <a:pt x="99" y="49"/>
                  </a:cubicBezTo>
                  <a:cubicBezTo>
                    <a:pt x="93" y="49"/>
                    <a:pt x="93" y="51"/>
                    <a:pt x="93" y="56"/>
                  </a:cubicBezTo>
                  <a:cubicBezTo>
                    <a:pt x="93" y="60"/>
                    <a:pt x="95" y="57"/>
                    <a:pt x="95" y="61"/>
                  </a:cubicBezTo>
                  <a:cubicBezTo>
                    <a:pt x="95" y="65"/>
                    <a:pt x="95" y="69"/>
                    <a:pt x="95" y="73"/>
                  </a:cubicBezTo>
                  <a:cubicBezTo>
                    <a:pt x="95" y="79"/>
                    <a:pt x="94" y="82"/>
                    <a:pt x="91" y="85"/>
                  </a:cubicBezTo>
                  <a:cubicBezTo>
                    <a:pt x="89" y="88"/>
                    <a:pt x="89" y="90"/>
                    <a:pt x="89" y="93"/>
                  </a:cubicBezTo>
                  <a:cubicBezTo>
                    <a:pt x="90" y="101"/>
                    <a:pt x="87" y="103"/>
                    <a:pt x="85" y="105"/>
                  </a:cubicBezTo>
                  <a:cubicBezTo>
                    <a:pt x="82" y="107"/>
                    <a:pt x="84" y="108"/>
                    <a:pt x="84" y="111"/>
                  </a:cubicBezTo>
                  <a:cubicBezTo>
                    <a:pt x="84" y="113"/>
                    <a:pt x="86" y="112"/>
                    <a:pt x="86" y="114"/>
                  </a:cubicBezTo>
                  <a:cubicBezTo>
                    <a:pt x="86" y="119"/>
                    <a:pt x="88" y="134"/>
                    <a:pt x="97" y="131"/>
                  </a:cubicBezTo>
                  <a:cubicBezTo>
                    <a:pt x="105" y="128"/>
                    <a:pt x="108" y="119"/>
                    <a:pt x="112" y="112"/>
                  </a:cubicBezTo>
                  <a:cubicBezTo>
                    <a:pt x="115" y="108"/>
                    <a:pt x="117" y="106"/>
                    <a:pt x="121" y="103"/>
                  </a:cubicBezTo>
                  <a:cubicBezTo>
                    <a:pt x="125" y="100"/>
                    <a:pt x="131" y="95"/>
                    <a:pt x="134" y="91"/>
                  </a:cubicBezTo>
                  <a:cubicBezTo>
                    <a:pt x="137" y="88"/>
                    <a:pt x="141" y="82"/>
                    <a:pt x="138" y="91"/>
                  </a:cubicBezTo>
                  <a:cubicBezTo>
                    <a:pt x="136" y="98"/>
                    <a:pt x="135" y="101"/>
                    <a:pt x="133" y="108"/>
                  </a:cubicBezTo>
                  <a:cubicBezTo>
                    <a:pt x="130" y="117"/>
                    <a:pt x="128" y="124"/>
                    <a:pt x="124" y="134"/>
                  </a:cubicBezTo>
                  <a:cubicBezTo>
                    <a:pt x="122" y="139"/>
                    <a:pt x="121" y="140"/>
                    <a:pt x="113" y="142"/>
                  </a:cubicBezTo>
                  <a:cubicBezTo>
                    <a:pt x="79" y="154"/>
                    <a:pt x="79" y="154"/>
                    <a:pt x="79" y="154"/>
                  </a:cubicBezTo>
                  <a:cubicBezTo>
                    <a:pt x="77" y="155"/>
                    <a:pt x="65" y="160"/>
                    <a:pt x="61" y="161"/>
                  </a:cubicBezTo>
                  <a:cubicBezTo>
                    <a:pt x="54" y="163"/>
                    <a:pt x="50" y="166"/>
                    <a:pt x="43" y="169"/>
                  </a:cubicBezTo>
                  <a:cubicBezTo>
                    <a:pt x="25" y="176"/>
                    <a:pt x="29" y="179"/>
                    <a:pt x="2" y="179"/>
                  </a:cubicBezTo>
                  <a:cubicBezTo>
                    <a:pt x="1" y="181"/>
                    <a:pt x="0" y="182"/>
                    <a:pt x="0" y="186"/>
                  </a:cubicBezTo>
                  <a:cubicBezTo>
                    <a:pt x="0" y="187"/>
                    <a:pt x="0" y="187"/>
                    <a:pt x="0" y="188"/>
                  </a:cubicBezTo>
                  <a:cubicBezTo>
                    <a:pt x="0" y="195"/>
                    <a:pt x="14" y="214"/>
                    <a:pt x="21" y="214"/>
                  </a:cubicBezTo>
                  <a:cubicBezTo>
                    <a:pt x="22" y="214"/>
                    <a:pt x="22" y="214"/>
                    <a:pt x="22" y="214"/>
                  </a:cubicBezTo>
                  <a:cubicBezTo>
                    <a:pt x="28" y="214"/>
                    <a:pt x="37" y="203"/>
                    <a:pt x="41" y="199"/>
                  </a:cubicBezTo>
                  <a:cubicBezTo>
                    <a:pt x="48" y="194"/>
                    <a:pt x="55" y="192"/>
                    <a:pt x="63" y="188"/>
                  </a:cubicBezTo>
                  <a:cubicBezTo>
                    <a:pt x="70" y="184"/>
                    <a:pt x="79" y="182"/>
                    <a:pt x="86" y="178"/>
                  </a:cubicBezTo>
                  <a:cubicBezTo>
                    <a:pt x="95" y="175"/>
                    <a:pt x="101" y="170"/>
                    <a:pt x="109" y="168"/>
                  </a:cubicBezTo>
                  <a:cubicBezTo>
                    <a:pt x="109" y="181"/>
                    <a:pt x="98" y="184"/>
                    <a:pt x="98" y="201"/>
                  </a:cubicBezTo>
                  <a:cubicBezTo>
                    <a:pt x="98" y="208"/>
                    <a:pt x="107" y="216"/>
                    <a:pt x="110" y="220"/>
                  </a:cubicBezTo>
                  <a:cubicBezTo>
                    <a:pt x="114" y="221"/>
                    <a:pt x="118" y="223"/>
                    <a:pt x="122" y="224"/>
                  </a:cubicBezTo>
                  <a:cubicBezTo>
                    <a:pt x="113" y="236"/>
                    <a:pt x="113" y="237"/>
                    <a:pt x="85" y="266"/>
                  </a:cubicBezTo>
                  <a:cubicBezTo>
                    <a:pt x="77" y="275"/>
                    <a:pt x="61" y="286"/>
                    <a:pt x="52" y="286"/>
                  </a:cubicBezTo>
                  <a:cubicBezTo>
                    <a:pt x="44" y="286"/>
                    <a:pt x="35" y="282"/>
                    <a:pt x="28" y="280"/>
                  </a:cubicBezTo>
                  <a:cubicBezTo>
                    <a:pt x="19" y="277"/>
                    <a:pt x="17" y="283"/>
                    <a:pt x="17" y="293"/>
                  </a:cubicBezTo>
                  <a:cubicBezTo>
                    <a:pt x="18" y="309"/>
                    <a:pt x="37" y="306"/>
                    <a:pt x="51" y="307"/>
                  </a:cubicBezTo>
                  <a:close/>
                  <a:moveTo>
                    <a:pt x="138" y="157"/>
                  </a:moveTo>
                  <a:cubicBezTo>
                    <a:pt x="141" y="165"/>
                    <a:pt x="144" y="163"/>
                    <a:pt x="141" y="177"/>
                  </a:cubicBezTo>
                  <a:cubicBezTo>
                    <a:pt x="139" y="181"/>
                    <a:pt x="136" y="188"/>
                    <a:pt x="133" y="197"/>
                  </a:cubicBezTo>
                  <a:cubicBezTo>
                    <a:pt x="132" y="202"/>
                    <a:pt x="130" y="202"/>
                    <a:pt x="126" y="202"/>
                  </a:cubicBezTo>
                  <a:cubicBezTo>
                    <a:pt x="123" y="202"/>
                    <a:pt x="122" y="198"/>
                    <a:pt x="122" y="193"/>
                  </a:cubicBezTo>
                  <a:cubicBezTo>
                    <a:pt x="125" y="183"/>
                    <a:pt x="134" y="162"/>
                    <a:pt x="136" y="157"/>
                  </a:cubicBezTo>
                  <a:cubicBezTo>
                    <a:pt x="137" y="154"/>
                    <a:pt x="137" y="155"/>
                    <a:pt x="138" y="157"/>
                  </a:cubicBezTo>
                  <a:close/>
                  <a:moveTo>
                    <a:pt x="187" y="60"/>
                  </a:moveTo>
                  <a:cubicBezTo>
                    <a:pt x="192" y="59"/>
                    <a:pt x="191" y="58"/>
                    <a:pt x="188" y="63"/>
                  </a:cubicBezTo>
                  <a:cubicBezTo>
                    <a:pt x="184" y="71"/>
                    <a:pt x="173" y="91"/>
                    <a:pt x="172" y="91"/>
                  </a:cubicBezTo>
                  <a:cubicBezTo>
                    <a:pt x="168" y="91"/>
                    <a:pt x="169" y="90"/>
                    <a:pt x="165" y="90"/>
                  </a:cubicBezTo>
                  <a:cubicBezTo>
                    <a:pt x="164" y="90"/>
                    <a:pt x="164" y="90"/>
                    <a:pt x="164" y="88"/>
                  </a:cubicBezTo>
                  <a:cubicBezTo>
                    <a:pt x="167" y="84"/>
                    <a:pt x="169" y="73"/>
                    <a:pt x="173" y="69"/>
                  </a:cubicBezTo>
                  <a:cubicBezTo>
                    <a:pt x="177" y="67"/>
                    <a:pt x="181" y="66"/>
                    <a:pt x="183" y="61"/>
                  </a:cubicBezTo>
                  <a:lnTo>
                    <a:pt x="187"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7" name="í$ḻîdê">
              <a:extLst>
                <a:ext uri="{FF2B5EF4-FFF2-40B4-BE49-F238E27FC236}">
                  <a16:creationId xmlns:a16="http://schemas.microsoft.com/office/drawing/2014/main" id="{819AE9CA-5A93-765F-DD24-E6613BAE078A}"/>
                </a:ext>
              </a:extLst>
            </p:cNvPr>
            <p:cNvSpPr/>
            <p:nvPr/>
          </p:nvSpPr>
          <p:spPr bwMode="auto">
            <a:xfrm>
              <a:off x="6459538" y="2708276"/>
              <a:ext cx="714375" cy="855663"/>
            </a:xfrm>
            <a:custGeom>
              <a:avLst/>
              <a:gdLst>
                <a:gd name="T0" fmla="*/ 81 w 217"/>
                <a:gd name="T1" fmla="*/ 129 h 259"/>
                <a:gd name="T2" fmla="*/ 94 w 217"/>
                <a:gd name="T3" fmla="*/ 123 h 259"/>
                <a:gd name="T4" fmla="*/ 106 w 217"/>
                <a:gd name="T5" fmla="*/ 123 h 259"/>
                <a:gd name="T6" fmla="*/ 137 w 217"/>
                <a:gd name="T7" fmla="*/ 99 h 259"/>
                <a:gd name="T8" fmla="*/ 130 w 217"/>
                <a:gd name="T9" fmla="*/ 120 h 259"/>
                <a:gd name="T10" fmla="*/ 156 w 217"/>
                <a:gd name="T11" fmla="*/ 109 h 259"/>
                <a:gd name="T12" fmla="*/ 173 w 217"/>
                <a:gd name="T13" fmla="*/ 89 h 259"/>
                <a:gd name="T14" fmla="*/ 149 w 217"/>
                <a:gd name="T15" fmla="*/ 77 h 259"/>
                <a:gd name="T16" fmla="*/ 140 w 217"/>
                <a:gd name="T17" fmla="*/ 75 h 259"/>
                <a:gd name="T18" fmla="*/ 100 w 217"/>
                <a:gd name="T19" fmla="*/ 99 h 259"/>
                <a:gd name="T20" fmla="*/ 96 w 217"/>
                <a:gd name="T21" fmla="*/ 80 h 259"/>
                <a:gd name="T22" fmla="*/ 78 w 217"/>
                <a:gd name="T23" fmla="*/ 106 h 259"/>
                <a:gd name="T24" fmla="*/ 58 w 217"/>
                <a:gd name="T25" fmla="*/ 142 h 259"/>
                <a:gd name="T26" fmla="*/ 135 w 217"/>
                <a:gd name="T27" fmla="*/ 57 h 259"/>
                <a:gd name="T28" fmla="*/ 68 w 217"/>
                <a:gd name="T29" fmla="*/ 62 h 259"/>
                <a:gd name="T30" fmla="*/ 97 w 217"/>
                <a:gd name="T31" fmla="*/ 52 h 259"/>
                <a:gd name="T32" fmla="*/ 103 w 217"/>
                <a:gd name="T33" fmla="*/ 17 h 259"/>
                <a:gd name="T34" fmla="*/ 103 w 217"/>
                <a:gd name="T35" fmla="*/ 1 h 259"/>
                <a:gd name="T36" fmla="*/ 143 w 217"/>
                <a:gd name="T37" fmla="*/ 25 h 259"/>
                <a:gd name="T38" fmla="*/ 164 w 217"/>
                <a:gd name="T39" fmla="*/ 22 h 259"/>
                <a:gd name="T40" fmla="*/ 183 w 217"/>
                <a:gd name="T41" fmla="*/ 43 h 259"/>
                <a:gd name="T42" fmla="*/ 137 w 217"/>
                <a:gd name="T43" fmla="*/ 64 h 259"/>
                <a:gd name="T44" fmla="*/ 28 w 217"/>
                <a:gd name="T45" fmla="*/ 257 h 259"/>
                <a:gd name="T46" fmla="*/ 24 w 217"/>
                <a:gd name="T47" fmla="*/ 247 h 259"/>
                <a:gd name="T48" fmla="*/ 99 w 217"/>
                <a:gd name="T49" fmla="*/ 165 h 259"/>
                <a:gd name="T50" fmla="*/ 84 w 217"/>
                <a:gd name="T51" fmla="*/ 134 h 259"/>
                <a:gd name="T52" fmla="*/ 113 w 217"/>
                <a:gd name="T53" fmla="*/ 150 h 259"/>
                <a:gd name="T54" fmla="*/ 124 w 217"/>
                <a:gd name="T55" fmla="*/ 122 h 259"/>
                <a:gd name="T56" fmla="*/ 138 w 217"/>
                <a:gd name="T57" fmla="*/ 131 h 259"/>
                <a:gd name="T58" fmla="*/ 146 w 217"/>
                <a:gd name="T59" fmla="*/ 148 h 259"/>
                <a:gd name="T60" fmla="*/ 133 w 217"/>
                <a:gd name="T61" fmla="*/ 173 h 259"/>
                <a:gd name="T62" fmla="*/ 207 w 217"/>
                <a:gd name="T63" fmla="*/ 236 h 259"/>
                <a:gd name="T64" fmla="*/ 173 w 217"/>
                <a:gd name="T65" fmla="*/ 251 h 259"/>
                <a:gd name="T66" fmla="*/ 136 w 217"/>
                <a:gd name="T67" fmla="*/ 224 h 259"/>
                <a:gd name="T68" fmla="*/ 113 w 217"/>
                <a:gd name="T69" fmla="*/ 194 h 259"/>
                <a:gd name="T70" fmla="*/ 95 w 217"/>
                <a:gd name="T71" fmla="*/ 213 h 259"/>
                <a:gd name="T72" fmla="*/ 28 w 217"/>
                <a:gd name="T73" fmla="*/ 257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7" h="259">
                  <a:moveTo>
                    <a:pt x="64" y="143"/>
                  </a:moveTo>
                  <a:cubicBezTo>
                    <a:pt x="68" y="141"/>
                    <a:pt x="75" y="134"/>
                    <a:pt x="81" y="129"/>
                  </a:cubicBezTo>
                  <a:cubicBezTo>
                    <a:pt x="81" y="128"/>
                    <a:pt x="83" y="129"/>
                    <a:pt x="84" y="129"/>
                  </a:cubicBezTo>
                  <a:cubicBezTo>
                    <a:pt x="88" y="127"/>
                    <a:pt x="91" y="124"/>
                    <a:pt x="94" y="123"/>
                  </a:cubicBezTo>
                  <a:cubicBezTo>
                    <a:pt x="96" y="123"/>
                    <a:pt x="98" y="125"/>
                    <a:pt x="100" y="125"/>
                  </a:cubicBezTo>
                  <a:cubicBezTo>
                    <a:pt x="101" y="126"/>
                    <a:pt x="105" y="124"/>
                    <a:pt x="106" y="123"/>
                  </a:cubicBezTo>
                  <a:cubicBezTo>
                    <a:pt x="113" y="121"/>
                    <a:pt x="114" y="115"/>
                    <a:pt x="121" y="113"/>
                  </a:cubicBezTo>
                  <a:cubicBezTo>
                    <a:pt x="122" y="113"/>
                    <a:pt x="134" y="99"/>
                    <a:pt x="137" y="99"/>
                  </a:cubicBezTo>
                  <a:cubicBezTo>
                    <a:pt x="138" y="99"/>
                    <a:pt x="140" y="102"/>
                    <a:pt x="130" y="112"/>
                  </a:cubicBezTo>
                  <a:cubicBezTo>
                    <a:pt x="128" y="114"/>
                    <a:pt x="128" y="118"/>
                    <a:pt x="130" y="120"/>
                  </a:cubicBezTo>
                  <a:cubicBezTo>
                    <a:pt x="132" y="121"/>
                    <a:pt x="135" y="121"/>
                    <a:pt x="138" y="120"/>
                  </a:cubicBezTo>
                  <a:cubicBezTo>
                    <a:pt x="144" y="117"/>
                    <a:pt x="150" y="112"/>
                    <a:pt x="156" y="109"/>
                  </a:cubicBezTo>
                  <a:cubicBezTo>
                    <a:pt x="162" y="105"/>
                    <a:pt x="168" y="106"/>
                    <a:pt x="173" y="101"/>
                  </a:cubicBezTo>
                  <a:cubicBezTo>
                    <a:pt x="175" y="100"/>
                    <a:pt x="174" y="91"/>
                    <a:pt x="173" y="89"/>
                  </a:cubicBezTo>
                  <a:cubicBezTo>
                    <a:pt x="170" y="86"/>
                    <a:pt x="167" y="86"/>
                    <a:pt x="163" y="83"/>
                  </a:cubicBezTo>
                  <a:cubicBezTo>
                    <a:pt x="160" y="82"/>
                    <a:pt x="153" y="80"/>
                    <a:pt x="149" y="77"/>
                  </a:cubicBezTo>
                  <a:cubicBezTo>
                    <a:pt x="148" y="76"/>
                    <a:pt x="150" y="75"/>
                    <a:pt x="148" y="75"/>
                  </a:cubicBezTo>
                  <a:cubicBezTo>
                    <a:pt x="146" y="74"/>
                    <a:pt x="142" y="73"/>
                    <a:pt x="140" y="75"/>
                  </a:cubicBezTo>
                  <a:cubicBezTo>
                    <a:pt x="126" y="87"/>
                    <a:pt x="115" y="99"/>
                    <a:pt x="108" y="101"/>
                  </a:cubicBezTo>
                  <a:cubicBezTo>
                    <a:pt x="106" y="102"/>
                    <a:pt x="101" y="102"/>
                    <a:pt x="100" y="99"/>
                  </a:cubicBezTo>
                  <a:cubicBezTo>
                    <a:pt x="100" y="93"/>
                    <a:pt x="103" y="89"/>
                    <a:pt x="102" y="84"/>
                  </a:cubicBezTo>
                  <a:cubicBezTo>
                    <a:pt x="101" y="82"/>
                    <a:pt x="97" y="79"/>
                    <a:pt x="96" y="80"/>
                  </a:cubicBezTo>
                  <a:cubicBezTo>
                    <a:pt x="91" y="84"/>
                    <a:pt x="93" y="88"/>
                    <a:pt x="89" y="92"/>
                  </a:cubicBezTo>
                  <a:cubicBezTo>
                    <a:pt x="86" y="97"/>
                    <a:pt x="83" y="103"/>
                    <a:pt x="78" y="106"/>
                  </a:cubicBezTo>
                  <a:cubicBezTo>
                    <a:pt x="74" y="110"/>
                    <a:pt x="54" y="128"/>
                    <a:pt x="56" y="136"/>
                  </a:cubicBezTo>
                  <a:cubicBezTo>
                    <a:pt x="55" y="138"/>
                    <a:pt x="56" y="141"/>
                    <a:pt x="58" y="142"/>
                  </a:cubicBezTo>
                  <a:cubicBezTo>
                    <a:pt x="59" y="143"/>
                    <a:pt x="63" y="144"/>
                    <a:pt x="64" y="143"/>
                  </a:cubicBezTo>
                  <a:close/>
                  <a:moveTo>
                    <a:pt x="135" y="57"/>
                  </a:moveTo>
                  <a:cubicBezTo>
                    <a:pt x="117" y="66"/>
                    <a:pt x="83" y="81"/>
                    <a:pt x="66" y="73"/>
                  </a:cubicBezTo>
                  <a:cubicBezTo>
                    <a:pt x="54" y="63"/>
                    <a:pt x="61" y="60"/>
                    <a:pt x="68" y="62"/>
                  </a:cubicBezTo>
                  <a:cubicBezTo>
                    <a:pt x="71" y="62"/>
                    <a:pt x="72" y="63"/>
                    <a:pt x="74" y="61"/>
                  </a:cubicBezTo>
                  <a:cubicBezTo>
                    <a:pt x="81" y="58"/>
                    <a:pt x="91" y="53"/>
                    <a:pt x="97" y="52"/>
                  </a:cubicBezTo>
                  <a:cubicBezTo>
                    <a:pt x="100" y="50"/>
                    <a:pt x="103" y="48"/>
                    <a:pt x="103" y="46"/>
                  </a:cubicBezTo>
                  <a:cubicBezTo>
                    <a:pt x="106" y="42"/>
                    <a:pt x="104" y="21"/>
                    <a:pt x="103" y="17"/>
                  </a:cubicBezTo>
                  <a:cubicBezTo>
                    <a:pt x="102" y="12"/>
                    <a:pt x="100" y="9"/>
                    <a:pt x="100" y="4"/>
                  </a:cubicBezTo>
                  <a:cubicBezTo>
                    <a:pt x="99" y="3"/>
                    <a:pt x="101" y="0"/>
                    <a:pt x="103" y="1"/>
                  </a:cubicBezTo>
                  <a:cubicBezTo>
                    <a:pt x="116" y="2"/>
                    <a:pt x="125" y="6"/>
                    <a:pt x="137" y="14"/>
                  </a:cubicBezTo>
                  <a:cubicBezTo>
                    <a:pt x="141" y="16"/>
                    <a:pt x="145" y="21"/>
                    <a:pt x="143" y="25"/>
                  </a:cubicBezTo>
                  <a:cubicBezTo>
                    <a:pt x="140" y="29"/>
                    <a:pt x="134" y="36"/>
                    <a:pt x="142" y="32"/>
                  </a:cubicBezTo>
                  <a:cubicBezTo>
                    <a:pt x="149" y="29"/>
                    <a:pt x="157" y="25"/>
                    <a:pt x="164" y="22"/>
                  </a:cubicBezTo>
                  <a:cubicBezTo>
                    <a:pt x="172" y="21"/>
                    <a:pt x="181" y="25"/>
                    <a:pt x="188" y="28"/>
                  </a:cubicBezTo>
                  <a:cubicBezTo>
                    <a:pt x="199" y="37"/>
                    <a:pt x="190" y="42"/>
                    <a:pt x="183" y="43"/>
                  </a:cubicBezTo>
                  <a:cubicBezTo>
                    <a:pt x="176" y="45"/>
                    <a:pt x="171" y="48"/>
                    <a:pt x="165" y="50"/>
                  </a:cubicBezTo>
                  <a:cubicBezTo>
                    <a:pt x="155" y="54"/>
                    <a:pt x="147" y="61"/>
                    <a:pt x="137" y="64"/>
                  </a:cubicBezTo>
                  <a:cubicBezTo>
                    <a:pt x="135" y="64"/>
                    <a:pt x="137" y="57"/>
                    <a:pt x="135" y="57"/>
                  </a:cubicBezTo>
                  <a:close/>
                  <a:moveTo>
                    <a:pt x="28" y="257"/>
                  </a:moveTo>
                  <a:cubicBezTo>
                    <a:pt x="23" y="259"/>
                    <a:pt x="0" y="259"/>
                    <a:pt x="12" y="252"/>
                  </a:cubicBezTo>
                  <a:cubicBezTo>
                    <a:pt x="15" y="249"/>
                    <a:pt x="20" y="249"/>
                    <a:pt x="24" y="247"/>
                  </a:cubicBezTo>
                  <a:cubicBezTo>
                    <a:pt x="57" y="230"/>
                    <a:pt x="79" y="202"/>
                    <a:pt x="100" y="176"/>
                  </a:cubicBezTo>
                  <a:cubicBezTo>
                    <a:pt x="103" y="172"/>
                    <a:pt x="102" y="170"/>
                    <a:pt x="99" y="165"/>
                  </a:cubicBezTo>
                  <a:cubicBezTo>
                    <a:pt x="92" y="154"/>
                    <a:pt x="85" y="148"/>
                    <a:pt x="78" y="140"/>
                  </a:cubicBezTo>
                  <a:cubicBezTo>
                    <a:pt x="73" y="135"/>
                    <a:pt x="80" y="132"/>
                    <a:pt x="84" y="134"/>
                  </a:cubicBezTo>
                  <a:cubicBezTo>
                    <a:pt x="91" y="139"/>
                    <a:pt x="102" y="147"/>
                    <a:pt x="108" y="152"/>
                  </a:cubicBezTo>
                  <a:cubicBezTo>
                    <a:pt x="112" y="155"/>
                    <a:pt x="111" y="155"/>
                    <a:pt x="113" y="150"/>
                  </a:cubicBezTo>
                  <a:cubicBezTo>
                    <a:pt x="117" y="142"/>
                    <a:pt x="120" y="133"/>
                    <a:pt x="119" y="125"/>
                  </a:cubicBezTo>
                  <a:cubicBezTo>
                    <a:pt x="121" y="122"/>
                    <a:pt x="121" y="122"/>
                    <a:pt x="124" y="122"/>
                  </a:cubicBezTo>
                  <a:cubicBezTo>
                    <a:pt x="127" y="122"/>
                    <a:pt x="127" y="122"/>
                    <a:pt x="130" y="124"/>
                  </a:cubicBezTo>
                  <a:cubicBezTo>
                    <a:pt x="132" y="126"/>
                    <a:pt x="135" y="128"/>
                    <a:pt x="138" y="131"/>
                  </a:cubicBezTo>
                  <a:cubicBezTo>
                    <a:pt x="140" y="133"/>
                    <a:pt x="142" y="135"/>
                    <a:pt x="144" y="138"/>
                  </a:cubicBezTo>
                  <a:cubicBezTo>
                    <a:pt x="148" y="142"/>
                    <a:pt x="148" y="142"/>
                    <a:pt x="146" y="148"/>
                  </a:cubicBezTo>
                  <a:cubicBezTo>
                    <a:pt x="143" y="156"/>
                    <a:pt x="136" y="162"/>
                    <a:pt x="132" y="168"/>
                  </a:cubicBezTo>
                  <a:cubicBezTo>
                    <a:pt x="129" y="172"/>
                    <a:pt x="131" y="171"/>
                    <a:pt x="133" y="173"/>
                  </a:cubicBezTo>
                  <a:cubicBezTo>
                    <a:pt x="143" y="182"/>
                    <a:pt x="155" y="198"/>
                    <a:pt x="166" y="209"/>
                  </a:cubicBezTo>
                  <a:cubicBezTo>
                    <a:pt x="180" y="222"/>
                    <a:pt x="197" y="233"/>
                    <a:pt x="207" y="236"/>
                  </a:cubicBezTo>
                  <a:cubicBezTo>
                    <a:pt x="217" y="239"/>
                    <a:pt x="215" y="245"/>
                    <a:pt x="210" y="245"/>
                  </a:cubicBezTo>
                  <a:cubicBezTo>
                    <a:pt x="200" y="246"/>
                    <a:pt x="182" y="249"/>
                    <a:pt x="173" y="251"/>
                  </a:cubicBezTo>
                  <a:cubicBezTo>
                    <a:pt x="166" y="253"/>
                    <a:pt x="163" y="249"/>
                    <a:pt x="158" y="247"/>
                  </a:cubicBezTo>
                  <a:cubicBezTo>
                    <a:pt x="150" y="241"/>
                    <a:pt x="142" y="234"/>
                    <a:pt x="136" y="224"/>
                  </a:cubicBezTo>
                  <a:cubicBezTo>
                    <a:pt x="130" y="214"/>
                    <a:pt x="124" y="204"/>
                    <a:pt x="118" y="194"/>
                  </a:cubicBezTo>
                  <a:cubicBezTo>
                    <a:pt x="115" y="191"/>
                    <a:pt x="116" y="191"/>
                    <a:pt x="113" y="194"/>
                  </a:cubicBezTo>
                  <a:cubicBezTo>
                    <a:pt x="111" y="196"/>
                    <a:pt x="109" y="201"/>
                    <a:pt x="106" y="203"/>
                  </a:cubicBezTo>
                  <a:cubicBezTo>
                    <a:pt x="103" y="205"/>
                    <a:pt x="99" y="209"/>
                    <a:pt x="95" y="213"/>
                  </a:cubicBezTo>
                  <a:cubicBezTo>
                    <a:pt x="88" y="219"/>
                    <a:pt x="82" y="226"/>
                    <a:pt x="74" y="232"/>
                  </a:cubicBezTo>
                  <a:cubicBezTo>
                    <a:pt x="55" y="248"/>
                    <a:pt x="38" y="254"/>
                    <a:pt x="28" y="2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8" name="ï$1íḋe">
              <a:extLst>
                <a:ext uri="{FF2B5EF4-FFF2-40B4-BE49-F238E27FC236}">
                  <a16:creationId xmlns:a16="http://schemas.microsoft.com/office/drawing/2014/main" id="{822CA9CA-DAAF-6318-53A4-9A2D8BC65105}"/>
                </a:ext>
              </a:extLst>
            </p:cNvPr>
            <p:cNvSpPr/>
            <p:nvPr/>
          </p:nvSpPr>
          <p:spPr bwMode="auto">
            <a:xfrm>
              <a:off x="7197725" y="2711451"/>
              <a:ext cx="666750" cy="866775"/>
            </a:xfrm>
            <a:custGeom>
              <a:avLst/>
              <a:gdLst>
                <a:gd name="T0" fmla="*/ 45 w 202"/>
                <a:gd name="T1" fmla="*/ 155 h 262"/>
                <a:gd name="T2" fmla="*/ 14 w 202"/>
                <a:gd name="T3" fmla="*/ 126 h 262"/>
                <a:gd name="T4" fmla="*/ 20 w 202"/>
                <a:gd name="T5" fmla="*/ 149 h 262"/>
                <a:gd name="T6" fmla="*/ 37 w 202"/>
                <a:gd name="T7" fmla="*/ 169 h 262"/>
                <a:gd name="T8" fmla="*/ 114 w 202"/>
                <a:gd name="T9" fmla="*/ 143 h 262"/>
                <a:gd name="T10" fmla="*/ 117 w 202"/>
                <a:gd name="T11" fmla="*/ 141 h 262"/>
                <a:gd name="T12" fmla="*/ 115 w 202"/>
                <a:gd name="T13" fmla="*/ 137 h 262"/>
                <a:gd name="T14" fmla="*/ 91 w 202"/>
                <a:gd name="T15" fmla="*/ 121 h 262"/>
                <a:gd name="T16" fmla="*/ 103 w 202"/>
                <a:gd name="T17" fmla="*/ 122 h 262"/>
                <a:gd name="T18" fmla="*/ 91 w 202"/>
                <a:gd name="T19" fmla="*/ 121 h 262"/>
                <a:gd name="T20" fmla="*/ 5 w 202"/>
                <a:gd name="T21" fmla="*/ 211 h 262"/>
                <a:gd name="T22" fmla="*/ 40 w 202"/>
                <a:gd name="T23" fmla="*/ 221 h 262"/>
                <a:gd name="T24" fmla="*/ 110 w 202"/>
                <a:gd name="T25" fmla="*/ 247 h 262"/>
                <a:gd name="T26" fmla="*/ 143 w 202"/>
                <a:gd name="T27" fmla="*/ 259 h 262"/>
                <a:gd name="T28" fmla="*/ 175 w 202"/>
                <a:gd name="T29" fmla="*/ 242 h 262"/>
                <a:gd name="T30" fmla="*/ 193 w 202"/>
                <a:gd name="T31" fmla="*/ 223 h 262"/>
                <a:gd name="T32" fmla="*/ 119 w 202"/>
                <a:gd name="T33" fmla="*/ 224 h 262"/>
                <a:gd name="T34" fmla="*/ 45 w 202"/>
                <a:gd name="T35" fmla="*/ 207 h 262"/>
                <a:gd name="T36" fmla="*/ 53 w 202"/>
                <a:gd name="T37" fmla="*/ 193 h 262"/>
                <a:gd name="T38" fmla="*/ 30 w 202"/>
                <a:gd name="T39" fmla="*/ 181 h 262"/>
                <a:gd name="T40" fmla="*/ 38 w 202"/>
                <a:gd name="T41" fmla="*/ 195 h 262"/>
                <a:gd name="T42" fmla="*/ 32 w 202"/>
                <a:gd name="T43" fmla="*/ 205 h 262"/>
                <a:gd name="T44" fmla="*/ 114 w 202"/>
                <a:gd name="T45" fmla="*/ 57 h 262"/>
                <a:gd name="T46" fmla="*/ 118 w 202"/>
                <a:gd name="T47" fmla="*/ 66 h 262"/>
                <a:gd name="T48" fmla="*/ 104 w 202"/>
                <a:gd name="T49" fmla="*/ 83 h 262"/>
                <a:gd name="T50" fmla="*/ 151 w 202"/>
                <a:gd name="T51" fmla="*/ 61 h 262"/>
                <a:gd name="T52" fmla="*/ 162 w 202"/>
                <a:gd name="T53" fmla="*/ 10 h 262"/>
                <a:gd name="T54" fmla="*/ 145 w 202"/>
                <a:gd name="T55" fmla="*/ 2 h 262"/>
                <a:gd name="T56" fmla="*/ 103 w 202"/>
                <a:gd name="T57" fmla="*/ 29 h 262"/>
                <a:gd name="T58" fmla="*/ 37 w 202"/>
                <a:gd name="T59" fmla="*/ 67 h 262"/>
                <a:gd name="T60" fmla="*/ 61 w 202"/>
                <a:gd name="T61" fmla="*/ 82 h 262"/>
                <a:gd name="T62" fmla="*/ 130 w 202"/>
                <a:gd name="T63" fmla="*/ 26 h 262"/>
                <a:gd name="T64" fmla="*/ 114 w 202"/>
                <a:gd name="T65" fmla="*/ 57 h 262"/>
                <a:gd name="T66" fmla="*/ 128 w 202"/>
                <a:gd name="T67" fmla="*/ 91 h 262"/>
                <a:gd name="T68" fmla="*/ 136 w 202"/>
                <a:gd name="T69" fmla="*/ 108 h 262"/>
                <a:gd name="T70" fmla="*/ 133 w 202"/>
                <a:gd name="T71" fmla="*/ 191 h 262"/>
                <a:gd name="T72" fmla="*/ 118 w 202"/>
                <a:gd name="T73" fmla="*/ 194 h 262"/>
                <a:gd name="T74" fmla="*/ 118 w 202"/>
                <a:gd name="T75" fmla="*/ 170 h 262"/>
                <a:gd name="T76" fmla="*/ 116 w 202"/>
                <a:gd name="T77" fmla="*/ 158 h 262"/>
                <a:gd name="T78" fmla="*/ 128 w 202"/>
                <a:gd name="T79" fmla="*/ 145 h 262"/>
                <a:gd name="T80" fmla="*/ 116 w 202"/>
                <a:gd name="T81" fmla="*/ 123 h 262"/>
                <a:gd name="T82" fmla="*/ 113 w 202"/>
                <a:gd name="T83" fmla="*/ 107 h 262"/>
                <a:gd name="T84" fmla="*/ 112 w 202"/>
                <a:gd name="T85" fmla="*/ 101 h 262"/>
                <a:gd name="T86" fmla="*/ 154 w 202"/>
                <a:gd name="T87" fmla="*/ 119 h 262"/>
                <a:gd name="T88" fmla="*/ 135 w 202"/>
                <a:gd name="T89" fmla="*/ 215 h 262"/>
                <a:gd name="T90" fmla="*/ 113 w 202"/>
                <a:gd name="T91" fmla="*/ 200 h 262"/>
                <a:gd name="T92" fmla="*/ 101 w 202"/>
                <a:gd name="T93" fmla="*/ 192 h 262"/>
                <a:gd name="T94" fmla="*/ 100 w 202"/>
                <a:gd name="T95" fmla="*/ 165 h 262"/>
                <a:gd name="T96" fmla="*/ 93 w 202"/>
                <a:gd name="T97" fmla="*/ 166 h 262"/>
                <a:gd name="T98" fmla="*/ 95 w 202"/>
                <a:gd name="T99" fmla="*/ 143 h 262"/>
                <a:gd name="T100" fmla="*/ 89 w 202"/>
                <a:gd name="T101" fmla="*/ 128 h 262"/>
                <a:gd name="T102" fmla="*/ 81 w 202"/>
                <a:gd name="T103" fmla="*/ 135 h 262"/>
                <a:gd name="T104" fmla="*/ 86 w 202"/>
                <a:gd name="T105" fmla="*/ 169 h 262"/>
                <a:gd name="T106" fmla="*/ 76 w 202"/>
                <a:gd name="T107" fmla="*/ 191 h 262"/>
                <a:gd name="T108" fmla="*/ 61 w 202"/>
                <a:gd name="T109" fmla="*/ 170 h 262"/>
                <a:gd name="T110" fmla="*/ 66 w 202"/>
                <a:gd name="T111" fmla="*/ 141 h 262"/>
                <a:gd name="T112" fmla="*/ 71 w 202"/>
                <a:gd name="T113" fmla="*/ 109 h 262"/>
                <a:gd name="T114" fmla="*/ 74 w 202"/>
                <a:gd name="T115" fmla="*/ 102 h 262"/>
                <a:gd name="T116" fmla="*/ 78 w 202"/>
                <a:gd name="T117" fmla="*/ 118 h 262"/>
                <a:gd name="T118" fmla="*/ 96 w 202"/>
                <a:gd name="T119" fmla="*/ 100 h 262"/>
                <a:gd name="T120" fmla="*/ 146 w 202"/>
                <a:gd name="T121" fmla="*/ 78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262">
                  <a:moveTo>
                    <a:pt x="37" y="169"/>
                  </a:moveTo>
                  <a:cubicBezTo>
                    <a:pt x="43" y="169"/>
                    <a:pt x="45" y="160"/>
                    <a:pt x="45" y="155"/>
                  </a:cubicBezTo>
                  <a:cubicBezTo>
                    <a:pt x="46" y="147"/>
                    <a:pt x="44" y="145"/>
                    <a:pt x="40" y="142"/>
                  </a:cubicBezTo>
                  <a:cubicBezTo>
                    <a:pt x="32" y="135"/>
                    <a:pt x="26" y="126"/>
                    <a:pt x="14" y="126"/>
                  </a:cubicBezTo>
                  <a:cubicBezTo>
                    <a:pt x="11" y="126"/>
                    <a:pt x="10" y="127"/>
                    <a:pt x="11" y="130"/>
                  </a:cubicBezTo>
                  <a:cubicBezTo>
                    <a:pt x="13" y="134"/>
                    <a:pt x="19" y="146"/>
                    <a:pt x="20" y="149"/>
                  </a:cubicBezTo>
                  <a:cubicBezTo>
                    <a:pt x="23" y="155"/>
                    <a:pt x="24" y="169"/>
                    <a:pt x="30" y="169"/>
                  </a:cubicBezTo>
                  <a:cubicBezTo>
                    <a:pt x="33" y="169"/>
                    <a:pt x="35" y="169"/>
                    <a:pt x="37" y="169"/>
                  </a:cubicBezTo>
                  <a:close/>
                  <a:moveTo>
                    <a:pt x="114" y="138"/>
                  </a:moveTo>
                  <a:cubicBezTo>
                    <a:pt x="114" y="140"/>
                    <a:pt x="114" y="141"/>
                    <a:pt x="114" y="143"/>
                  </a:cubicBezTo>
                  <a:cubicBezTo>
                    <a:pt x="114" y="144"/>
                    <a:pt x="114" y="144"/>
                    <a:pt x="116" y="143"/>
                  </a:cubicBezTo>
                  <a:cubicBezTo>
                    <a:pt x="116" y="142"/>
                    <a:pt x="117" y="141"/>
                    <a:pt x="117" y="141"/>
                  </a:cubicBezTo>
                  <a:cubicBezTo>
                    <a:pt x="118" y="140"/>
                    <a:pt x="118" y="140"/>
                    <a:pt x="117" y="139"/>
                  </a:cubicBezTo>
                  <a:cubicBezTo>
                    <a:pt x="116" y="138"/>
                    <a:pt x="116" y="138"/>
                    <a:pt x="115" y="137"/>
                  </a:cubicBezTo>
                  <a:cubicBezTo>
                    <a:pt x="114" y="137"/>
                    <a:pt x="114" y="137"/>
                    <a:pt x="114" y="138"/>
                  </a:cubicBezTo>
                  <a:close/>
                  <a:moveTo>
                    <a:pt x="91" y="121"/>
                  </a:moveTo>
                  <a:cubicBezTo>
                    <a:pt x="94" y="118"/>
                    <a:pt x="97" y="116"/>
                    <a:pt x="100" y="113"/>
                  </a:cubicBezTo>
                  <a:cubicBezTo>
                    <a:pt x="101" y="116"/>
                    <a:pt x="102" y="119"/>
                    <a:pt x="103" y="122"/>
                  </a:cubicBezTo>
                  <a:cubicBezTo>
                    <a:pt x="103" y="123"/>
                    <a:pt x="103" y="125"/>
                    <a:pt x="101" y="123"/>
                  </a:cubicBezTo>
                  <a:cubicBezTo>
                    <a:pt x="96" y="123"/>
                    <a:pt x="91" y="122"/>
                    <a:pt x="91" y="121"/>
                  </a:cubicBezTo>
                  <a:close/>
                  <a:moveTo>
                    <a:pt x="8" y="205"/>
                  </a:moveTo>
                  <a:cubicBezTo>
                    <a:pt x="4" y="205"/>
                    <a:pt x="0" y="209"/>
                    <a:pt x="5" y="211"/>
                  </a:cubicBezTo>
                  <a:cubicBezTo>
                    <a:pt x="11" y="214"/>
                    <a:pt x="15" y="211"/>
                    <a:pt x="23" y="214"/>
                  </a:cubicBezTo>
                  <a:cubicBezTo>
                    <a:pt x="30" y="216"/>
                    <a:pt x="33" y="219"/>
                    <a:pt x="40" y="221"/>
                  </a:cubicBezTo>
                  <a:cubicBezTo>
                    <a:pt x="52" y="225"/>
                    <a:pt x="63" y="229"/>
                    <a:pt x="76" y="233"/>
                  </a:cubicBezTo>
                  <a:cubicBezTo>
                    <a:pt x="89" y="238"/>
                    <a:pt x="98" y="242"/>
                    <a:pt x="110" y="247"/>
                  </a:cubicBezTo>
                  <a:cubicBezTo>
                    <a:pt x="121" y="252"/>
                    <a:pt x="131" y="261"/>
                    <a:pt x="143" y="262"/>
                  </a:cubicBezTo>
                  <a:cubicBezTo>
                    <a:pt x="143" y="261"/>
                    <a:pt x="143" y="260"/>
                    <a:pt x="143" y="259"/>
                  </a:cubicBezTo>
                  <a:cubicBezTo>
                    <a:pt x="145" y="259"/>
                    <a:pt x="146" y="259"/>
                    <a:pt x="148" y="259"/>
                  </a:cubicBezTo>
                  <a:cubicBezTo>
                    <a:pt x="148" y="259"/>
                    <a:pt x="172" y="244"/>
                    <a:pt x="175" y="242"/>
                  </a:cubicBezTo>
                  <a:cubicBezTo>
                    <a:pt x="181" y="239"/>
                    <a:pt x="193" y="235"/>
                    <a:pt x="199" y="229"/>
                  </a:cubicBezTo>
                  <a:cubicBezTo>
                    <a:pt x="202" y="224"/>
                    <a:pt x="198" y="223"/>
                    <a:pt x="193" y="223"/>
                  </a:cubicBezTo>
                  <a:cubicBezTo>
                    <a:pt x="183" y="225"/>
                    <a:pt x="172" y="230"/>
                    <a:pt x="159" y="230"/>
                  </a:cubicBezTo>
                  <a:cubicBezTo>
                    <a:pt x="146" y="230"/>
                    <a:pt x="130" y="226"/>
                    <a:pt x="119" y="224"/>
                  </a:cubicBezTo>
                  <a:cubicBezTo>
                    <a:pt x="107" y="222"/>
                    <a:pt x="90" y="220"/>
                    <a:pt x="80" y="217"/>
                  </a:cubicBezTo>
                  <a:cubicBezTo>
                    <a:pt x="70" y="215"/>
                    <a:pt x="54" y="208"/>
                    <a:pt x="45" y="207"/>
                  </a:cubicBezTo>
                  <a:cubicBezTo>
                    <a:pt x="43" y="208"/>
                    <a:pt x="43" y="205"/>
                    <a:pt x="44" y="205"/>
                  </a:cubicBezTo>
                  <a:cubicBezTo>
                    <a:pt x="47" y="204"/>
                    <a:pt x="53" y="199"/>
                    <a:pt x="53" y="193"/>
                  </a:cubicBezTo>
                  <a:cubicBezTo>
                    <a:pt x="53" y="192"/>
                    <a:pt x="53" y="191"/>
                    <a:pt x="53" y="190"/>
                  </a:cubicBezTo>
                  <a:cubicBezTo>
                    <a:pt x="52" y="180"/>
                    <a:pt x="31" y="173"/>
                    <a:pt x="30" y="181"/>
                  </a:cubicBezTo>
                  <a:cubicBezTo>
                    <a:pt x="30" y="182"/>
                    <a:pt x="30" y="183"/>
                    <a:pt x="30" y="184"/>
                  </a:cubicBezTo>
                  <a:cubicBezTo>
                    <a:pt x="30" y="189"/>
                    <a:pt x="38" y="191"/>
                    <a:pt x="38" y="195"/>
                  </a:cubicBezTo>
                  <a:cubicBezTo>
                    <a:pt x="38" y="197"/>
                    <a:pt x="38" y="198"/>
                    <a:pt x="38" y="200"/>
                  </a:cubicBezTo>
                  <a:cubicBezTo>
                    <a:pt x="38" y="203"/>
                    <a:pt x="35" y="205"/>
                    <a:pt x="32" y="205"/>
                  </a:cubicBezTo>
                  <a:cubicBezTo>
                    <a:pt x="23" y="204"/>
                    <a:pt x="17" y="204"/>
                    <a:pt x="8" y="205"/>
                  </a:cubicBezTo>
                  <a:close/>
                  <a:moveTo>
                    <a:pt x="114" y="57"/>
                  </a:moveTo>
                  <a:cubicBezTo>
                    <a:pt x="114" y="60"/>
                    <a:pt x="116" y="60"/>
                    <a:pt x="118" y="62"/>
                  </a:cubicBezTo>
                  <a:cubicBezTo>
                    <a:pt x="120" y="63"/>
                    <a:pt x="120" y="64"/>
                    <a:pt x="118" y="66"/>
                  </a:cubicBezTo>
                  <a:cubicBezTo>
                    <a:pt x="113" y="71"/>
                    <a:pt x="103" y="74"/>
                    <a:pt x="100" y="80"/>
                  </a:cubicBezTo>
                  <a:cubicBezTo>
                    <a:pt x="98" y="83"/>
                    <a:pt x="102" y="83"/>
                    <a:pt x="104" y="83"/>
                  </a:cubicBezTo>
                  <a:cubicBezTo>
                    <a:pt x="114" y="79"/>
                    <a:pt x="121" y="75"/>
                    <a:pt x="129" y="73"/>
                  </a:cubicBezTo>
                  <a:cubicBezTo>
                    <a:pt x="136" y="72"/>
                    <a:pt x="151" y="73"/>
                    <a:pt x="151" y="61"/>
                  </a:cubicBezTo>
                  <a:cubicBezTo>
                    <a:pt x="151" y="53"/>
                    <a:pt x="143" y="51"/>
                    <a:pt x="140" y="46"/>
                  </a:cubicBezTo>
                  <a:cubicBezTo>
                    <a:pt x="145" y="38"/>
                    <a:pt x="162" y="21"/>
                    <a:pt x="162" y="10"/>
                  </a:cubicBezTo>
                  <a:cubicBezTo>
                    <a:pt x="162" y="10"/>
                    <a:pt x="162" y="9"/>
                    <a:pt x="162" y="9"/>
                  </a:cubicBezTo>
                  <a:cubicBezTo>
                    <a:pt x="162" y="5"/>
                    <a:pt x="150" y="3"/>
                    <a:pt x="145" y="2"/>
                  </a:cubicBezTo>
                  <a:cubicBezTo>
                    <a:pt x="137" y="0"/>
                    <a:pt x="136" y="4"/>
                    <a:pt x="131" y="8"/>
                  </a:cubicBezTo>
                  <a:cubicBezTo>
                    <a:pt x="121" y="15"/>
                    <a:pt x="112" y="22"/>
                    <a:pt x="103" y="29"/>
                  </a:cubicBezTo>
                  <a:cubicBezTo>
                    <a:pt x="92" y="37"/>
                    <a:pt x="57" y="57"/>
                    <a:pt x="40" y="63"/>
                  </a:cubicBezTo>
                  <a:cubicBezTo>
                    <a:pt x="37" y="64"/>
                    <a:pt x="37" y="63"/>
                    <a:pt x="37" y="67"/>
                  </a:cubicBezTo>
                  <a:cubicBezTo>
                    <a:pt x="37" y="71"/>
                    <a:pt x="36" y="72"/>
                    <a:pt x="41" y="74"/>
                  </a:cubicBezTo>
                  <a:cubicBezTo>
                    <a:pt x="47" y="77"/>
                    <a:pt x="56" y="82"/>
                    <a:pt x="61" y="82"/>
                  </a:cubicBezTo>
                  <a:cubicBezTo>
                    <a:pt x="62" y="82"/>
                    <a:pt x="64" y="82"/>
                    <a:pt x="65" y="82"/>
                  </a:cubicBezTo>
                  <a:cubicBezTo>
                    <a:pt x="71" y="82"/>
                    <a:pt x="120" y="34"/>
                    <a:pt x="130" y="26"/>
                  </a:cubicBezTo>
                  <a:cubicBezTo>
                    <a:pt x="135" y="29"/>
                    <a:pt x="115" y="43"/>
                    <a:pt x="114" y="54"/>
                  </a:cubicBezTo>
                  <a:cubicBezTo>
                    <a:pt x="114" y="55"/>
                    <a:pt x="114" y="56"/>
                    <a:pt x="114" y="57"/>
                  </a:cubicBezTo>
                  <a:close/>
                  <a:moveTo>
                    <a:pt x="112" y="101"/>
                  </a:moveTo>
                  <a:cubicBezTo>
                    <a:pt x="115" y="97"/>
                    <a:pt x="122" y="91"/>
                    <a:pt x="128" y="91"/>
                  </a:cubicBezTo>
                  <a:cubicBezTo>
                    <a:pt x="129" y="91"/>
                    <a:pt x="129" y="91"/>
                    <a:pt x="129" y="91"/>
                  </a:cubicBezTo>
                  <a:cubicBezTo>
                    <a:pt x="135" y="91"/>
                    <a:pt x="136" y="102"/>
                    <a:pt x="136" y="108"/>
                  </a:cubicBezTo>
                  <a:cubicBezTo>
                    <a:pt x="136" y="130"/>
                    <a:pt x="136" y="153"/>
                    <a:pt x="136" y="175"/>
                  </a:cubicBezTo>
                  <a:cubicBezTo>
                    <a:pt x="136" y="181"/>
                    <a:pt x="135" y="186"/>
                    <a:pt x="133" y="191"/>
                  </a:cubicBezTo>
                  <a:cubicBezTo>
                    <a:pt x="132" y="194"/>
                    <a:pt x="132" y="194"/>
                    <a:pt x="129" y="194"/>
                  </a:cubicBezTo>
                  <a:cubicBezTo>
                    <a:pt x="125" y="194"/>
                    <a:pt x="121" y="195"/>
                    <a:pt x="118" y="194"/>
                  </a:cubicBezTo>
                  <a:cubicBezTo>
                    <a:pt x="116" y="194"/>
                    <a:pt x="116" y="194"/>
                    <a:pt x="117" y="191"/>
                  </a:cubicBezTo>
                  <a:cubicBezTo>
                    <a:pt x="118" y="185"/>
                    <a:pt x="118" y="177"/>
                    <a:pt x="118" y="170"/>
                  </a:cubicBezTo>
                  <a:cubicBezTo>
                    <a:pt x="118" y="167"/>
                    <a:pt x="116" y="167"/>
                    <a:pt x="116" y="165"/>
                  </a:cubicBezTo>
                  <a:cubicBezTo>
                    <a:pt x="116" y="163"/>
                    <a:pt x="116" y="160"/>
                    <a:pt x="116" y="158"/>
                  </a:cubicBezTo>
                  <a:cubicBezTo>
                    <a:pt x="116" y="156"/>
                    <a:pt x="117" y="157"/>
                    <a:pt x="119" y="155"/>
                  </a:cubicBezTo>
                  <a:cubicBezTo>
                    <a:pt x="122" y="153"/>
                    <a:pt x="128" y="146"/>
                    <a:pt x="128" y="145"/>
                  </a:cubicBezTo>
                  <a:cubicBezTo>
                    <a:pt x="128" y="142"/>
                    <a:pt x="128" y="140"/>
                    <a:pt x="128" y="137"/>
                  </a:cubicBezTo>
                  <a:cubicBezTo>
                    <a:pt x="128" y="129"/>
                    <a:pt x="121" y="126"/>
                    <a:pt x="116" y="123"/>
                  </a:cubicBezTo>
                  <a:cubicBezTo>
                    <a:pt x="114" y="122"/>
                    <a:pt x="114" y="122"/>
                    <a:pt x="114" y="120"/>
                  </a:cubicBezTo>
                  <a:cubicBezTo>
                    <a:pt x="114" y="116"/>
                    <a:pt x="113" y="111"/>
                    <a:pt x="113" y="107"/>
                  </a:cubicBezTo>
                  <a:cubicBezTo>
                    <a:pt x="113" y="105"/>
                    <a:pt x="113" y="105"/>
                    <a:pt x="112" y="103"/>
                  </a:cubicBezTo>
                  <a:cubicBezTo>
                    <a:pt x="111" y="102"/>
                    <a:pt x="111" y="102"/>
                    <a:pt x="112" y="101"/>
                  </a:cubicBezTo>
                  <a:close/>
                  <a:moveTo>
                    <a:pt x="146" y="78"/>
                  </a:moveTo>
                  <a:cubicBezTo>
                    <a:pt x="151" y="83"/>
                    <a:pt x="153" y="102"/>
                    <a:pt x="154" y="119"/>
                  </a:cubicBezTo>
                  <a:cubicBezTo>
                    <a:pt x="154" y="140"/>
                    <a:pt x="154" y="154"/>
                    <a:pt x="154" y="172"/>
                  </a:cubicBezTo>
                  <a:cubicBezTo>
                    <a:pt x="154" y="189"/>
                    <a:pt x="152" y="215"/>
                    <a:pt x="135" y="215"/>
                  </a:cubicBezTo>
                  <a:cubicBezTo>
                    <a:pt x="135" y="215"/>
                    <a:pt x="135" y="215"/>
                    <a:pt x="134" y="215"/>
                  </a:cubicBezTo>
                  <a:cubicBezTo>
                    <a:pt x="124" y="215"/>
                    <a:pt x="119" y="205"/>
                    <a:pt x="113" y="200"/>
                  </a:cubicBezTo>
                  <a:cubicBezTo>
                    <a:pt x="112" y="198"/>
                    <a:pt x="111" y="200"/>
                    <a:pt x="109" y="200"/>
                  </a:cubicBezTo>
                  <a:cubicBezTo>
                    <a:pt x="104" y="199"/>
                    <a:pt x="101" y="197"/>
                    <a:pt x="101" y="192"/>
                  </a:cubicBezTo>
                  <a:cubicBezTo>
                    <a:pt x="100" y="183"/>
                    <a:pt x="101" y="176"/>
                    <a:pt x="102" y="167"/>
                  </a:cubicBezTo>
                  <a:cubicBezTo>
                    <a:pt x="103" y="165"/>
                    <a:pt x="103" y="165"/>
                    <a:pt x="100" y="165"/>
                  </a:cubicBezTo>
                  <a:cubicBezTo>
                    <a:pt x="99" y="166"/>
                    <a:pt x="98" y="166"/>
                    <a:pt x="95" y="166"/>
                  </a:cubicBezTo>
                  <a:cubicBezTo>
                    <a:pt x="94" y="166"/>
                    <a:pt x="94" y="166"/>
                    <a:pt x="93" y="166"/>
                  </a:cubicBezTo>
                  <a:cubicBezTo>
                    <a:pt x="89" y="166"/>
                    <a:pt x="88" y="163"/>
                    <a:pt x="88" y="159"/>
                  </a:cubicBezTo>
                  <a:cubicBezTo>
                    <a:pt x="88" y="152"/>
                    <a:pt x="95" y="150"/>
                    <a:pt x="95" y="143"/>
                  </a:cubicBezTo>
                  <a:cubicBezTo>
                    <a:pt x="95" y="141"/>
                    <a:pt x="95" y="138"/>
                    <a:pt x="95" y="136"/>
                  </a:cubicBezTo>
                  <a:cubicBezTo>
                    <a:pt x="95" y="132"/>
                    <a:pt x="92" y="130"/>
                    <a:pt x="89" y="128"/>
                  </a:cubicBezTo>
                  <a:cubicBezTo>
                    <a:pt x="86" y="127"/>
                    <a:pt x="86" y="127"/>
                    <a:pt x="84" y="130"/>
                  </a:cubicBezTo>
                  <a:cubicBezTo>
                    <a:pt x="83" y="132"/>
                    <a:pt x="81" y="133"/>
                    <a:pt x="81" y="135"/>
                  </a:cubicBezTo>
                  <a:cubicBezTo>
                    <a:pt x="81" y="135"/>
                    <a:pt x="81" y="136"/>
                    <a:pt x="81" y="137"/>
                  </a:cubicBezTo>
                  <a:cubicBezTo>
                    <a:pt x="81" y="147"/>
                    <a:pt x="86" y="156"/>
                    <a:pt x="86" y="169"/>
                  </a:cubicBezTo>
                  <a:cubicBezTo>
                    <a:pt x="86" y="172"/>
                    <a:pt x="86" y="175"/>
                    <a:pt x="86" y="178"/>
                  </a:cubicBezTo>
                  <a:cubicBezTo>
                    <a:pt x="86" y="184"/>
                    <a:pt x="82" y="190"/>
                    <a:pt x="76" y="191"/>
                  </a:cubicBezTo>
                  <a:cubicBezTo>
                    <a:pt x="75" y="191"/>
                    <a:pt x="73" y="191"/>
                    <a:pt x="72" y="191"/>
                  </a:cubicBezTo>
                  <a:cubicBezTo>
                    <a:pt x="62" y="191"/>
                    <a:pt x="61" y="179"/>
                    <a:pt x="61" y="170"/>
                  </a:cubicBezTo>
                  <a:cubicBezTo>
                    <a:pt x="61" y="164"/>
                    <a:pt x="61" y="159"/>
                    <a:pt x="61" y="153"/>
                  </a:cubicBezTo>
                  <a:cubicBezTo>
                    <a:pt x="61" y="147"/>
                    <a:pt x="65" y="144"/>
                    <a:pt x="66" y="141"/>
                  </a:cubicBezTo>
                  <a:cubicBezTo>
                    <a:pt x="67" y="139"/>
                    <a:pt x="68" y="128"/>
                    <a:pt x="68" y="125"/>
                  </a:cubicBezTo>
                  <a:cubicBezTo>
                    <a:pt x="69" y="119"/>
                    <a:pt x="70" y="115"/>
                    <a:pt x="71" y="109"/>
                  </a:cubicBezTo>
                  <a:cubicBezTo>
                    <a:pt x="72" y="105"/>
                    <a:pt x="72" y="104"/>
                    <a:pt x="73" y="103"/>
                  </a:cubicBezTo>
                  <a:cubicBezTo>
                    <a:pt x="73" y="103"/>
                    <a:pt x="73" y="103"/>
                    <a:pt x="74" y="102"/>
                  </a:cubicBezTo>
                  <a:cubicBezTo>
                    <a:pt x="78" y="101"/>
                    <a:pt x="79" y="100"/>
                    <a:pt x="78" y="105"/>
                  </a:cubicBezTo>
                  <a:cubicBezTo>
                    <a:pt x="78" y="109"/>
                    <a:pt x="78" y="114"/>
                    <a:pt x="78" y="118"/>
                  </a:cubicBezTo>
                  <a:cubicBezTo>
                    <a:pt x="78" y="120"/>
                    <a:pt x="77" y="122"/>
                    <a:pt x="80" y="120"/>
                  </a:cubicBezTo>
                  <a:cubicBezTo>
                    <a:pt x="85" y="116"/>
                    <a:pt x="93" y="103"/>
                    <a:pt x="96" y="100"/>
                  </a:cubicBezTo>
                  <a:cubicBezTo>
                    <a:pt x="102" y="94"/>
                    <a:pt x="110" y="87"/>
                    <a:pt x="118" y="83"/>
                  </a:cubicBezTo>
                  <a:cubicBezTo>
                    <a:pt x="125" y="79"/>
                    <a:pt x="136" y="72"/>
                    <a:pt x="14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9" name="i$lïḋê">
              <a:extLst>
                <a:ext uri="{FF2B5EF4-FFF2-40B4-BE49-F238E27FC236}">
                  <a16:creationId xmlns:a16="http://schemas.microsoft.com/office/drawing/2014/main" id="{445889B2-469D-4049-4BB1-F3263EA93624}"/>
                </a:ext>
              </a:extLst>
            </p:cNvPr>
            <p:cNvSpPr/>
            <p:nvPr/>
          </p:nvSpPr>
          <p:spPr bwMode="auto">
            <a:xfrm>
              <a:off x="7853363" y="2755901"/>
              <a:ext cx="696913" cy="808038"/>
            </a:xfrm>
            <a:custGeom>
              <a:avLst/>
              <a:gdLst>
                <a:gd name="T0" fmla="*/ 166 w 211"/>
                <a:gd name="T1" fmla="*/ 176 h 245"/>
                <a:gd name="T2" fmla="*/ 119 w 211"/>
                <a:gd name="T3" fmla="*/ 144 h 245"/>
                <a:gd name="T4" fmla="*/ 133 w 211"/>
                <a:gd name="T5" fmla="*/ 115 h 245"/>
                <a:gd name="T6" fmla="*/ 179 w 211"/>
                <a:gd name="T7" fmla="*/ 92 h 245"/>
                <a:gd name="T8" fmla="*/ 158 w 211"/>
                <a:gd name="T9" fmla="*/ 69 h 245"/>
                <a:gd name="T10" fmla="*/ 147 w 211"/>
                <a:gd name="T11" fmla="*/ 77 h 245"/>
                <a:gd name="T12" fmla="*/ 146 w 211"/>
                <a:gd name="T13" fmla="*/ 75 h 245"/>
                <a:gd name="T14" fmla="*/ 163 w 211"/>
                <a:gd name="T15" fmla="*/ 28 h 245"/>
                <a:gd name="T16" fmla="*/ 164 w 211"/>
                <a:gd name="T17" fmla="*/ 17 h 245"/>
                <a:gd name="T18" fmla="*/ 148 w 211"/>
                <a:gd name="T19" fmla="*/ 1 h 245"/>
                <a:gd name="T20" fmla="*/ 137 w 211"/>
                <a:gd name="T21" fmla="*/ 6 h 245"/>
                <a:gd name="T22" fmla="*/ 136 w 211"/>
                <a:gd name="T23" fmla="*/ 19 h 245"/>
                <a:gd name="T24" fmla="*/ 133 w 211"/>
                <a:gd name="T25" fmla="*/ 30 h 245"/>
                <a:gd name="T26" fmla="*/ 131 w 211"/>
                <a:gd name="T27" fmla="*/ 36 h 245"/>
                <a:gd name="T28" fmla="*/ 118 w 211"/>
                <a:gd name="T29" fmla="*/ 79 h 245"/>
                <a:gd name="T30" fmla="*/ 84 w 211"/>
                <a:gd name="T31" fmla="*/ 98 h 245"/>
                <a:gd name="T32" fmla="*/ 65 w 211"/>
                <a:gd name="T33" fmla="*/ 97 h 245"/>
                <a:gd name="T34" fmla="*/ 61 w 211"/>
                <a:gd name="T35" fmla="*/ 102 h 245"/>
                <a:gd name="T36" fmla="*/ 83 w 211"/>
                <a:gd name="T37" fmla="*/ 120 h 245"/>
                <a:gd name="T38" fmla="*/ 99 w 211"/>
                <a:gd name="T39" fmla="*/ 120 h 245"/>
                <a:gd name="T40" fmla="*/ 5 w 211"/>
                <a:gd name="T41" fmla="*/ 237 h 245"/>
                <a:gd name="T42" fmla="*/ 9 w 211"/>
                <a:gd name="T43" fmla="*/ 245 h 245"/>
                <a:gd name="T44" fmla="*/ 68 w 211"/>
                <a:gd name="T45" fmla="*/ 205 h 245"/>
                <a:gd name="T46" fmla="*/ 111 w 211"/>
                <a:gd name="T47" fmla="*/ 153 h 245"/>
                <a:gd name="T48" fmla="*/ 162 w 211"/>
                <a:gd name="T49" fmla="*/ 214 h 245"/>
                <a:gd name="T50" fmla="*/ 170 w 211"/>
                <a:gd name="T51" fmla="*/ 214 h 245"/>
                <a:gd name="T52" fmla="*/ 203 w 211"/>
                <a:gd name="T53" fmla="*/ 192 h 245"/>
                <a:gd name="T54" fmla="*/ 203 w 211"/>
                <a:gd name="T55" fmla="*/ 183 h 245"/>
                <a:gd name="T56" fmla="*/ 166 w 211"/>
                <a:gd name="T57" fmla="*/ 176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1" h="245">
                  <a:moveTo>
                    <a:pt x="166" y="176"/>
                  </a:moveTo>
                  <a:cubicBezTo>
                    <a:pt x="159" y="174"/>
                    <a:pt x="119" y="147"/>
                    <a:pt x="119" y="144"/>
                  </a:cubicBezTo>
                  <a:cubicBezTo>
                    <a:pt x="120" y="144"/>
                    <a:pt x="129" y="126"/>
                    <a:pt x="133" y="115"/>
                  </a:cubicBezTo>
                  <a:cubicBezTo>
                    <a:pt x="135" y="97"/>
                    <a:pt x="166" y="105"/>
                    <a:pt x="179" y="92"/>
                  </a:cubicBezTo>
                  <a:cubicBezTo>
                    <a:pt x="186" y="83"/>
                    <a:pt x="167" y="69"/>
                    <a:pt x="158" y="69"/>
                  </a:cubicBezTo>
                  <a:cubicBezTo>
                    <a:pt x="155" y="69"/>
                    <a:pt x="151" y="74"/>
                    <a:pt x="147" y="77"/>
                  </a:cubicBezTo>
                  <a:cubicBezTo>
                    <a:pt x="145" y="79"/>
                    <a:pt x="145" y="77"/>
                    <a:pt x="146" y="75"/>
                  </a:cubicBezTo>
                  <a:cubicBezTo>
                    <a:pt x="149" y="64"/>
                    <a:pt x="160" y="38"/>
                    <a:pt x="163" y="28"/>
                  </a:cubicBezTo>
                  <a:cubicBezTo>
                    <a:pt x="165" y="24"/>
                    <a:pt x="164" y="20"/>
                    <a:pt x="164" y="17"/>
                  </a:cubicBezTo>
                  <a:cubicBezTo>
                    <a:pt x="164" y="14"/>
                    <a:pt x="156" y="5"/>
                    <a:pt x="148" y="1"/>
                  </a:cubicBezTo>
                  <a:cubicBezTo>
                    <a:pt x="144" y="0"/>
                    <a:pt x="138" y="0"/>
                    <a:pt x="137" y="6"/>
                  </a:cubicBezTo>
                  <a:cubicBezTo>
                    <a:pt x="137" y="10"/>
                    <a:pt x="137" y="15"/>
                    <a:pt x="136" y="19"/>
                  </a:cubicBezTo>
                  <a:cubicBezTo>
                    <a:pt x="135" y="24"/>
                    <a:pt x="134" y="24"/>
                    <a:pt x="133" y="30"/>
                  </a:cubicBezTo>
                  <a:cubicBezTo>
                    <a:pt x="133" y="33"/>
                    <a:pt x="132" y="34"/>
                    <a:pt x="131" y="36"/>
                  </a:cubicBezTo>
                  <a:cubicBezTo>
                    <a:pt x="129" y="47"/>
                    <a:pt x="124" y="55"/>
                    <a:pt x="118" y="79"/>
                  </a:cubicBezTo>
                  <a:cubicBezTo>
                    <a:pt x="117" y="88"/>
                    <a:pt x="103" y="94"/>
                    <a:pt x="84" y="98"/>
                  </a:cubicBezTo>
                  <a:cubicBezTo>
                    <a:pt x="77" y="99"/>
                    <a:pt x="69" y="99"/>
                    <a:pt x="65" y="97"/>
                  </a:cubicBezTo>
                  <a:cubicBezTo>
                    <a:pt x="63" y="97"/>
                    <a:pt x="60" y="100"/>
                    <a:pt x="61" y="102"/>
                  </a:cubicBezTo>
                  <a:cubicBezTo>
                    <a:pt x="64" y="109"/>
                    <a:pt x="76" y="120"/>
                    <a:pt x="83" y="120"/>
                  </a:cubicBezTo>
                  <a:cubicBezTo>
                    <a:pt x="88" y="120"/>
                    <a:pt x="94" y="120"/>
                    <a:pt x="99" y="120"/>
                  </a:cubicBezTo>
                  <a:cubicBezTo>
                    <a:pt x="80" y="163"/>
                    <a:pt x="38" y="206"/>
                    <a:pt x="5" y="237"/>
                  </a:cubicBezTo>
                  <a:cubicBezTo>
                    <a:pt x="0" y="242"/>
                    <a:pt x="1" y="245"/>
                    <a:pt x="9" y="245"/>
                  </a:cubicBezTo>
                  <a:cubicBezTo>
                    <a:pt x="15" y="245"/>
                    <a:pt x="61" y="211"/>
                    <a:pt x="68" y="205"/>
                  </a:cubicBezTo>
                  <a:cubicBezTo>
                    <a:pt x="77" y="198"/>
                    <a:pt x="109" y="163"/>
                    <a:pt x="111" y="153"/>
                  </a:cubicBezTo>
                  <a:cubicBezTo>
                    <a:pt x="127" y="157"/>
                    <a:pt x="146" y="214"/>
                    <a:pt x="162" y="214"/>
                  </a:cubicBezTo>
                  <a:cubicBezTo>
                    <a:pt x="164" y="214"/>
                    <a:pt x="167" y="214"/>
                    <a:pt x="170" y="214"/>
                  </a:cubicBezTo>
                  <a:cubicBezTo>
                    <a:pt x="178" y="214"/>
                    <a:pt x="193" y="199"/>
                    <a:pt x="203" y="192"/>
                  </a:cubicBezTo>
                  <a:cubicBezTo>
                    <a:pt x="207" y="190"/>
                    <a:pt x="211" y="183"/>
                    <a:pt x="203" y="183"/>
                  </a:cubicBezTo>
                  <a:cubicBezTo>
                    <a:pt x="189" y="184"/>
                    <a:pt x="182" y="188"/>
                    <a:pt x="166"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0" name="îṣľîďè">
              <a:extLst>
                <a:ext uri="{FF2B5EF4-FFF2-40B4-BE49-F238E27FC236}">
                  <a16:creationId xmlns:a16="http://schemas.microsoft.com/office/drawing/2014/main" id="{A957313B-54D8-87C0-358B-761D466D22B4}"/>
                </a:ext>
              </a:extLst>
            </p:cNvPr>
            <p:cNvSpPr/>
            <p:nvPr/>
          </p:nvSpPr>
          <p:spPr bwMode="auto">
            <a:xfrm>
              <a:off x="8669338" y="2854326"/>
              <a:ext cx="117475" cy="254000"/>
            </a:xfrm>
            <a:custGeom>
              <a:avLst/>
              <a:gdLst>
                <a:gd name="T0" fmla="*/ 0 w 36"/>
                <a:gd name="T1" fmla="*/ 6 h 77"/>
                <a:gd name="T2" fmla="*/ 11 w 36"/>
                <a:gd name="T3" fmla="*/ 10 h 77"/>
                <a:gd name="T4" fmla="*/ 33 w 36"/>
                <a:gd name="T5" fmla="*/ 49 h 77"/>
                <a:gd name="T6" fmla="*/ 11 w 36"/>
                <a:gd name="T7" fmla="*/ 54 h 77"/>
                <a:gd name="T8" fmla="*/ 0 w 36"/>
                <a:gd name="T9" fmla="*/ 6 h 77"/>
              </a:gdLst>
              <a:ahLst/>
              <a:cxnLst>
                <a:cxn ang="0">
                  <a:pos x="T0" y="T1"/>
                </a:cxn>
                <a:cxn ang="0">
                  <a:pos x="T2" y="T3"/>
                </a:cxn>
                <a:cxn ang="0">
                  <a:pos x="T4" y="T5"/>
                </a:cxn>
                <a:cxn ang="0">
                  <a:pos x="T6" y="T7"/>
                </a:cxn>
                <a:cxn ang="0">
                  <a:pos x="T8" y="T9"/>
                </a:cxn>
              </a:cxnLst>
              <a:rect l="0" t="0" r="r" b="b"/>
              <a:pathLst>
                <a:path w="36" h="77">
                  <a:moveTo>
                    <a:pt x="0" y="6"/>
                  </a:moveTo>
                  <a:cubicBezTo>
                    <a:pt x="1" y="0"/>
                    <a:pt x="5" y="1"/>
                    <a:pt x="11" y="10"/>
                  </a:cubicBezTo>
                  <a:cubicBezTo>
                    <a:pt x="25" y="26"/>
                    <a:pt x="32" y="39"/>
                    <a:pt x="33" y="49"/>
                  </a:cubicBezTo>
                  <a:cubicBezTo>
                    <a:pt x="36" y="67"/>
                    <a:pt x="15" y="77"/>
                    <a:pt x="11" y="54"/>
                  </a:cubicBezTo>
                  <a:cubicBezTo>
                    <a:pt x="8" y="42"/>
                    <a:pt x="3" y="1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1" name="ïṧliḓé">
              <a:extLst>
                <a:ext uri="{FF2B5EF4-FFF2-40B4-BE49-F238E27FC236}">
                  <a16:creationId xmlns:a16="http://schemas.microsoft.com/office/drawing/2014/main" id="{08241971-8B3D-DB8D-96D4-4A2D71878E5A}"/>
                </a:ext>
              </a:extLst>
            </p:cNvPr>
            <p:cNvSpPr/>
            <p:nvPr/>
          </p:nvSpPr>
          <p:spPr bwMode="auto">
            <a:xfrm>
              <a:off x="8605838" y="2536826"/>
              <a:ext cx="712788" cy="1154113"/>
            </a:xfrm>
            <a:custGeom>
              <a:avLst/>
              <a:gdLst>
                <a:gd name="T0" fmla="*/ 36 w 216"/>
                <a:gd name="T1" fmla="*/ 185 h 349"/>
                <a:gd name="T2" fmla="*/ 10 w 216"/>
                <a:gd name="T3" fmla="*/ 220 h 349"/>
                <a:gd name="T4" fmla="*/ 30 w 216"/>
                <a:gd name="T5" fmla="*/ 249 h 349"/>
                <a:gd name="T6" fmla="*/ 49 w 216"/>
                <a:gd name="T7" fmla="*/ 207 h 349"/>
                <a:gd name="T8" fmla="*/ 19 w 216"/>
                <a:gd name="T9" fmla="*/ 237 h 349"/>
                <a:gd name="T10" fmla="*/ 72 w 216"/>
                <a:gd name="T11" fmla="*/ 98 h 349"/>
                <a:gd name="T12" fmla="*/ 88 w 216"/>
                <a:gd name="T13" fmla="*/ 93 h 349"/>
                <a:gd name="T14" fmla="*/ 115 w 216"/>
                <a:gd name="T15" fmla="*/ 27 h 349"/>
                <a:gd name="T16" fmla="*/ 114 w 216"/>
                <a:gd name="T17" fmla="*/ 12 h 349"/>
                <a:gd name="T18" fmla="*/ 144 w 216"/>
                <a:gd name="T19" fmla="*/ 19 h 349"/>
                <a:gd name="T20" fmla="*/ 99 w 216"/>
                <a:gd name="T21" fmla="*/ 72 h 349"/>
                <a:gd name="T22" fmla="*/ 181 w 216"/>
                <a:gd name="T23" fmla="*/ 102 h 349"/>
                <a:gd name="T24" fmla="*/ 196 w 216"/>
                <a:gd name="T25" fmla="*/ 133 h 349"/>
                <a:gd name="T26" fmla="*/ 209 w 216"/>
                <a:gd name="T27" fmla="*/ 160 h 349"/>
                <a:gd name="T28" fmla="*/ 128 w 216"/>
                <a:gd name="T29" fmla="*/ 215 h 349"/>
                <a:gd name="T30" fmla="*/ 108 w 216"/>
                <a:gd name="T31" fmla="*/ 217 h 349"/>
                <a:gd name="T32" fmla="*/ 70 w 216"/>
                <a:gd name="T33" fmla="*/ 211 h 349"/>
                <a:gd name="T34" fmla="*/ 130 w 216"/>
                <a:gd name="T35" fmla="*/ 189 h 349"/>
                <a:gd name="T36" fmla="*/ 117 w 216"/>
                <a:gd name="T37" fmla="*/ 183 h 349"/>
                <a:gd name="T38" fmla="*/ 127 w 216"/>
                <a:gd name="T39" fmla="*/ 176 h 349"/>
                <a:gd name="T40" fmla="*/ 59 w 216"/>
                <a:gd name="T41" fmla="*/ 191 h 349"/>
                <a:gd name="T42" fmla="*/ 111 w 216"/>
                <a:gd name="T43" fmla="*/ 162 h 349"/>
                <a:gd name="T44" fmla="*/ 111 w 216"/>
                <a:gd name="T45" fmla="*/ 147 h 349"/>
                <a:gd name="T46" fmla="*/ 88 w 216"/>
                <a:gd name="T47" fmla="*/ 143 h 349"/>
                <a:gd name="T48" fmla="*/ 45 w 216"/>
                <a:gd name="T49" fmla="*/ 182 h 349"/>
                <a:gd name="T50" fmla="*/ 75 w 216"/>
                <a:gd name="T51" fmla="*/ 128 h 349"/>
                <a:gd name="T52" fmla="*/ 56 w 216"/>
                <a:gd name="T53" fmla="*/ 123 h 349"/>
                <a:gd name="T54" fmla="*/ 43 w 216"/>
                <a:gd name="T55" fmla="*/ 50 h 349"/>
                <a:gd name="T56" fmla="*/ 52 w 216"/>
                <a:gd name="T57" fmla="*/ 157 h 349"/>
                <a:gd name="T58" fmla="*/ 21 w 216"/>
                <a:gd name="T59" fmla="*/ 98 h 349"/>
                <a:gd name="T60" fmla="*/ 29 w 216"/>
                <a:gd name="T61" fmla="*/ 151 h 349"/>
                <a:gd name="T62" fmla="*/ 105 w 216"/>
                <a:gd name="T63" fmla="*/ 254 h 349"/>
                <a:gd name="T64" fmla="*/ 42 w 216"/>
                <a:gd name="T65" fmla="*/ 264 h 349"/>
                <a:gd name="T66" fmla="*/ 132 w 216"/>
                <a:gd name="T67" fmla="*/ 225 h 349"/>
                <a:gd name="T68" fmla="*/ 181 w 216"/>
                <a:gd name="T69" fmla="*/ 226 h 349"/>
                <a:gd name="T70" fmla="*/ 159 w 216"/>
                <a:gd name="T71" fmla="*/ 241 h 349"/>
                <a:gd name="T72" fmla="*/ 137 w 216"/>
                <a:gd name="T73" fmla="*/ 238 h 349"/>
                <a:gd name="T74" fmla="*/ 120 w 216"/>
                <a:gd name="T75" fmla="*/ 349 h 349"/>
                <a:gd name="T76" fmla="*/ 60 w 216"/>
                <a:gd name="T77" fmla="*/ 310 h 349"/>
                <a:gd name="T78" fmla="*/ 84 w 216"/>
                <a:gd name="T79" fmla="*/ 315 h 349"/>
                <a:gd name="T80" fmla="*/ 148 w 216"/>
                <a:gd name="T81" fmla="*/ 118 h 349"/>
                <a:gd name="T82" fmla="*/ 125 w 216"/>
                <a:gd name="T83" fmla="*/ 154 h 349"/>
                <a:gd name="T84" fmla="*/ 180 w 216"/>
                <a:gd name="T85" fmla="*/ 58 h 349"/>
                <a:gd name="T86" fmla="*/ 129 w 216"/>
                <a:gd name="T87" fmla="*/ 70 h 349"/>
                <a:gd name="T88" fmla="*/ 136 w 216"/>
                <a:gd name="T89" fmla="*/ 102 h 349"/>
                <a:gd name="T90" fmla="*/ 120 w 216"/>
                <a:gd name="T91" fmla="*/ 93 h 349"/>
                <a:gd name="T92" fmla="*/ 99 w 216"/>
                <a:gd name="T93" fmla="*/ 123 h 349"/>
                <a:gd name="T94" fmla="*/ 107 w 216"/>
                <a:gd name="T95" fmla="*/ 113 h 349"/>
                <a:gd name="T96" fmla="*/ 136 w 216"/>
                <a:gd name="T97" fmla="*/ 102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349">
                  <a:moveTo>
                    <a:pt x="15" y="235"/>
                  </a:moveTo>
                  <a:cubicBezTo>
                    <a:pt x="15" y="220"/>
                    <a:pt x="36" y="213"/>
                    <a:pt x="36" y="187"/>
                  </a:cubicBezTo>
                  <a:cubicBezTo>
                    <a:pt x="36" y="186"/>
                    <a:pt x="36" y="186"/>
                    <a:pt x="36" y="185"/>
                  </a:cubicBezTo>
                  <a:cubicBezTo>
                    <a:pt x="36" y="181"/>
                    <a:pt x="34" y="182"/>
                    <a:pt x="30" y="182"/>
                  </a:cubicBezTo>
                  <a:cubicBezTo>
                    <a:pt x="30" y="183"/>
                    <a:pt x="30" y="184"/>
                    <a:pt x="30" y="185"/>
                  </a:cubicBezTo>
                  <a:cubicBezTo>
                    <a:pt x="27" y="197"/>
                    <a:pt x="13" y="209"/>
                    <a:pt x="10" y="220"/>
                  </a:cubicBezTo>
                  <a:cubicBezTo>
                    <a:pt x="8" y="229"/>
                    <a:pt x="0" y="261"/>
                    <a:pt x="13" y="264"/>
                  </a:cubicBezTo>
                  <a:cubicBezTo>
                    <a:pt x="14" y="264"/>
                    <a:pt x="16" y="264"/>
                    <a:pt x="17" y="264"/>
                  </a:cubicBezTo>
                  <a:cubicBezTo>
                    <a:pt x="22" y="264"/>
                    <a:pt x="27" y="253"/>
                    <a:pt x="30" y="249"/>
                  </a:cubicBezTo>
                  <a:cubicBezTo>
                    <a:pt x="33" y="245"/>
                    <a:pt x="35" y="236"/>
                    <a:pt x="37" y="230"/>
                  </a:cubicBezTo>
                  <a:cubicBezTo>
                    <a:pt x="39" y="223"/>
                    <a:pt x="41" y="213"/>
                    <a:pt x="47" y="210"/>
                  </a:cubicBezTo>
                  <a:cubicBezTo>
                    <a:pt x="49" y="209"/>
                    <a:pt x="49" y="209"/>
                    <a:pt x="49" y="207"/>
                  </a:cubicBezTo>
                  <a:cubicBezTo>
                    <a:pt x="49" y="206"/>
                    <a:pt x="48" y="206"/>
                    <a:pt x="48" y="205"/>
                  </a:cubicBezTo>
                  <a:cubicBezTo>
                    <a:pt x="48" y="203"/>
                    <a:pt x="49" y="203"/>
                    <a:pt x="47" y="203"/>
                  </a:cubicBezTo>
                  <a:cubicBezTo>
                    <a:pt x="32" y="205"/>
                    <a:pt x="26" y="227"/>
                    <a:pt x="19" y="237"/>
                  </a:cubicBezTo>
                  <a:cubicBezTo>
                    <a:pt x="16" y="242"/>
                    <a:pt x="16" y="240"/>
                    <a:pt x="15" y="235"/>
                  </a:cubicBezTo>
                  <a:close/>
                  <a:moveTo>
                    <a:pt x="43" y="50"/>
                  </a:moveTo>
                  <a:cubicBezTo>
                    <a:pt x="57" y="72"/>
                    <a:pt x="64" y="82"/>
                    <a:pt x="72" y="98"/>
                  </a:cubicBezTo>
                  <a:cubicBezTo>
                    <a:pt x="73" y="101"/>
                    <a:pt x="73" y="105"/>
                    <a:pt x="73" y="108"/>
                  </a:cubicBezTo>
                  <a:cubicBezTo>
                    <a:pt x="72" y="112"/>
                    <a:pt x="77" y="110"/>
                    <a:pt x="82" y="113"/>
                  </a:cubicBezTo>
                  <a:cubicBezTo>
                    <a:pt x="86" y="105"/>
                    <a:pt x="90" y="97"/>
                    <a:pt x="88" y="93"/>
                  </a:cubicBezTo>
                  <a:cubicBezTo>
                    <a:pt x="85" y="89"/>
                    <a:pt x="78" y="82"/>
                    <a:pt x="78" y="76"/>
                  </a:cubicBezTo>
                  <a:cubicBezTo>
                    <a:pt x="82" y="69"/>
                    <a:pt x="89" y="67"/>
                    <a:pt x="94" y="62"/>
                  </a:cubicBezTo>
                  <a:cubicBezTo>
                    <a:pt x="103" y="56"/>
                    <a:pt x="109" y="34"/>
                    <a:pt x="115" y="27"/>
                  </a:cubicBezTo>
                  <a:cubicBezTo>
                    <a:pt x="116" y="25"/>
                    <a:pt x="116" y="25"/>
                    <a:pt x="116" y="22"/>
                  </a:cubicBezTo>
                  <a:cubicBezTo>
                    <a:pt x="116" y="21"/>
                    <a:pt x="117" y="19"/>
                    <a:pt x="116" y="18"/>
                  </a:cubicBezTo>
                  <a:cubicBezTo>
                    <a:pt x="116" y="14"/>
                    <a:pt x="116" y="15"/>
                    <a:pt x="114" y="12"/>
                  </a:cubicBezTo>
                  <a:cubicBezTo>
                    <a:pt x="113" y="11"/>
                    <a:pt x="112" y="10"/>
                    <a:pt x="112" y="8"/>
                  </a:cubicBezTo>
                  <a:cubicBezTo>
                    <a:pt x="114" y="0"/>
                    <a:pt x="120" y="2"/>
                    <a:pt x="125" y="2"/>
                  </a:cubicBezTo>
                  <a:cubicBezTo>
                    <a:pt x="134" y="5"/>
                    <a:pt x="139" y="14"/>
                    <a:pt x="144" y="19"/>
                  </a:cubicBezTo>
                  <a:cubicBezTo>
                    <a:pt x="148" y="22"/>
                    <a:pt x="149" y="28"/>
                    <a:pt x="146" y="32"/>
                  </a:cubicBezTo>
                  <a:cubicBezTo>
                    <a:pt x="141" y="38"/>
                    <a:pt x="129" y="49"/>
                    <a:pt x="126" y="51"/>
                  </a:cubicBezTo>
                  <a:cubicBezTo>
                    <a:pt x="121" y="55"/>
                    <a:pt x="100" y="68"/>
                    <a:pt x="99" y="72"/>
                  </a:cubicBezTo>
                  <a:cubicBezTo>
                    <a:pt x="100" y="72"/>
                    <a:pt x="143" y="55"/>
                    <a:pt x="148" y="53"/>
                  </a:cubicBezTo>
                  <a:cubicBezTo>
                    <a:pt x="159" y="49"/>
                    <a:pt x="204" y="26"/>
                    <a:pt x="204" y="53"/>
                  </a:cubicBezTo>
                  <a:cubicBezTo>
                    <a:pt x="204" y="64"/>
                    <a:pt x="185" y="92"/>
                    <a:pt x="181" y="102"/>
                  </a:cubicBezTo>
                  <a:cubicBezTo>
                    <a:pt x="174" y="118"/>
                    <a:pt x="160" y="132"/>
                    <a:pt x="153" y="146"/>
                  </a:cubicBezTo>
                  <a:cubicBezTo>
                    <a:pt x="158" y="145"/>
                    <a:pt x="175" y="140"/>
                    <a:pt x="181" y="137"/>
                  </a:cubicBezTo>
                  <a:cubicBezTo>
                    <a:pt x="189" y="135"/>
                    <a:pt x="183" y="133"/>
                    <a:pt x="196" y="133"/>
                  </a:cubicBezTo>
                  <a:cubicBezTo>
                    <a:pt x="203" y="134"/>
                    <a:pt x="209" y="133"/>
                    <a:pt x="216" y="133"/>
                  </a:cubicBezTo>
                  <a:cubicBezTo>
                    <a:pt x="216" y="139"/>
                    <a:pt x="216" y="146"/>
                    <a:pt x="216" y="151"/>
                  </a:cubicBezTo>
                  <a:cubicBezTo>
                    <a:pt x="214" y="155"/>
                    <a:pt x="211" y="158"/>
                    <a:pt x="209" y="160"/>
                  </a:cubicBezTo>
                  <a:cubicBezTo>
                    <a:pt x="206" y="162"/>
                    <a:pt x="204" y="164"/>
                    <a:pt x="201" y="167"/>
                  </a:cubicBezTo>
                  <a:cubicBezTo>
                    <a:pt x="190" y="180"/>
                    <a:pt x="156" y="189"/>
                    <a:pt x="141" y="187"/>
                  </a:cubicBezTo>
                  <a:cubicBezTo>
                    <a:pt x="148" y="199"/>
                    <a:pt x="135" y="210"/>
                    <a:pt x="128" y="215"/>
                  </a:cubicBezTo>
                  <a:cubicBezTo>
                    <a:pt x="120" y="220"/>
                    <a:pt x="116" y="224"/>
                    <a:pt x="104" y="230"/>
                  </a:cubicBezTo>
                  <a:cubicBezTo>
                    <a:pt x="101" y="232"/>
                    <a:pt x="96" y="231"/>
                    <a:pt x="100" y="226"/>
                  </a:cubicBezTo>
                  <a:cubicBezTo>
                    <a:pt x="103" y="223"/>
                    <a:pt x="114" y="214"/>
                    <a:pt x="108" y="217"/>
                  </a:cubicBezTo>
                  <a:cubicBezTo>
                    <a:pt x="103" y="217"/>
                    <a:pt x="91" y="227"/>
                    <a:pt x="87" y="227"/>
                  </a:cubicBezTo>
                  <a:cubicBezTo>
                    <a:pt x="77" y="227"/>
                    <a:pt x="69" y="224"/>
                    <a:pt x="67" y="215"/>
                  </a:cubicBezTo>
                  <a:cubicBezTo>
                    <a:pt x="66" y="211"/>
                    <a:pt x="66" y="211"/>
                    <a:pt x="70" y="211"/>
                  </a:cubicBezTo>
                  <a:cubicBezTo>
                    <a:pt x="81" y="211"/>
                    <a:pt x="93" y="206"/>
                    <a:pt x="100" y="203"/>
                  </a:cubicBezTo>
                  <a:cubicBezTo>
                    <a:pt x="110" y="199"/>
                    <a:pt x="114" y="192"/>
                    <a:pt x="128" y="190"/>
                  </a:cubicBezTo>
                  <a:cubicBezTo>
                    <a:pt x="129" y="190"/>
                    <a:pt x="130" y="190"/>
                    <a:pt x="130" y="189"/>
                  </a:cubicBezTo>
                  <a:cubicBezTo>
                    <a:pt x="130" y="187"/>
                    <a:pt x="129" y="187"/>
                    <a:pt x="127" y="188"/>
                  </a:cubicBezTo>
                  <a:cubicBezTo>
                    <a:pt x="123" y="188"/>
                    <a:pt x="120" y="188"/>
                    <a:pt x="116" y="188"/>
                  </a:cubicBezTo>
                  <a:cubicBezTo>
                    <a:pt x="113" y="188"/>
                    <a:pt x="112" y="183"/>
                    <a:pt x="117" y="183"/>
                  </a:cubicBezTo>
                  <a:cubicBezTo>
                    <a:pt x="145" y="182"/>
                    <a:pt x="186" y="160"/>
                    <a:pt x="180" y="151"/>
                  </a:cubicBezTo>
                  <a:cubicBezTo>
                    <a:pt x="170" y="153"/>
                    <a:pt x="151" y="165"/>
                    <a:pt x="141" y="167"/>
                  </a:cubicBezTo>
                  <a:cubicBezTo>
                    <a:pt x="135" y="168"/>
                    <a:pt x="133" y="176"/>
                    <a:pt x="127" y="176"/>
                  </a:cubicBezTo>
                  <a:cubicBezTo>
                    <a:pt x="121" y="176"/>
                    <a:pt x="119" y="173"/>
                    <a:pt x="116" y="173"/>
                  </a:cubicBezTo>
                  <a:cubicBezTo>
                    <a:pt x="104" y="175"/>
                    <a:pt x="85" y="191"/>
                    <a:pt x="64" y="195"/>
                  </a:cubicBezTo>
                  <a:cubicBezTo>
                    <a:pt x="57" y="196"/>
                    <a:pt x="53" y="197"/>
                    <a:pt x="59" y="191"/>
                  </a:cubicBezTo>
                  <a:cubicBezTo>
                    <a:pt x="61" y="188"/>
                    <a:pt x="64" y="187"/>
                    <a:pt x="68" y="185"/>
                  </a:cubicBezTo>
                  <a:cubicBezTo>
                    <a:pt x="77" y="180"/>
                    <a:pt x="101" y="167"/>
                    <a:pt x="105" y="164"/>
                  </a:cubicBezTo>
                  <a:cubicBezTo>
                    <a:pt x="111" y="162"/>
                    <a:pt x="111" y="162"/>
                    <a:pt x="111" y="162"/>
                  </a:cubicBezTo>
                  <a:cubicBezTo>
                    <a:pt x="111" y="162"/>
                    <a:pt x="112" y="161"/>
                    <a:pt x="112" y="161"/>
                  </a:cubicBezTo>
                  <a:cubicBezTo>
                    <a:pt x="112" y="161"/>
                    <a:pt x="112" y="161"/>
                    <a:pt x="112" y="161"/>
                  </a:cubicBezTo>
                  <a:cubicBezTo>
                    <a:pt x="112" y="157"/>
                    <a:pt x="111" y="152"/>
                    <a:pt x="111" y="147"/>
                  </a:cubicBezTo>
                  <a:cubicBezTo>
                    <a:pt x="105" y="149"/>
                    <a:pt x="107" y="152"/>
                    <a:pt x="100" y="152"/>
                  </a:cubicBezTo>
                  <a:cubicBezTo>
                    <a:pt x="99" y="152"/>
                    <a:pt x="99" y="152"/>
                    <a:pt x="98" y="152"/>
                  </a:cubicBezTo>
                  <a:cubicBezTo>
                    <a:pt x="92" y="152"/>
                    <a:pt x="89" y="148"/>
                    <a:pt x="88" y="143"/>
                  </a:cubicBezTo>
                  <a:cubicBezTo>
                    <a:pt x="80" y="143"/>
                    <a:pt x="77" y="157"/>
                    <a:pt x="71" y="163"/>
                  </a:cubicBezTo>
                  <a:cubicBezTo>
                    <a:pt x="63" y="172"/>
                    <a:pt x="52" y="181"/>
                    <a:pt x="48" y="183"/>
                  </a:cubicBezTo>
                  <a:cubicBezTo>
                    <a:pt x="47" y="183"/>
                    <a:pt x="46" y="183"/>
                    <a:pt x="45" y="182"/>
                  </a:cubicBezTo>
                  <a:cubicBezTo>
                    <a:pt x="43" y="182"/>
                    <a:pt x="44" y="182"/>
                    <a:pt x="44" y="180"/>
                  </a:cubicBezTo>
                  <a:cubicBezTo>
                    <a:pt x="45" y="178"/>
                    <a:pt x="45" y="176"/>
                    <a:pt x="46" y="176"/>
                  </a:cubicBezTo>
                  <a:cubicBezTo>
                    <a:pt x="59" y="161"/>
                    <a:pt x="76" y="129"/>
                    <a:pt x="75" y="128"/>
                  </a:cubicBezTo>
                  <a:cubicBezTo>
                    <a:pt x="69" y="122"/>
                    <a:pt x="69" y="122"/>
                    <a:pt x="69" y="122"/>
                  </a:cubicBezTo>
                  <a:cubicBezTo>
                    <a:pt x="65" y="126"/>
                    <a:pt x="61" y="127"/>
                    <a:pt x="57" y="124"/>
                  </a:cubicBezTo>
                  <a:cubicBezTo>
                    <a:pt x="56" y="124"/>
                    <a:pt x="56" y="123"/>
                    <a:pt x="56" y="123"/>
                  </a:cubicBezTo>
                  <a:cubicBezTo>
                    <a:pt x="53" y="121"/>
                    <a:pt x="51" y="117"/>
                    <a:pt x="50" y="112"/>
                  </a:cubicBezTo>
                  <a:cubicBezTo>
                    <a:pt x="49" y="90"/>
                    <a:pt x="37" y="66"/>
                    <a:pt x="33" y="49"/>
                  </a:cubicBezTo>
                  <a:cubicBezTo>
                    <a:pt x="31" y="41"/>
                    <a:pt x="34" y="38"/>
                    <a:pt x="43" y="50"/>
                  </a:cubicBezTo>
                  <a:close/>
                  <a:moveTo>
                    <a:pt x="29" y="151"/>
                  </a:moveTo>
                  <a:cubicBezTo>
                    <a:pt x="32" y="156"/>
                    <a:pt x="31" y="160"/>
                    <a:pt x="38" y="162"/>
                  </a:cubicBezTo>
                  <a:cubicBezTo>
                    <a:pt x="47" y="164"/>
                    <a:pt x="46" y="158"/>
                    <a:pt x="52" y="157"/>
                  </a:cubicBezTo>
                  <a:cubicBezTo>
                    <a:pt x="52" y="154"/>
                    <a:pt x="52" y="151"/>
                    <a:pt x="52" y="148"/>
                  </a:cubicBezTo>
                  <a:cubicBezTo>
                    <a:pt x="52" y="132"/>
                    <a:pt x="40" y="122"/>
                    <a:pt x="37" y="112"/>
                  </a:cubicBezTo>
                  <a:cubicBezTo>
                    <a:pt x="33" y="109"/>
                    <a:pt x="26" y="98"/>
                    <a:pt x="21" y="98"/>
                  </a:cubicBezTo>
                  <a:cubicBezTo>
                    <a:pt x="15" y="98"/>
                    <a:pt x="25" y="128"/>
                    <a:pt x="25" y="135"/>
                  </a:cubicBezTo>
                  <a:cubicBezTo>
                    <a:pt x="26" y="135"/>
                    <a:pt x="27" y="135"/>
                    <a:pt x="28" y="135"/>
                  </a:cubicBezTo>
                  <a:cubicBezTo>
                    <a:pt x="28" y="140"/>
                    <a:pt x="28" y="145"/>
                    <a:pt x="29" y="151"/>
                  </a:cubicBezTo>
                  <a:close/>
                  <a:moveTo>
                    <a:pt x="108" y="321"/>
                  </a:moveTo>
                  <a:cubicBezTo>
                    <a:pt x="109" y="302"/>
                    <a:pt x="109" y="280"/>
                    <a:pt x="108" y="260"/>
                  </a:cubicBezTo>
                  <a:cubicBezTo>
                    <a:pt x="108" y="257"/>
                    <a:pt x="107" y="256"/>
                    <a:pt x="105" y="254"/>
                  </a:cubicBezTo>
                  <a:cubicBezTo>
                    <a:pt x="103" y="253"/>
                    <a:pt x="103" y="254"/>
                    <a:pt x="101" y="255"/>
                  </a:cubicBezTo>
                  <a:cubicBezTo>
                    <a:pt x="89" y="262"/>
                    <a:pt x="68" y="274"/>
                    <a:pt x="57" y="274"/>
                  </a:cubicBezTo>
                  <a:cubicBezTo>
                    <a:pt x="49" y="274"/>
                    <a:pt x="44" y="271"/>
                    <a:pt x="42" y="264"/>
                  </a:cubicBezTo>
                  <a:cubicBezTo>
                    <a:pt x="42" y="260"/>
                    <a:pt x="41" y="259"/>
                    <a:pt x="44" y="258"/>
                  </a:cubicBezTo>
                  <a:cubicBezTo>
                    <a:pt x="71" y="252"/>
                    <a:pt x="80" y="249"/>
                    <a:pt x="103" y="237"/>
                  </a:cubicBezTo>
                  <a:cubicBezTo>
                    <a:pt x="110" y="233"/>
                    <a:pt x="122" y="226"/>
                    <a:pt x="132" y="225"/>
                  </a:cubicBezTo>
                  <a:cubicBezTo>
                    <a:pt x="148" y="224"/>
                    <a:pt x="146" y="216"/>
                    <a:pt x="159" y="215"/>
                  </a:cubicBezTo>
                  <a:cubicBezTo>
                    <a:pt x="163" y="214"/>
                    <a:pt x="166" y="216"/>
                    <a:pt x="171" y="216"/>
                  </a:cubicBezTo>
                  <a:cubicBezTo>
                    <a:pt x="175" y="216"/>
                    <a:pt x="181" y="221"/>
                    <a:pt x="181" y="226"/>
                  </a:cubicBezTo>
                  <a:cubicBezTo>
                    <a:pt x="181" y="227"/>
                    <a:pt x="181" y="227"/>
                    <a:pt x="181" y="228"/>
                  </a:cubicBezTo>
                  <a:cubicBezTo>
                    <a:pt x="181" y="237"/>
                    <a:pt x="173" y="238"/>
                    <a:pt x="165" y="239"/>
                  </a:cubicBezTo>
                  <a:cubicBezTo>
                    <a:pt x="163" y="240"/>
                    <a:pt x="161" y="240"/>
                    <a:pt x="159" y="241"/>
                  </a:cubicBezTo>
                  <a:cubicBezTo>
                    <a:pt x="148" y="246"/>
                    <a:pt x="133" y="248"/>
                    <a:pt x="129" y="250"/>
                  </a:cubicBezTo>
                  <a:cubicBezTo>
                    <a:pt x="129" y="249"/>
                    <a:pt x="129" y="248"/>
                    <a:pt x="129" y="247"/>
                  </a:cubicBezTo>
                  <a:cubicBezTo>
                    <a:pt x="131" y="244"/>
                    <a:pt x="138" y="241"/>
                    <a:pt x="137" y="238"/>
                  </a:cubicBezTo>
                  <a:cubicBezTo>
                    <a:pt x="136" y="237"/>
                    <a:pt x="120" y="246"/>
                    <a:pt x="113" y="250"/>
                  </a:cubicBezTo>
                  <a:cubicBezTo>
                    <a:pt x="132" y="265"/>
                    <a:pt x="133" y="297"/>
                    <a:pt x="133" y="318"/>
                  </a:cubicBezTo>
                  <a:cubicBezTo>
                    <a:pt x="133" y="326"/>
                    <a:pt x="125" y="349"/>
                    <a:pt x="120" y="349"/>
                  </a:cubicBezTo>
                  <a:cubicBezTo>
                    <a:pt x="116" y="349"/>
                    <a:pt x="112" y="349"/>
                    <a:pt x="109" y="349"/>
                  </a:cubicBezTo>
                  <a:cubicBezTo>
                    <a:pt x="99" y="349"/>
                    <a:pt x="89" y="335"/>
                    <a:pt x="83" y="330"/>
                  </a:cubicBezTo>
                  <a:cubicBezTo>
                    <a:pt x="78" y="326"/>
                    <a:pt x="60" y="317"/>
                    <a:pt x="60" y="310"/>
                  </a:cubicBezTo>
                  <a:cubicBezTo>
                    <a:pt x="60" y="307"/>
                    <a:pt x="59" y="306"/>
                    <a:pt x="63" y="307"/>
                  </a:cubicBezTo>
                  <a:cubicBezTo>
                    <a:pt x="66" y="308"/>
                    <a:pt x="67" y="310"/>
                    <a:pt x="70" y="312"/>
                  </a:cubicBezTo>
                  <a:cubicBezTo>
                    <a:pt x="74" y="314"/>
                    <a:pt x="78" y="314"/>
                    <a:pt x="84" y="315"/>
                  </a:cubicBezTo>
                  <a:cubicBezTo>
                    <a:pt x="91" y="316"/>
                    <a:pt x="101" y="323"/>
                    <a:pt x="108" y="321"/>
                  </a:cubicBezTo>
                  <a:close/>
                  <a:moveTo>
                    <a:pt x="156" y="99"/>
                  </a:moveTo>
                  <a:cubicBezTo>
                    <a:pt x="157" y="108"/>
                    <a:pt x="152" y="118"/>
                    <a:pt x="148" y="118"/>
                  </a:cubicBezTo>
                  <a:cubicBezTo>
                    <a:pt x="143" y="119"/>
                    <a:pt x="138" y="122"/>
                    <a:pt x="134" y="126"/>
                  </a:cubicBezTo>
                  <a:cubicBezTo>
                    <a:pt x="128" y="130"/>
                    <a:pt x="123" y="132"/>
                    <a:pt x="118" y="138"/>
                  </a:cubicBezTo>
                  <a:cubicBezTo>
                    <a:pt x="120" y="143"/>
                    <a:pt x="122" y="148"/>
                    <a:pt x="125" y="154"/>
                  </a:cubicBezTo>
                  <a:cubicBezTo>
                    <a:pt x="127" y="157"/>
                    <a:pt x="136" y="143"/>
                    <a:pt x="139" y="139"/>
                  </a:cubicBezTo>
                  <a:cubicBezTo>
                    <a:pt x="140" y="138"/>
                    <a:pt x="141" y="136"/>
                    <a:pt x="142" y="134"/>
                  </a:cubicBezTo>
                  <a:cubicBezTo>
                    <a:pt x="159" y="110"/>
                    <a:pt x="168" y="84"/>
                    <a:pt x="180" y="58"/>
                  </a:cubicBezTo>
                  <a:cubicBezTo>
                    <a:pt x="185" y="45"/>
                    <a:pt x="168" y="55"/>
                    <a:pt x="159" y="58"/>
                  </a:cubicBezTo>
                  <a:cubicBezTo>
                    <a:pt x="151" y="61"/>
                    <a:pt x="139" y="68"/>
                    <a:pt x="130" y="69"/>
                  </a:cubicBezTo>
                  <a:cubicBezTo>
                    <a:pt x="129" y="69"/>
                    <a:pt x="129" y="70"/>
                    <a:pt x="129" y="70"/>
                  </a:cubicBezTo>
                  <a:cubicBezTo>
                    <a:pt x="130" y="71"/>
                    <a:pt x="129" y="71"/>
                    <a:pt x="130" y="71"/>
                  </a:cubicBezTo>
                  <a:cubicBezTo>
                    <a:pt x="140" y="77"/>
                    <a:pt x="151" y="88"/>
                    <a:pt x="156" y="99"/>
                  </a:cubicBezTo>
                  <a:close/>
                  <a:moveTo>
                    <a:pt x="136" y="102"/>
                  </a:moveTo>
                  <a:cubicBezTo>
                    <a:pt x="136" y="95"/>
                    <a:pt x="123" y="78"/>
                    <a:pt x="122" y="73"/>
                  </a:cubicBezTo>
                  <a:cubicBezTo>
                    <a:pt x="119" y="73"/>
                    <a:pt x="115" y="74"/>
                    <a:pt x="112" y="75"/>
                  </a:cubicBezTo>
                  <a:cubicBezTo>
                    <a:pt x="114" y="82"/>
                    <a:pt x="122" y="86"/>
                    <a:pt x="120" y="93"/>
                  </a:cubicBezTo>
                  <a:cubicBezTo>
                    <a:pt x="120" y="96"/>
                    <a:pt x="115" y="103"/>
                    <a:pt x="113" y="103"/>
                  </a:cubicBezTo>
                  <a:cubicBezTo>
                    <a:pt x="111" y="103"/>
                    <a:pt x="111" y="103"/>
                    <a:pt x="109" y="106"/>
                  </a:cubicBezTo>
                  <a:cubicBezTo>
                    <a:pt x="105" y="112"/>
                    <a:pt x="99" y="118"/>
                    <a:pt x="99" y="123"/>
                  </a:cubicBezTo>
                  <a:cubicBezTo>
                    <a:pt x="102" y="125"/>
                    <a:pt x="104" y="127"/>
                    <a:pt x="105" y="129"/>
                  </a:cubicBezTo>
                  <a:cubicBezTo>
                    <a:pt x="107" y="131"/>
                    <a:pt x="107" y="130"/>
                    <a:pt x="107" y="128"/>
                  </a:cubicBezTo>
                  <a:cubicBezTo>
                    <a:pt x="107" y="123"/>
                    <a:pt x="107" y="118"/>
                    <a:pt x="107" y="113"/>
                  </a:cubicBezTo>
                  <a:cubicBezTo>
                    <a:pt x="107" y="109"/>
                    <a:pt x="111" y="112"/>
                    <a:pt x="111" y="114"/>
                  </a:cubicBezTo>
                  <a:cubicBezTo>
                    <a:pt x="112" y="116"/>
                    <a:pt x="113" y="125"/>
                    <a:pt x="115" y="125"/>
                  </a:cubicBezTo>
                  <a:cubicBezTo>
                    <a:pt x="119" y="122"/>
                    <a:pt x="136" y="107"/>
                    <a:pt x="13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2" name="ïṩļiḓe">
              <a:extLst>
                <a:ext uri="{FF2B5EF4-FFF2-40B4-BE49-F238E27FC236}">
                  <a16:creationId xmlns:a16="http://schemas.microsoft.com/office/drawing/2014/main" id="{2BD448CA-BB7B-7DF5-47FA-00A3B24AA7C4}"/>
                </a:ext>
              </a:extLst>
            </p:cNvPr>
            <p:cNvSpPr/>
            <p:nvPr/>
          </p:nvSpPr>
          <p:spPr bwMode="auto">
            <a:xfrm>
              <a:off x="3209925" y="2844801"/>
              <a:ext cx="1184275" cy="1173163"/>
            </a:xfrm>
            <a:custGeom>
              <a:avLst/>
              <a:gdLst>
                <a:gd name="T0" fmla="*/ 217 w 359"/>
                <a:gd name="T1" fmla="*/ 4 h 355"/>
                <a:gd name="T2" fmla="*/ 234 w 359"/>
                <a:gd name="T3" fmla="*/ 29 h 355"/>
                <a:gd name="T4" fmla="*/ 260 w 359"/>
                <a:gd name="T5" fmla="*/ 19 h 355"/>
                <a:gd name="T6" fmla="*/ 270 w 359"/>
                <a:gd name="T7" fmla="*/ 48 h 355"/>
                <a:gd name="T8" fmla="*/ 299 w 359"/>
                <a:gd name="T9" fmla="*/ 46 h 355"/>
                <a:gd name="T10" fmla="*/ 301 w 359"/>
                <a:gd name="T11" fmla="*/ 76 h 355"/>
                <a:gd name="T12" fmla="*/ 330 w 359"/>
                <a:gd name="T13" fmla="*/ 81 h 355"/>
                <a:gd name="T14" fmla="*/ 324 w 359"/>
                <a:gd name="T15" fmla="*/ 110 h 355"/>
                <a:gd name="T16" fmla="*/ 350 w 359"/>
                <a:gd name="T17" fmla="*/ 123 h 355"/>
                <a:gd name="T18" fmla="*/ 337 w 359"/>
                <a:gd name="T19" fmla="*/ 150 h 355"/>
                <a:gd name="T20" fmla="*/ 359 w 359"/>
                <a:gd name="T21" fmla="*/ 172 h 355"/>
                <a:gd name="T22" fmla="*/ 338 w 359"/>
                <a:gd name="T23" fmla="*/ 194 h 355"/>
                <a:gd name="T24" fmla="*/ 335 w 359"/>
                <a:gd name="T25" fmla="*/ 213 h 355"/>
                <a:gd name="T26" fmla="*/ 348 w 359"/>
                <a:gd name="T27" fmla="*/ 240 h 355"/>
                <a:gd name="T28" fmla="*/ 321 w 359"/>
                <a:gd name="T29" fmla="*/ 251 h 355"/>
                <a:gd name="T30" fmla="*/ 326 w 359"/>
                <a:gd name="T31" fmla="*/ 281 h 355"/>
                <a:gd name="T32" fmla="*/ 296 w 359"/>
                <a:gd name="T33" fmla="*/ 285 h 355"/>
                <a:gd name="T34" fmla="*/ 293 w 359"/>
                <a:gd name="T35" fmla="*/ 315 h 355"/>
                <a:gd name="T36" fmla="*/ 271 w 359"/>
                <a:gd name="T37" fmla="*/ 307 h 355"/>
                <a:gd name="T38" fmla="*/ 261 w 359"/>
                <a:gd name="T39" fmla="*/ 337 h 355"/>
                <a:gd name="T40" fmla="*/ 234 w 359"/>
                <a:gd name="T41" fmla="*/ 327 h 355"/>
                <a:gd name="T42" fmla="*/ 217 w 359"/>
                <a:gd name="T43" fmla="*/ 352 h 355"/>
                <a:gd name="T44" fmla="*/ 193 w 359"/>
                <a:gd name="T45" fmla="*/ 336 h 355"/>
                <a:gd name="T46" fmla="*/ 170 w 359"/>
                <a:gd name="T47" fmla="*/ 355 h 355"/>
                <a:gd name="T48" fmla="*/ 151 w 359"/>
                <a:gd name="T49" fmla="*/ 334 h 355"/>
                <a:gd name="T50" fmla="*/ 123 w 359"/>
                <a:gd name="T51" fmla="*/ 347 h 355"/>
                <a:gd name="T52" fmla="*/ 109 w 359"/>
                <a:gd name="T53" fmla="*/ 319 h 355"/>
                <a:gd name="T54" fmla="*/ 78 w 359"/>
                <a:gd name="T55" fmla="*/ 325 h 355"/>
                <a:gd name="T56" fmla="*/ 83 w 359"/>
                <a:gd name="T57" fmla="*/ 303 h 355"/>
                <a:gd name="T58" fmla="*/ 59 w 359"/>
                <a:gd name="T59" fmla="*/ 310 h 355"/>
                <a:gd name="T60" fmla="*/ 58 w 359"/>
                <a:gd name="T61" fmla="*/ 280 h 355"/>
                <a:gd name="T62" fmla="*/ 29 w 359"/>
                <a:gd name="T63" fmla="*/ 274 h 355"/>
                <a:gd name="T64" fmla="*/ 35 w 359"/>
                <a:gd name="T65" fmla="*/ 245 h 355"/>
                <a:gd name="T66" fmla="*/ 9 w 359"/>
                <a:gd name="T67" fmla="*/ 232 h 355"/>
                <a:gd name="T68" fmla="*/ 3 w 359"/>
                <a:gd name="T69" fmla="*/ 211 h 355"/>
                <a:gd name="T70" fmla="*/ 22 w 359"/>
                <a:gd name="T71" fmla="*/ 206 h 355"/>
                <a:gd name="T72" fmla="*/ 20 w 359"/>
                <a:gd name="T73" fmla="*/ 191 h 355"/>
                <a:gd name="T74" fmla="*/ 0 w 359"/>
                <a:gd name="T75" fmla="*/ 178 h 355"/>
                <a:gd name="T76" fmla="*/ 20 w 359"/>
                <a:gd name="T77" fmla="*/ 168 h 355"/>
                <a:gd name="T78" fmla="*/ 3 w 359"/>
                <a:gd name="T79" fmla="*/ 145 h 355"/>
                <a:gd name="T80" fmla="*/ 28 w 359"/>
                <a:gd name="T81" fmla="*/ 128 h 355"/>
                <a:gd name="T82" fmla="*/ 18 w 359"/>
                <a:gd name="T83" fmla="*/ 101 h 355"/>
                <a:gd name="T84" fmla="*/ 46 w 359"/>
                <a:gd name="T85" fmla="*/ 91 h 355"/>
                <a:gd name="T86" fmla="*/ 43 w 359"/>
                <a:gd name="T87" fmla="*/ 61 h 355"/>
                <a:gd name="T88" fmla="*/ 59 w 359"/>
                <a:gd name="T89" fmla="*/ 45 h 355"/>
                <a:gd name="T90" fmla="*/ 86 w 359"/>
                <a:gd name="T91" fmla="*/ 51 h 355"/>
                <a:gd name="T92" fmla="*/ 81 w 359"/>
                <a:gd name="T93" fmla="*/ 28 h 355"/>
                <a:gd name="T94" fmla="*/ 111 w 359"/>
                <a:gd name="T95" fmla="*/ 35 h 355"/>
                <a:gd name="T96" fmla="*/ 124 w 359"/>
                <a:gd name="T97" fmla="*/ 9 h 355"/>
                <a:gd name="T98" fmla="*/ 151 w 359"/>
                <a:gd name="T99" fmla="*/ 22 h 355"/>
                <a:gd name="T100" fmla="*/ 170 w 359"/>
                <a:gd name="T101" fmla="*/ 0 h 355"/>
                <a:gd name="T102" fmla="*/ 193 w 359"/>
                <a:gd name="T103" fmla="*/ 20 h 355"/>
                <a:gd name="T104" fmla="*/ 82 w 359"/>
                <a:gd name="T105" fmla="*/ 280 h 355"/>
                <a:gd name="T106" fmla="*/ 322 w 359"/>
                <a:gd name="T107" fmla="*/ 178 h 355"/>
                <a:gd name="T108" fmla="*/ 38 w 359"/>
                <a:gd name="T109" fmla="*/ 178 h 355"/>
                <a:gd name="T110" fmla="*/ 267 w 359"/>
                <a:gd name="T111" fmla="*/ 290 h 355"/>
                <a:gd name="T112" fmla="*/ 180 w 359"/>
                <a:gd name="T113" fmla="*/ 32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9" h="355">
                  <a:moveTo>
                    <a:pt x="212" y="23"/>
                  </a:moveTo>
                  <a:cubicBezTo>
                    <a:pt x="217" y="4"/>
                    <a:pt x="217" y="4"/>
                    <a:pt x="217" y="4"/>
                  </a:cubicBezTo>
                  <a:cubicBezTo>
                    <a:pt x="239" y="11"/>
                    <a:pt x="239" y="11"/>
                    <a:pt x="239" y="11"/>
                  </a:cubicBezTo>
                  <a:cubicBezTo>
                    <a:pt x="234" y="29"/>
                    <a:pt x="234" y="29"/>
                    <a:pt x="234" y="29"/>
                  </a:cubicBezTo>
                  <a:cubicBezTo>
                    <a:pt x="239" y="31"/>
                    <a:pt x="245" y="33"/>
                    <a:pt x="250" y="36"/>
                  </a:cubicBezTo>
                  <a:cubicBezTo>
                    <a:pt x="260" y="19"/>
                    <a:pt x="260" y="19"/>
                    <a:pt x="260" y="19"/>
                  </a:cubicBezTo>
                  <a:cubicBezTo>
                    <a:pt x="280" y="31"/>
                    <a:pt x="280" y="31"/>
                    <a:pt x="280" y="31"/>
                  </a:cubicBezTo>
                  <a:cubicBezTo>
                    <a:pt x="270" y="48"/>
                    <a:pt x="270" y="48"/>
                    <a:pt x="270" y="48"/>
                  </a:cubicBezTo>
                  <a:cubicBezTo>
                    <a:pt x="275" y="51"/>
                    <a:pt x="280" y="55"/>
                    <a:pt x="285" y="59"/>
                  </a:cubicBezTo>
                  <a:cubicBezTo>
                    <a:pt x="299" y="46"/>
                    <a:pt x="299" y="46"/>
                    <a:pt x="299" y="46"/>
                  </a:cubicBezTo>
                  <a:cubicBezTo>
                    <a:pt x="315" y="62"/>
                    <a:pt x="315" y="62"/>
                    <a:pt x="315" y="62"/>
                  </a:cubicBezTo>
                  <a:cubicBezTo>
                    <a:pt x="301" y="76"/>
                    <a:pt x="301" y="76"/>
                    <a:pt x="301" y="76"/>
                  </a:cubicBezTo>
                  <a:cubicBezTo>
                    <a:pt x="305" y="81"/>
                    <a:pt x="309" y="86"/>
                    <a:pt x="312" y="91"/>
                  </a:cubicBezTo>
                  <a:cubicBezTo>
                    <a:pt x="330" y="81"/>
                    <a:pt x="330" y="81"/>
                    <a:pt x="330" y="81"/>
                  </a:cubicBezTo>
                  <a:cubicBezTo>
                    <a:pt x="341" y="100"/>
                    <a:pt x="341" y="100"/>
                    <a:pt x="341" y="100"/>
                  </a:cubicBezTo>
                  <a:cubicBezTo>
                    <a:pt x="324" y="110"/>
                    <a:pt x="324" y="110"/>
                    <a:pt x="324" y="110"/>
                  </a:cubicBezTo>
                  <a:cubicBezTo>
                    <a:pt x="326" y="116"/>
                    <a:pt x="329" y="122"/>
                    <a:pt x="331" y="128"/>
                  </a:cubicBezTo>
                  <a:cubicBezTo>
                    <a:pt x="350" y="123"/>
                    <a:pt x="350" y="123"/>
                    <a:pt x="350" y="123"/>
                  </a:cubicBezTo>
                  <a:cubicBezTo>
                    <a:pt x="356" y="145"/>
                    <a:pt x="356" y="145"/>
                    <a:pt x="356" y="145"/>
                  </a:cubicBezTo>
                  <a:cubicBezTo>
                    <a:pt x="337" y="150"/>
                    <a:pt x="337" y="150"/>
                    <a:pt x="337" y="150"/>
                  </a:cubicBezTo>
                  <a:cubicBezTo>
                    <a:pt x="338" y="157"/>
                    <a:pt x="339" y="164"/>
                    <a:pt x="339" y="171"/>
                  </a:cubicBezTo>
                  <a:cubicBezTo>
                    <a:pt x="359" y="172"/>
                    <a:pt x="359" y="172"/>
                    <a:pt x="359" y="172"/>
                  </a:cubicBezTo>
                  <a:cubicBezTo>
                    <a:pt x="358" y="194"/>
                    <a:pt x="358" y="194"/>
                    <a:pt x="358" y="194"/>
                  </a:cubicBezTo>
                  <a:cubicBezTo>
                    <a:pt x="338" y="194"/>
                    <a:pt x="338" y="194"/>
                    <a:pt x="338" y="194"/>
                  </a:cubicBezTo>
                  <a:cubicBezTo>
                    <a:pt x="338" y="195"/>
                    <a:pt x="338" y="196"/>
                    <a:pt x="338" y="198"/>
                  </a:cubicBezTo>
                  <a:cubicBezTo>
                    <a:pt x="337" y="203"/>
                    <a:pt x="336" y="208"/>
                    <a:pt x="335" y="213"/>
                  </a:cubicBezTo>
                  <a:cubicBezTo>
                    <a:pt x="354" y="218"/>
                    <a:pt x="354" y="218"/>
                    <a:pt x="354" y="218"/>
                  </a:cubicBezTo>
                  <a:cubicBezTo>
                    <a:pt x="348" y="240"/>
                    <a:pt x="348" y="240"/>
                    <a:pt x="348" y="240"/>
                  </a:cubicBezTo>
                  <a:cubicBezTo>
                    <a:pt x="329" y="234"/>
                    <a:pt x="329" y="234"/>
                    <a:pt x="329" y="234"/>
                  </a:cubicBezTo>
                  <a:cubicBezTo>
                    <a:pt x="326" y="240"/>
                    <a:pt x="324" y="246"/>
                    <a:pt x="321" y="251"/>
                  </a:cubicBezTo>
                  <a:cubicBezTo>
                    <a:pt x="338" y="261"/>
                    <a:pt x="338" y="261"/>
                    <a:pt x="338" y="261"/>
                  </a:cubicBezTo>
                  <a:cubicBezTo>
                    <a:pt x="326" y="281"/>
                    <a:pt x="326" y="281"/>
                    <a:pt x="326" y="281"/>
                  </a:cubicBezTo>
                  <a:cubicBezTo>
                    <a:pt x="309" y="271"/>
                    <a:pt x="309" y="271"/>
                    <a:pt x="309" y="271"/>
                  </a:cubicBezTo>
                  <a:cubicBezTo>
                    <a:pt x="305" y="276"/>
                    <a:pt x="301" y="281"/>
                    <a:pt x="296" y="285"/>
                  </a:cubicBezTo>
                  <a:cubicBezTo>
                    <a:pt x="310" y="299"/>
                    <a:pt x="310" y="299"/>
                    <a:pt x="310" y="299"/>
                  </a:cubicBezTo>
                  <a:cubicBezTo>
                    <a:pt x="293" y="315"/>
                    <a:pt x="293" y="315"/>
                    <a:pt x="293" y="315"/>
                  </a:cubicBezTo>
                  <a:cubicBezTo>
                    <a:pt x="280" y="301"/>
                    <a:pt x="280" y="301"/>
                    <a:pt x="280" y="301"/>
                  </a:cubicBezTo>
                  <a:cubicBezTo>
                    <a:pt x="277" y="303"/>
                    <a:pt x="274" y="305"/>
                    <a:pt x="271" y="307"/>
                  </a:cubicBezTo>
                  <a:cubicBezTo>
                    <a:pt x="281" y="325"/>
                    <a:pt x="281" y="325"/>
                    <a:pt x="281" y="325"/>
                  </a:cubicBezTo>
                  <a:cubicBezTo>
                    <a:pt x="261" y="337"/>
                    <a:pt x="261" y="337"/>
                    <a:pt x="261" y="337"/>
                  </a:cubicBezTo>
                  <a:cubicBezTo>
                    <a:pt x="251" y="319"/>
                    <a:pt x="251" y="319"/>
                    <a:pt x="251" y="319"/>
                  </a:cubicBezTo>
                  <a:cubicBezTo>
                    <a:pt x="246" y="322"/>
                    <a:pt x="240" y="325"/>
                    <a:pt x="234" y="327"/>
                  </a:cubicBezTo>
                  <a:cubicBezTo>
                    <a:pt x="239" y="346"/>
                    <a:pt x="239" y="346"/>
                    <a:pt x="239" y="346"/>
                  </a:cubicBezTo>
                  <a:cubicBezTo>
                    <a:pt x="217" y="352"/>
                    <a:pt x="217" y="352"/>
                    <a:pt x="217" y="352"/>
                  </a:cubicBezTo>
                  <a:cubicBezTo>
                    <a:pt x="212" y="333"/>
                    <a:pt x="212" y="333"/>
                    <a:pt x="212" y="333"/>
                  </a:cubicBezTo>
                  <a:cubicBezTo>
                    <a:pt x="205" y="334"/>
                    <a:pt x="199" y="335"/>
                    <a:pt x="193" y="336"/>
                  </a:cubicBezTo>
                  <a:cubicBezTo>
                    <a:pt x="193" y="355"/>
                    <a:pt x="193" y="355"/>
                    <a:pt x="193" y="355"/>
                  </a:cubicBezTo>
                  <a:cubicBezTo>
                    <a:pt x="170" y="355"/>
                    <a:pt x="170" y="355"/>
                    <a:pt x="170" y="355"/>
                  </a:cubicBezTo>
                  <a:cubicBezTo>
                    <a:pt x="170" y="336"/>
                    <a:pt x="170" y="336"/>
                    <a:pt x="170" y="336"/>
                  </a:cubicBezTo>
                  <a:cubicBezTo>
                    <a:pt x="163" y="336"/>
                    <a:pt x="157" y="335"/>
                    <a:pt x="151" y="334"/>
                  </a:cubicBezTo>
                  <a:cubicBezTo>
                    <a:pt x="146" y="353"/>
                    <a:pt x="146" y="353"/>
                    <a:pt x="146" y="353"/>
                  </a:cubicBezTo>
                  <a:cubicBezTo>
                    <a:pt x="123" y="347"/>
                    <a:pt x="123" y="347"/>
                    <a:pt x="123" y="347"/>
                  </a:cubicBezTo>
                  <a:cubicBezTo>
                    <a:pt x="129" y="328"/>
                    <a:pt x="129" y="328"/>
                    <a:pt x="129" y="328"/>
                  </a:cubicBezTo>
                  <a:cubicBezTo>
                    <a:pt x="122" y="325"/>
                    <a:pt x="115" y="322"/>
                    <a:pt x="109" y="319"/>
                  </a:cubicBezTo>
                  <a:cubicBezTo>
                    <a:pt x="98" y="337"/>
                    <a:pt x="98" y="337"/>
                    <a:pt x="98" y="337"/>
                  </a:cubicBezTo>
                  <a:cubicBezTo>
                    <a:pt x="78" y="325"/>
                    <a:pt x="78" y="325"/>
                    <a:pt x="78" y="325"/>
                  </a:cubicBezTo>
                  <a:cubicBezTo>
                    <a:pt x="89" y="307"/>
                    <a:pt x="89" y="307"/>
                    <a:pt x="89" y="307"/>
                  </a:cubicBezTo>
                  <a:cubicBezTo>
                    <a:pt x="87" y="306"/>
                    <a:pt x="85" y="305"/>
                    <a:pt x="83" y="303"/>
                  </a:cubicBezTo>
                  <a:cubicBezTo>
                    <a:pt x="80" y="301"/>
                    <a:pt x="77" y="298"/>
                    <a:pt x="74" y="296"/>
                  </a:cubicBezTo>
                  <a:cubicBezTo>
                    <a:pt x="59" y="310"/>
                    <a:pt x="59" y="310"/>
                    <a:pt x="59" y="310"/>
                  </a:cubicBezTo>
                  <a:cubicBezTo>
                    <a:pt x="43" y="294"/>
                    <a:pt x="43" y="294"/>
                    <a:pt x="43" y="294"/>
                  </a:cubicBezTo>
                  <a:cubicBezTo>
                    <a:pt x="58" y="280"/>
                    <a:pt x="58" y="280"/>
                    <a:pt x="58" y="280"/>
                  </a:cubicBezTo>
                  <a:cubicBezTo>
                    <a:pt x="54" y="275"/>
                    <a:pt x="50" y="270"/>
                    <a:pt x="46" y="265"/>
                  </a:cubicBezTo>
                  <a:cubicBezTo>
                    <a:pt x="29" y="274"/>
                    <a:pt x="29" y="274"/>
                    <a:pt x="29" y="274"/>
                  </a:cubicBezTo>
                  <a:cubicBezTo>
                    <a:pt x="18" y="255"/>
                    <a:pt x="18" y="255"/>
                    <a:pt x="18" y="255"/>
                  </a:cubicBezTo>
                  <a:cubicBezTo>
                    <a:pt x="35" y="245"/>
                    <a:pt x="35" y="245"/>
                    <a:pt x="35" y="245"/>
                  </a:cubicBezTo>
                  <a:cubicBezTo>
                    <a:pt x="32" y="239"/>
                    <a:pt x="30" y="234"/>
                    <a:pt x="28" y="228"/>
                  </a:cubicBezTo>
                  <a:cubicBezTo>
                    <a:pt x="9" y="232"/>
                    <a:pt x="9" y="232"/>
                    <a:pt x="9" y="232"/>
                  </a:cubicBezTo>
                  <a:cubicBezTo>
                    <a:pt x="8" y="231"/>
                    <a:pt x="8" y="231"/>
                    <a:pt x="8" y="230"/>
                  </a:cubicBezTo>
                  <a:cubicBezTo>
                    <a:pt x="3" y="211"/>
                    <a:pt x="3" y="211"/>
                    <a:pt x="3" y="211"/>
                  </a:cubicBezTo>
                  <a:cubicBezTo>
                    <a:pt x="3" y="211"/>
                    <a:pt x="3" y="211"/>
                    <a:pt x="3" y="210"/>
                  </a:cubicBezTo>
                  <a:cubicBezTo>
                    <a:pt x="22" y="206"/>
                    <a:pt x="22" y="206"/>
                    <a:pt x="22" y="206"/>
                  </a:cubicBezTo>
                  <a:cubicBezTo>
                    <a:pt x="22" y="205"/>
                    <a:pt x="22" y="204"/>
                    <a:pt x="22" y="204"/>
                  </a:cubicBezTo>
                  <a:cubicBezTo>
                    <a:pt x="21" y="200"/>
                    <a:pt x="21" y="195"/>
                    <a:pt x="20" y="191"/>
                  </a:cubicBezTo>
                  <a:cubicBezTo>
                    <a:pt x="1" y="191"/>
                    <a:pt x="1" y="191"/>
                    <a:pt x="1" y="191"/>
                  </a:cubicBezTo>
                  <a:cubicBezTo>
                    <a:pt x="0" y="186"/>
                    <a:pt x="0" y="182"/>
                    <a:pt x="0" y="178"/>
                  </a:cubicBezTo>
                  <a:cubicBezTo>
                    <a:pt x="0" y="175"/>
                    <a:pt x="0" y="171"/>
                    <a:pt x="1" y="168"/>
                  </a:cubicBezTo>
                  <a:cubicBezTo>
                    <a:pt x="20" y="168"/>
                    <a:pt x="20" y="168"/>
                    <a:pt x="20" y="168"/>
                  </a:cubicBezTo>
                  <a:cubicBezTo>
                    <a:pt x="21" y="162"/>
                    <a:pt x="21" y="156"/>
                    <a:pt x="22" y="150"/>
                  </a:cubicBezTo>
                  <a:cubicBezTo>
                    <a:pt x="3" y="145"/>
                    <a:pt x="3" y="145"/>
                    <a:pt x="3" y="145"/>
                  </a:cubicBezTo>
                  <a:cubicBezTo>
                    <a:pt x="5" y="137"/>
                    <a:pt x="7" y="130"/>
                    <a:pt x="9" y="123"/>
                  </a:cubicBezTo>
                  <a:cubicBezTo>
                    <a:pt x="28" y="128"/>
                    <a:pt x="28" y="128"/>
                    <a:pt x="28" y="128"/>
                  </a:cubicBezTo>
                  <a:cubicBezTo>
                    <a:pt x="30" y="122"/>
                    <a:pt x="32" y="116"/>
                    <a:pt x="35" y="110"/>
                  </a:cubicBezTo>
                  <a:cubicBezTo>
                    <a:pt x="18" y="101"/>
                    <a:pt x="18" y="101"/>
                    <a:pt x="18" y="101"/>
                  </a:cubicBezTo>
                  <a:cubicBezTo>
                    <a:pt x="21" y="94"/>
                    <a:pt x="25" y="87"/>
                    <a:pt x="29" y="81"/>
                  </a:cubicBezTo>
                  <a:cubicBezTo>
                    <a:pt x="46" y="91"/>
                    <a:pt x="46" y="91"/>
                    <a:pt x="46" y="91"/>
                  </a:cubicBezTo>
                  <a:cubicBezTo>
                    <a:pt x="50" y="85"/>
                    <a:pt x="54" y="81"/>
                    <a:pt x="58" y="76"/>
                  </a:cubicBezTo>
                  <a:cubicBezTo>
                    <a:pt x="43" y="61"/>
                    <a:pt x="43" y="61"/>
                    <a:pt x="43" y="61"/>
                  </a:cubicBezTo>
                  <a:cubicBezTo>
                    <a:pt x="44" y="60"/>
                    <a:pt x="45" y="60"/>
                    <a:pt x="46" y="59"/>
                  </a:cubicBezTo>
                  <a:cubicBezTo>
                    <a:pt x="59" y="45"/>
                    <a:pt x="59" y="45"/>
                    <a:pt x="59" y="45"/>
                  </a:cubicBezTo>
                  <a:cubicBezTo>
                    <a:pt x="74" y="60"/>
                    <a:pt x="74" y="60"/>
                    <a:pt x="74" y="60"/>
                  </a:cubicBezTo>
                  <a:cubicBezTo>
                    <a:pt x="78" y="56"/>
                    <a:pt x="82" y="53"/>
                    <a:pt x="86" y="51"/>
                  </a:cubicBezTo>
                  <a:cubicBezTo>
                    <a:pt x="87" y="49"/>
                    <a:pt x="89" y="48"/>
                    <a:pt x="91" y="47"/>
                  </a:cubicBezTo>
                  <a:cubicBezTo>
                    <a:pt x="81" y="28"/>
                    <a:pt x="81" y="28"/>
                    <a:pt x="81" y="28"/>
                  </a:cubicBezTo>
                  <a:cubicBezTo>
                    <a:pt x="101" y="18"/>
                    <a:pt x="101" y="18"/>
                    <a:pt x="101" y="18"/>
                  </a:cubicBezTo>
                  <a:cubicBezTo>
                    <a:pt x="111" y="35"/>
                    <a:pt x="111" y="35"/>
                    <a:pt x="111" y="35"/>
                  </a:cubicBezTo>
                  <a:cubicBezTo>
                    <a:pt x="117" y="33"/>
                    <a:pt x="122" y="30"/>
                    <a:pt x="128" y="28"/>
                  </a:cubicBezTo>
                  <a:cubicBezTo>
                    <a:pt x="124" y="9"/>
                    <a:pt x="124" y="9"/>
                    <a:pt x="124" y="9"/>
                  </a:cubicBezTo>
                  <a:cubicBezTo>
                    <a:pt x="146" y="3"/>
                    <a:pt x="146" y="3"/>
                    <a:pt x="146" y="3"/>
                  </a:cubicBezTo>
                  <a:cubicBezTo>
                    <a:pt x="151" y="22"/>
                    <a:pt x="151" y="22"/>
                    <a:pt x="151" y="22"/>
                  </a:cubicBezTo>
                  <a:cubicBezTo>
                    <a:pt x="157" y="21"/>
                    <a:pt x="163" y="20"/>
                    <a:pt x="170" y="20"/>
                  </a:cubicBezTo>
                  <a:cubicBezTo>
                    <a:pt x="170" y="0"/>
                    <a:pt x="170" y="0"/>
                    <a:pt x="170" y="0"/>
                  </a:cubicBezTo>
                  <a:cubicBezTo>
                    <a:pt x="193" y="1"/>
                    <a:pt x="193" y="1"/>
                    <a:pt x="193" y="1"/>
                  </a:cubicBezTo>
                  <a:cubicBezTo>
                    <a:pt x="193" y="20"/>
                    <a:pt x="193" y="20"/>
                    <a:pt x="193" y="20"/>
                  </a:cubicBezTo>
                  <a:cubicBezTo>
                    <a:pt x="199" y="20"/>
                    <a:pt x="205" y="21"/>
                    <a:pt x="212" y="23"/>
                  </a:cubicBezTo>
                  <a:close/>
                  <a:moveTo>
                    <a:pt x="82" y="280"/>
                  </a:moveTo>
                  <a:cubicBezTo>
                    <a:pt x="278" y="280"/>
                    <a:pt x="278" y="280"/>
                    <a:pt x="278" y="280"/>
                  </a:cubicBezTo>
                  <a:cubicBezTo>
                    <a:pt x="305" y="254"/>
                    <a:pt x="322" y="218"/>
                    <a:pt x="322" y="178"/>
                  </a:cubicBezTo>
                  <a:cubicBezTo>
                    <a:pt x="322" y="100"/>
                    <a:pt x="258" y="36"/>
                    <a:pt x="180" y="36"/>
                  </a:cubicBezTo>
                  <a:cubicBezTo>
                    <a:pt x="102" y="36"/>
                    <a:pt x="38" y="100"/>
                    <a:pt x="38" y="178"/>
                  </a:cubicBezTo>
                  <a:cubicBezTo>
                    <a:pt x="38" y="218"/>
                    <a:pt x="55" y="254"/>
                    <a:pt x="82" y="280"/>
                  </a:cubicBezTo>
                  <a:close/>
                  <a:moveTo>
                    <a:pt x="267" y="290"/>
                  </a:moveTo>
                  <a:cubicBezTo>
                    <a:pt x="92" y="290"/>
                    <a:pt x="92" y="290"/>
                    <a:pt x="92" y="290"/>
                  </a:cubicBezTo>
                  <a:cubicBezTo>
                    <a:pt x="117" y="309"/>
                    <a:pt x="147" y="320"/>
                    <a:pt x="180" y="320"/>
                  </a:cubicBezTo>
                  <a:cubicBezTo>
                    <a:pt x="213" y="320"/>
                    <a:pt x="243" y="309"/>
                    <a:pt x="267" y="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3" name="ïṡľïḑê">
              <a:extLst>
                <a:ext uri="{FF2B5EF4-FFF2-40B4-BE49-F238E27FC236}">
                  <a16:creationId xmlns:a16="http://schemas.microsoft.com/office/drawing/2014/main" id="{BAE8B90D-25C9-7DE1-54A7-20DF337CBA07}"/>
                </a:ext>
              </a:extLst>
            </p:cNvPr>
            <p:cNvSpPr/>
            <p:nvPr/>
          </p:nvSpPr>
          <p:spPr bwMode="auto">
            <a:xfrm>
              <a:off x="3635375" y="3617913"/>
              <a:ext cx="3556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24" name="iŝľïḋê">
              <a:extLst>
                <a:ext uri="{FF2B5EF4-FFF2-40B4-BE49-F238E27FC236}">
                  <a16:creationId xmlns:a16="http://schemas.microsoft.com/office/drawing/2014/main" id="{D44C19FB-D00A-1080-6271-675B2022C70F}"/>
                </a:ext>
              </a:extLst>
            </p:cNvPr>
            <p:cNvSpPr/>
            <p:nvPr/>
          </p:nvSpPr>
          <p:spPr bwMode="auto">
            <a:xfrm>
              <a:off x="3576638" y="3654426"/>
              <a:ext cx="474663" cy="101600"/>
            </a:xfrm>
            <a:custGeom>
              <a:avLst/>
              <a:gdLst>
                <a:gd name="T0" fmla="*/ 0 w 144"/>
                <a:gd name="T1" fmla="*/ 0 h 31"/>
                <a:gd name="T2" fmla="*/ 144 w 144"/>
                <a:gd name="T3" fmla="*/ 0 h 31"/>
                <a:gd name="T4" fmla="*/ 144 w 144"/>
                <a:gd name="T5" fmla="*/ 31 h 31"/>
                <a:gd name="T6" fmla="*/ 0 w 144"/>
                <a:gd name="T7" fmla="*/ 31 h 31"/>
                <a:gd name="T8" fmla="*/ 0 w 144"/>
                <a:gd name="T9" fmla="*/ 0 h 31"/>
                <a:gd name="T10" fmla="*/ 41 w 144"/>
                <a:gd name="T11" fmla="*/ 5 h 31"/>
                <a:gd name="T12" fmla="*/ 36 w 144"/>
                <a:gd name="T13" fmla="*/ 5 h 31"/>
                <a:gd name="T14" fmla="*/ 30 w 144"/>
                <a:gd name="T15" fmla="*/ 10 h 31"/>
                <a:gd name="T16" fmla="*/ 30 w 144"/>
                <a:gd name="T17" fmla="*/ 15 h 31"/>
                <a:gd name="T18" fmla="*/ 35 w 144"/>
                <a:gd name="T19" fmla="*/ 15 h 31"/>
                <a:gd name="T20" fmla="*/ 35 w 144"/>
                <a:gd name="T21" fmla="*/ 28 h 31"/>
                <a:gd name="T22" fmla="*/ 41 w 144"/>
                <a:gd name="T23" fmla="*/ 28 h 31"/>
                <a:gd name="T24" fmla="*/ 41 w 144"/>
                <a:gd name="T25" fmla="*/ 5 h 31"/>
                <a:gd name="T26" fmla="*/ 61 w 144"/>
                <a:gd name="T27" fmla="*/ 23 h 31"/>
                <a:gd name="T28" fmla="*/ 64 w 144"/>
                <a:gd name="T29" fmla="*/ 21 h 31"/>
                <a:gd name="T30" fmla="*/ 61 w 144"/>
                <a:gd name="T31" fmla="*/ 18 h 31"/>
                <a:gd name="T32" fmla="*/ 58 w 144"/>
                <a:gd name="T33" fmla="*/ 21 h 31"/>
                <a:gd name="T34" fmla="*/ 61 w 144"/>
                <a:gd name="T35" fmla="*/ 23 h 31"/>
                <a:gd name="T36" fmla="*/ 61 w 144"/>
                <a:gd name="T37" fmla="*/ 14 h 31"/>
                <a:gd name="T38" fmla="*/ 63 w 144"/>
                <a:gd name="T39" fmla="*/ 12 h 31"/>
                <a:gd name="T40" fmla="*/ 61 w 144"/>
                <a:gd name="T41" fmla="*/ 9 h 31"/>
                <a:gd name="T42" fmla="*/ 58 w 144"/>
                <a:gd name="T43" fmla="*/ 12 h 31"/>
                <a:gd name="T44" fmla="*/ 61 w 144"/>
                <a:gd name="T45" fmla="*/ 14 h 31"/>
                <a:gd name="T46" fmla="*/ 55 w 144"/>
                <a:gd name="T47" fmla="*/ 16 h 31"/>
                <a:gd name="T48" fmla="*/ 51 w 144"/>
                <a:gd name="T49" fmla="*/ 21 h 31"/>
                <a:gd name="T50" fmla="*/ 61 w 144"/>
                <a:gd name="T51" fmla="*/ 28 h 31"/>
                <a:gd name="T52" fmla="*/ 70 w 144"/>
                <a:gd name="T53" fmla="*/ 21 h 31"/>
                <a:gd name="T54" fmla="*/ 67 w 144"/>
                <a:gd name="T55" fmla="*/ 16 h 31"/>
                <a:gd name="T56" fmla="*/ 70 w 144"/>
                <a:gd name="T57" fmla="*/ 11 h 31"/>
                <a:gd name="T58" fmla="*/ 61 w 144"/>
                <a:gd name="T59" fmla="*/ 5 h 31"/>
                <a:gd name="T60" fmla="*/ 52 w 144"/>
                <a:gd name="T61" fmla="*/ 11 h 31"/>
                <a:gd name="T62" fmla="*/ 55 w 144"/>
                <a:gd name="T63" fmla="*/ 16 h 31"/>
                <a:gd name="T64" fmla="*/ 84 w 144"/>
                <a:gd name="T65" fmla="*/ 16 h 31"/>
                <a:gd name="T66" fmla="*/ 87 w 144"/>
                <a:gd name="T67" fmla="*/ 13 h 31"/>
                <a:gd name="T68" fmla="*/ 84 w 144"/>
                <a:gd name="T69" fmla="*/ 10 h 31"/>
                <a:gd name="T70" fmla="*/ 81 w 144"/>
                <a:gd name="T71" fmla="*/ 13 h 31"/>
                <a:gd name="T72" fmla="*/ 84 w 144"/>
                <a:gd name="T73" fmla="*/ 16 h 31"/>
                <a:gd name="T74" fmla="*/ 75 w 144"/>
                <a:gd name="T75" fmla="*/ 22 h 31"/>
                <a:gd name="T76" fmla="*/ 84 w 144"/>
                <a:gd name="T77" fmla="*/ 28 h 31"/>
                <a:gd name="T78" fmla="*/ 94 w 144"/>
                <a:gd name="T79" fmla="*/ 17 h 31"/>
                <a:gd name="T80" fmla="*/ 83 w 144"/>
                <a:gd name="T81" fmla="*/ 5 h 31"/>
                <a:gd name="T82" fmla="*/ 74 w 144"/>
                <a:gd name="T83" fmla="*/ 13 h 31"/>
                <a:gd name="T84" fmla="*/ 82 w 144"/>
                <a:gd name="T85" fmla="*/ 20 h 31"/>
                <a:gd name="T86" fmla="*/ 87 w 144"/>
                <a:gd name="T87" fmla="*/ 19 h 31"/>
                <a:gd name="T88" fmla="*/ 84 w 144"/>
                <a:gd name="T89" fmla="*/ 24 h 31"/>
                <a:gd name="T90" fmla="*/ 81 w 144"/>
                <a:gd name="T91" fmla="*/ 22 h 31"/>
                <a:gd name="T92" fmla="*/ 75 w 144"/>
                <a:gd name="T93" fmla="*/ 22 h 31"/>
                <a:gd name="T94" fmla="*/ 108 w 144"/>
                <a:gd name="T95" fmla="*/ 17 h 31"/>
                <a:gd name="T96" fmla="*/ 105 w 144"/>
                <a:gd name="T97" fmla="*/ 21 h 31"/>
                <a:gd name="T98" fmla="*/ 108 w 144"/>
                <a:gd name="T99" fmla="*/ 24 h 31"/>
                <a:gd name="T100" fmla="*/ 111 w 144"/>
                <a:gd name="T101" fmla="*/ 20 h 31"/>
                <a:gd name="T102" fmla="*/ 108 w 144"/>
                <a:gd name="T103" fmla="*/ 17 h 31"/>
                <a:gd name="T104" fmla="*/ 117 w 144"/>
                <a:gd name="T105" fmla="*/ 11 h 31"/>
                <a:gd name="T106" fmla="*/ 108 w 144"/>
                <a:gd name="T107" fmla="*/ 5 h 31"/>
                <a:gd name="T108" fmla="*/ 98 w 144"/>
                <a:gd name="T109" fmla="*/ 17 h 31"/>
                <a:gd name="T110" fmla="*/ 109 w 144"/>
                <a:gd name="T111" fmla="*/ 28 h 31"/>
                <a:gd name="T112" fmla="*/ 118 w 144"/>
                <a:gd name="T113" fmla="*/ 20 h 31"/>
                <a:gd name="T114" fmla="*/ 110 w 144"/>
                <a:gd name="T115" fmla="*/ 13 h 31"/>
                <a:gd name="T116" fmla="*/ 105 w 144"/>
                <a:gd name="T117" fmla="*/ 15 h 31"/>
                <a:gd name="T118" fmla="*/ 108 w 144"/>
                <a:gd name="T119" fmla="*/ 9 h 31"/>
                <a:gd name="T120" fmla="*/ 111 w 144"/>
                <a:gd name="T121" fmla="*/ 11 h 31"/>
                <a:gd name="T122" fmla="*/ 117 w 144"/>
                <a:gd name="T123" fmla="*/ 1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4" h="31">
                  <a:moveTo>
                    <a:pt x="0" y="0"/>
                  </a:moveTo>
                  <a:cubicBezTo>
                    <a:pt x="144" y="0"/>
                    <a:pt x="144" y="0"/>
                    <a:pt x="144" y="0"/>
                  </a:cubicBezTo>
                  <a:cubicBezTo>
                    <a:pt x="144" y="31"/>
                    <a:pt x="144" y="31"/>
                    <a:pt x="144" y="31"/>
                  </a:cubicBezTo>
                  <a:cubicBezTo>
                    <a:pt x="0" y="31"/>
                    <a:pt x="0" y="31"/>
                    <a:pt x="0" y="31"/>
                  </a:cubicBezTo>
                  <a:cubicBezTo>
                    <a:pt x="0" y="0"/>
                    <a:pt x="0" y="0"/>
                    <a:pt x="0" y="0"/>
                  </a:cubicBezTo>
                  <a:close/>
                  <a:moveTo>
                    <a:pt x="41" y="5"/>
                  </a:moveTo>
                  <a:cubicBezTo>
                    <a:pt x="36" y="5"/>
                    <a:pt x="36" y="5"/>
                    <a:pt x="36" y="5"/>
                  </a:cubicBezTo>
                  <a:cubicBezTo>
                    <a:pt x="36" y="8"/>
                    <a:pt x="33" y="10"/>
                    <a:pt x="30" y="10"/>
                  </a:cubicBezTo>
                  <a:cubicBezTo>
                    <a:pt x="30" y="15"/>
                    <a:pt x="30" y="15"/>
                    <a:pt x="30" y="15"/>
                  </a:cubicBezTo>
                  <a:cubicBezTo>
                    <a:pt x="35" y="15"/>
                    <a:pt x="35" y="15"/>
                    <a:pt x="35" y="15"/>
                  </a:cubicBezTo>
                  <a:cubicBezTo>
                    <a:pt x="35" y="28"/>
                    <a:pt x="35" y="28"/>
                    <a:pt x="35" y="28"/>
                  </a:cubicBezTo>
                  <a:cubicBezTo>
                    <a:pt x="41" y="28"/>
                    <a:pt x="41" y="28"/>
                    <a:pt x="41" y="28"/>
                  </a:cubicBezTo>
                  <a:cubicBezTo>
                    <a:pt x="41" y="5"/>
                    <a:pt x="41" y="5"/>
                    <a:pt x="41" y="5"/>
                  </a:cubicBezTo>
                  <a:close/>
                  <a:moveTo>
                    <a:pt x="61" y="23"/>
                  </a:moveTo>
                  <a:cubicBezTo>
                    <a:pt x="63" y="23"/>
                    <a:pt x="64" y="22"/>
                    <a:pt x="64" y="21"/>
                  </a:cubicBezTo>
                  <a:cubicBezTo>
                    <a:pt x="64" y="19"/>
                    <a:pt x="63" y="18"/>
                    <a:pt x="61" y="18"/>
                  </a:cubicBezTo>
                  <a:cubicBezTo>
                    <a:pt x="59" y="18"/>
                    <a:pt x="58" y="19"/>
                    <a:pt x="58" y="21"/>
                  </a:cubicBezTo>
                  <a:cubicBezTo>
                    <a:pt x="58" y="23"/>
                    <a:pt x="59" y="24"/>
                    <a:pt x="61" y="23"/>
                  </a:cubicBezTo>
                  <a:close/>
                  <a:moveTo>
                    <a:pt x="61" y="14"/>
                  </a:moveTo>
                  <a:cubicBezTo>
                    <a:pt x="62" y="14"/>
                    <a:pt x="63" y="13"/>
                    <a:pt x="63" y="12"/>
                  </a:cubicBezTo>
                  <a:cubicBezTo>
                    <a:pt x="63" y="10"/>
                    <a:pt x="62" y="9"/>
                    <a:pt x="61" y="9"/>
                  </a:cubicBezTo>
                  <a:cubicBezTo>
                    <a:pt x="59" y="9"/>
                    <a:pt x="58" y="10"/>
                    <a:pt x="58" y="12"/>
                  </a:cubicBezTo>
                  <a:cubicBezTo>
                    <a:pt x="58" y="13"/>
                    <a:pt x="59" y="14"/>
                    <a:pt x="61" y="14"/>
                  </a:cubicBezTo>
                  <a:close/>
                  <a:moveTo>
                    <a:pt x="55" y="16"/>
                  </a:moveTo>
                  <a:cubicBezTo>
                    <a:pt x="52" y="17"/>
                    <a:pt x="51" y="19"/>
                    <a:pt x="51" y="21"/>
                  </a:cubicBezTo>
                  <a:cubicBezTo>
                    <a:pt x="51" y="26"/>
                    <a:pt x="54" y="28"/>
                    <a:pt x="61" y="28"/>
                  </a:cubicBezTo>
                  <a:cubicBezTo>
                    <a:pt x="67" y="28"/>
                    <a:pt x="70" y="26"/>
                    <a:pt x="70" y="21"/>
                  </a:cubicBezTo>
                  <a:cubicBezTo>
                    <a:pt x="70" y="19"/>
                    <a:pt x="69" y="17"/>
                    <a:pt x="67" y="16"/>
                  </a:cubicBezTo>
                  <a:cubicBezTo>
                    <a:pt x="69" y="15"/>
                    <a:pt x="70" y="14"/>
                    <a:pt x="70" y="11"/>
                  </a:cubicBezTo>
                  <a:cubicBezTo>
                    <a:pt x="69" y="7"/>
                    <a:pt x="66" y="5"/>
                    <a:pt x="61" y="5"/>
                  </a:cubicBezTo>
                  <a:cubicBezTo>
                    <a:pt x="55" y="5"/>
                    <a:pt x="52" y="7"/>
                    <a:pt x="52" y="11"/>
                  </a:cubicBezTo>
                  <a:cubicBezTo>
                    <a:pt x="51" y="13"/>
                    <a:pt x="52" y="15"/>
                    <a:pt x="55" y="16"/>
                  </a:cubicBezTo>
                  <a:close/>
                  <a:moveTo>
                    <a:pt x="84" y="16"/>
                  </a:moveTo>
                  <a:cubicBezTo>
                    <a:pt x="86" y="16"/>
                    <a:pt x="87" y="15"/>
                    <a:pt x="87" y="13"/>
                  </a:cubicBezTo>
                  <a:cubicBezTo>
                    <a:pt x="87" y="11"/>
                    <a:pt x="86" y="10"/>
                    <a:pt x="84" y="10"/>
                  </a:cubicBezTo>
                  <a:cubicBezTo>
                    <a:pt x="82" y="10"/>
                    <a:pt x="81" y="11"/>
                    <a:pt x="81" y="13"/>
                  </a:cubicBezTo>
                  <a:cubicBezTo>
                    <a:pt x="81" y="15"/>
                    <a:pt x="82" y="16"/>
                    <a:pt x="84" y="16"/>
                  </a:cubicBezTo>
                  <a:close/>
                  <a:moveTo>
                    <a:pt x="75" y="22"/>
                  </a:moveTo>
                  <a:cubicBezTo>
                    <a:pt x="76" y="26"/>
                    <a:pt x="79" y="28"/>
                    <a:pt x="84" y="28"/>
                  </a:cubicBezTo>
                  <a:cubicBezTo>
                    <a:pt x="90" y="28"/>
                    <a:pt x="94" y="24"/>
                    <a:pt x="94" y="17"/>
                  </a:cubicBezTo>
                  <a:cubicBezTo>
                    <a:pt x="94" y="9"/>
                    <a:pt x="90" y="5"/>
                    <a:pt x="83" y="5"/>
                  </a:cubicBezTo>
                  <a:cubicBezTo>
                    <a:pt x="77" y="5"/>
                    <a:pt x="74" y="8"/>
                    <a:pt x="74" y="13"/>
                  </a:cubicBezTo>
                  <a:cubicBezTo>
                    <a:pt x="75" y="18"/>
                    <a:pt x="77" y="20"/>
                    <a:pt x="82" y="20"/>
                  </a:cubicBezTo>
                  <a:cubicBezTo>
                    <a:pt x="84" y="20"/>
                    <a:pt x="86" y="20"/>
                    <a:pt x="87" y="19"/>
                  </a:cubicBezTo>
                  <a:cubicBezTo>
                    <a:pt x="87" y="22"/>
                    <a:pt x="86" y="24"/>
                    <a:pt x="84" y="24"/>
                  </a:cubicBezTo>
                  <a:cubicBezTo>
                    <a:pt x="82" y="24"/>
                    <a:pt x="81" y="23"/>
                    <a:pt x="81" y="22"/>
                  </a:cubicBezTo>
                  <a:cubicBezTo>
                    <a:pt x="75" y="22"/>
                    <a:pt x="75" y="22"/>
                    <a:pt x="75" y="22"/>
                  </a:cubicBezTo>
                  <a:close/>
                  <a:moveTo>
                    <a:pt x="108" y="17"/>
                  </a:moveTo>
                  <a:cubicBezTo>
                    <a:pt x="106" y="17"/>
                    <a:pt x="105" y="18"/>
                    <a:pt x="105" y="21"/>
                  </a:cubicBezTo>
                  <a:cubicBezTo>
                    <a:pt x="105" y="22"/>
                    <a:pt x="106" y="23"/>
                    <a:pt x="108" y="24"/>
                  </a:cubicBezTo>
                  <a:cubicBezTo>
                    <a:pt x="110" y="24"/>
                    <a:pt x="111" y="22"/>
                    <a:pt x="111" y="20"/>
                  </a:cubicBezTo>
                  <a:cubicBezTo>
                    <a:pt x="111" y="19"/>
                    <a:pt x="110" y="18"/>
                    <a:pt x="108" y="17"/>
                  </a:cubicBezTo>
                  <a:close/>
                  <a:moveTo>
                    <a:pt x="117" y="11"/>
                  </a:moveTo>
                  <a:cubicBezTo>
                    <a:pt x="116" y="7"/>
                    <a:pt x="113" y="5"/>
                    <a:pt x="108" y="5"/>
                  </a:cubicBezTo>
                  <a:cubicBezTo>
                    <a:pt x="101" y="5"/>
                    <a:pt x="98" y="9"/>
                    <a:pt x="98" y="17"/>
                  </a:cubicBezTo>
                  <a:cubicBezTo>
                    <a:pt x="98" y="24"/>
                    <a:pt x="101" y="28"/>
                    <a:pt x="109" y="28"/>
                  </a:cubicBezTo>
                  <a:cubicBezTo>
                    <a:pt x="114" y="28"/>
                    <a:pt x="117" y="25"/>
                    <a:pt x="118" y="20"/>
                  </a:cubicBezTo>
                  <a:cubicBezTo>
                    <a:pt x="117" y="16"/>
                    <a:pt x="115" y="13"/>
                    <a:pt x="110" y="13"/>
                  </a:cubicBezTo>
                  <a:cubicBezTo>
                    <a:pt x="108" y="13"/>
                    <a:pt x="106" y="14"/>
                    <a:pt x="105" y="15"/>
                  </a:cubicBezTo>
                  <a:cubicBezTo>
                    <a:pt x="105" y="11"/>
                    <a:pt x="106" y="9"/>
                    <a:pt x="108" y="9"/>
                  </a:cubicBezTo>
                  <a:cubicBezTo>
                    <a:pt x="109" y="9"/>
                    <a:pt x="110" y="10"/>
                    <a:pt x="111" y="11"/>
                  </a:cubicBezTo>
                  <a:lnTo>
                    <a:pt x="117"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5" name="í$ľïdé">
              <a:extLst>
                <a:ext uri="{FF2B5EF4-FFF2-40B4-BE49-F238E27FC236}">
                  <a16:creationId xmlns:a16="http://schemas.microsoft.com/office/drawing/2014/main" id="{BFC34226-7B03-D93F-6FE7-DF52BAFE2240}"/>
                </a:ext>
              </a:extLst>
            </p:cNvPr>
            <p:cNvSpPr/>
            <p:nvPr/>
          </p:nvSpPr>
          <p:spPr bwMode="auto">
            <a:xfrm>
              <a:off x="3810000" y="3059113"/>
              <a:ext cx="42863" cy="241300"/>
            </a:xfrm>
            <a:custGeom>
              <a:avLst/>
              <a:gdLst>
                <a:gd name="T0" fmla="*/ 0 w 13"/>
                <a:gd name="T1" fmla="*/ 70 h 73"/>
                <a:gd name="T2" fmla="*/ 0 w 13"/>
                <a:gd name="T3" fmla="*/ 51 h 73"/>
                <a:gd name="T4" fmla="*/ 0 w 13"/>
                <a:gd name="T5" fmla="*/ 3 h 73"/>
                <a:gd name="T6" fmla="*/ 2 w 13"/>
                <a:gd name="T7" fmla="*/ 0 h 73"/>
                <a:gd name="T8" fmla="*/ 11 w 13"/>
                <a:gd name="T9" fmla="*/ 0 h 73"/>
                <a:gd name="T10" fmla="*/ 13 w 13"/>
                <a:gd name="T11" fmla="*/ 3 h 73"/>
                <a:gd name="T12" fmla="*/ 13 w 13"/>
                <a:gd name="T13" fmla="*/ 51 h 73"/>
                <a:gd name="T14" fmla="*/ 13 w 13"/>
                <a:gd name="T15" fmla="*/ 70 h 73"/>
                <a:gd name="T16" fmla="*/ 13 w 13"/>
                <a:gd name="T17" fmla="*/ 73 h 73"/>
                <a:gd name="T18" fmla="*/ 11 w 13"/>
                <a:gd name="T19" fmla="*/ 73 h 73"/>
                <a:gd name="T20" fmla="*/ 2 w 13"/>
                <a:gd name="T21" fmla="*/ 73 h 73"/>
                <a:gd name="T22" fmla="*/ 0 w 13"/>
                <a:gd name="T23" fmla="*/ 73 h 73"/>
                <a:gd name="T24" fmla="*/ 0 w 13"/>
                <a:gd name="T25" fmla="*/ 70 h 73"/>
                <a:gd name="T26" fmla="*/ 0 w 13"/>
                <a:gd name="T2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73">
                  <a:moveTo>
                    <a:pt x="0" y="70"/>
                  </a:moveTo>
                  <a:cubicBezTo>
                    <a:pt x="0" y="51"/>
                    <a:pt x="0" y="51"/>
                    <a:pt x="0" y="51"/>
                  </a:cubicBezTo>
                  <a:cubicBezTo>
                    <a:pt x="0" y="3"/>
                    <a:pt x="0" y="3"/>
                    <a:pt x="0" y="3"/>
                  </a:cubicBezTo>
                  <a:cubicBezTo>
                    <a:pt x="0" y="1"/>
                    <a:pt x="1" y="0"/>
                    <a:pt x="2" y="0"/>
                  </a:cubicBezTo>
                  <a:cubicBezTo>
                    <a:pt x="11" y="0"/>
                    <a:pt x="11" y="0"/>
                    <a:pt x="11" y="0"/>
                  </a:cubicBezTo>
                  <a:cubicBezTo>
                    <a:pt x="12" y="0"/>
                    <a:pt x="13" y="1"/>
                    <a:pt x="13" y="3"/>
                  </a:cubicBezTo>
                  <a:cubicBezTo>
                    <a:pt x="13" y="51"/>
                    <a:pt x="13" y="51"/>
                    <a:pt x="13" y="51"/>
                  </a:cubicBezTo>
                  <a:cubicBezTo>
                    <a:pt x="13" y="70"/>
                    <a:pt x="13" y="70"/>
                    <a:pt x="13" y="70"/>
                  </a:cubicBezTo>
                  <a:cubicBezTo>
                    <a:pt x="13" y="73"/>
                    <a:pt x="13" y="73"/>
                    <a:pt x="13" y="73"/>
                  </a:cubicBezTo>
                  <a:cubicBezTo>
                    <a:pt x="11" y="73"/>
                    <a:pt x="11" y="73"/>
                    <a:pt x="11" y="73"/>
                  </a:cubicBezTo>
                  <a:cubicBezTo>
                    <a:pt x="2" y="73"/>
                    <a:pt x="2" y="73"/>
                    <a:pt x="2" y="73"/>
                  </a:cubicBezTo>
                  <a:cubicBezTo>
                    <a:pt x="0" y="73"/>
                    <a:pt x="0" y="73"/>
                    <a:pt x="0" y="73"/>
                  </a:cubicBezTo>
                  <a:cubicBezTo>
                    <a:pt x="0" y="70"/>
                    <a:pt x="0" y="70"/>
                    <a:pt x="0" y="70"/>
                  </a:cubicBezTo>
                  <a:cubicBezTo>
                    <a:pt x="0" y="70"/>
                    <a:pt x="0" y="70"/>
                    <a:pt x="0"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26" name="iṧľîḓe">
              <a:extLst>
                <a:ext uri="{FF2B5EF4-FFF2-40B4-BE49-F238E27FC236}">
                  <a16:creationId xmlns:a16="http://schemas.microsoft.com/office/drawing/2014/main" id="{DF628B46-D26A-D07F-25EE-597147D8A57C}"/>
                </a:ext>
              </a:extLst>
            </p:cNvPr>
            <p:cNvSpPr/>
            <p:nvPr/>
          </p:nvSpPr>
          <p:spPr bwMode="auto">
            <a:xfrm>
              <a:off x="3865563" y="3079751"/>
              <a:ext cx="188913" cy="239713"/>
            </a:xfrm>
            <a:custGeom>
              <a:avLst/>
              <a:gdLst>
                <a:gd name="T0" fmla="*/ 0 w 57"/>
                <a:gd name="T1" fmla="*/ 65 h 73"/>
                <a:gd name="T2" fmla="*/ 0 w 57"/>
                <a:gd name="T3" fmla="*/ 47 h 73"/>
                <a:gd name="T4" fmla="*/ 0 w 57"/>
                <a:gd name="T5" fmla="*/ 2 h 73"/>
                <a:gd name="T6" fmla="*/ 2 w 57"/>
                <a:gd name="T7" fmla="*/ 0 h 73"/>
                <a:gd name="T8" fmla="*/ 10 w 57"/>
                <a:gd name="T9" fmla="*/ 0 h 73"/>
                <a:gd name="T10" fmla="*/ 11 w 57"/>
                <a:gd name="T11" fmla="*/ 2 h 73"/>
                <a:gd name="T12" fmla="*/ 11 w 57"/>
                <a:gd name="T13" fmla="*/ 16 h 73"/>
                <a:gd name="T14" fmla="*/ 17 w 57"/>
                <a:gd name="T15" fmla="*/ 12 h 73"/>
                <a:gd name="T16" fmla="*/ 20 w 57"/>
                <a:gd name="T17" fmla="*/ 13 h 73"/>
                <a:gd name="T18" fmla="*/ 46 w 57"/>
                <a:gd name="T19" fmla="*/ 50 h 73"/>
                <a:gd name="T20" fmla="*/ 56 w 57"/>
                <a:gd name="T21" fmla="*/ 64 h 73"/>
                <a:gd name="T22" fmla="*/ 57 w 57"/>
                <a:gd name="T23" fmla="*/ 66 h 73"/>
                <a:gd name="T24" fmla="*/ 55 w 57"/>
                <a:gd name="T25" fmla="*/ 67 h 73"/>
                <a:gd name="T26" fmla="*/ 49 w 57"/>
                <a:gd name="T27" fmla="*/ 72 h 73"/>
                <a:gd name="T28" fmla="*/ 47 w 57"/>
                <a:gd name="T29" fmla="*/ 73 h 73"/>
                <a:gd name="T30" fmla="*/ 46 w 57"/>
                <a:gd name="T31" fmla="*/ 71 h 73"/>
                <a:gd name="T32" fmla="*/ 46 w 57"/>
                <a:gd name="T33" fmla="*/ 71 h 73"/>
                <a:gd name="T34" fmla="*/ 36 w 57"/>
                <a:gd name="T35" fmla="*/ 56 h 73"/>
                <a:gd name="T36" fmla="*/ 11 w 57"/>
                <a:gd name="T37" fmla="*/ 21 h 73"/>
                <a:gd name="T38" fmla="*/ 11 w 57"/>
                <a:gd name="T39" fmla="*/ 47 h 73"/>
                <a:gd name="T40" fmla="*/ 11 w 57"/>
                <a:gd name="T41" fmla="*/ 65 h 73"/>
                <a:gd name="T42" fmla="*/ 11 w 57"/>
                <a:gd name="T43" fmla="*/ 67 h 73"/>
                <a:gd name="T44" fmla="*/ 10 w 57"/>
                <a:gd name="T45" fmla="*/ 67 h 73"/>
                <a:gd name="T46" fmla="*/ 2 w 57"/>
                <a:gd name="T47" fmla="*/ 67 h 73"/>
                <a:gd name="T48" fmla="*/ 0 w 57"/>
                <a:gd name="T49" fmla="*/ 67 h 73"/>
                <a:gd name="T50" fmla="*/ 0 w 57"/>
                <a:gd name="T51" fmla="*/ 65 h 73"/>
                <a:gd name="T52" fmla="*/ 0 w 57"/>
                <a:gd name="T53"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 h="73">
                  <a:moveTo>
                    <a:pt x="0" y="65"/>
                  </a:moveTo>
                  <a:cubicBezTo>
                    <a:pt x="0" y="47"/>
                    <a:pt x="0" y="47"/>
                    <a:pt x="0" y="47"/>
                  </a:cubicBezTo>
                  <a:cubicBezTo>
                    <a:pt x="0" y="2"/>
                    <a:pt x="0" y="2"/>
                    <a:pt x="0" y="2"/>
                  </a:cubicBezTo>
                  <a:cubicBezTo>
                    <a:pt x="0" y="1"/>
                    <a:pt x="1" y="0"/>
                    <a:pt x="2" y="0"/>
                  </a:cubicBezTo>
                  <a:cubicBezTo>
                    <a:pt x="10" y="0"/>
                    <a:pt x="10" y="0"/>
                    <a:pt x="10" y="0"/>
                  </a:cubicBezTo>
                  <a:cubicBezTo>
                    <a:pt x="11" y="0"/>
                    <a:pt x="11" y="1"/>
                    <a:pt x="11" y="2"/>
                  </a:cubicBezTo>
                  <a:cubicBezTo>
                    <a:pt x="11" y="16"/>
                    <a:pt x="11" y="16"/>
                    <a:pt x="11" y="16"/>
                  </a:cubicBezTo>
                  <a:cubicBezTo>
                    <a:pt x="17" y="12"/>
                    <a:pt x="17" y="12"/>
                    <a:pt x="17" y="12"/>
                  </a:cubicBezTo>
                  <a:cubicBezTo>
                    <a:pt x="18" y="12"/>
                    <a:pt x="19" y="12"/>
                    <a:pt x="20" y="13"/>
                  </a:cubicBezTo>
                  <a:cubicBezTo>
                    <a:pt x="46" y="50"/>
                    <a:pt x="46" y="50"/>
                    <a:pt x="46" y="50"/>
                  </a:cubicBezTo>
                  <a:cubicBezTo>
                    <a:pt x="56" y="64"/>
                    <a:pt x="56" y="64"/>
                    <a:pt x="56" y="64"/>
                  </a:cubicBezTo>
                  <a:cubicBezTo>
                    <a:pt x="57" y="66"/>
                    <a:pt x="57" y="66"/>
                    <a:pt x="57" y="66"/>
                  </a:cubicBezTo>
                  <a:cubicBezTo>
                    <a:pt x="55" y="67"/>
                    <a:pt x="55" y="67"/>
                    <a:pt x="55" y="67"/>
                  </a:cubicBezTo>
                  <a:cubicBezTo>
                    <a:pt x="49" y="72"/>
                    <a:pt x="49" y="72"/>
                    <a:pt x="49" y="72"/>
                  </a:cubicBezTo>
                  <a:cubicBezTo>
                    <a:pt x="47" y="73"/>
                    <a:pt x="47" y="73"/>
                    <a:pt x="47" y="73"/>
                  </a:cubicBezTo>
                  <a:cubicBezTo>
                    <a:pt x="46" y="71"/>
                    <a:pt x="46" y="71"/>
                    <a:pt x="46" y="71"/>
                  </a:cubicBezTo>
                  <a:cubicBezTo>
                    <a:pt x="46" y="71"/>
                    <a:pt x="46" y="71"/>
                    <a:pt x="46" y="71"/>
                  </a:cubicBezTo>
                  <a:cubicBezTo>
                    <a:pt x="36" y="56"/>
                    <a:pt x="36" y="56"/>
                    <a:pt x="36" y="56"/>
                  </a:cubicBezTo>
                  <a:cubicBezTo>
                    <a:pt x="11" y="21"/>
                    <a:pt x="11" y="21"/>
                    <a:pt x="11" y="21"/>
                  </a:cubicBezTo>
                  <a:cubicBezTo>
                    <a:pt x="11" y="47"/>
                    <a:pt x="11" y="47"/>
                    <a:pt x="11" y="47"/>
                  </a:cubicBezTo>
                  <a:cubicBezTo>
                    <a:pt x="11" y="65"/>
                    <a:pt x="11" y="65"/>
                    <a:pt x="11" y="65"/>
                  </a:cubicBezTo>
                  <a:cubicBezTo>
                    <a:pt x="11" y="67"/>
                    <a:pt x="11" y="67"/>
                    <a:pt x="11" y="67"/>
                  </a:cubicBezTo>
                  <a:cubicBezTo>
                    <a:pt x="10" y="67"/>
                    <a:pt x="10" y="67"/>
                    <a:pt x="10" y="67"/>
                  </a:cubicBezTo>
                  <a:cubicBezTo>
                    <a:pt x="2" y="67"/>
                    <a:pt x="2" y="67"/>
                    <a:pt x="2" y="67"/>
                  </a:cubicBezTo>
                  <a:cubicBezTo>
                    <a:pt x="0" y="67"/>
                    <a:pt x="0" y="67"/>
                    <a:pt x="0" y="67"/>
                  </a:cubicBezTo>
                  <a:cubicBezTo>
                    <a:pt x="0" y="65"/>
                    <a:pt x="0" y="65"/>
                    <a:pt x="0" y="65"/>
                  </a:cubicBezTo>
                  <a:cubicBezTo>
                    <a:pt x="0" y="65"/>
                    <a:pt x="0" y="65"/>
                    <a:pt x="0"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0" name="îṣľíḍê">
              <a:extLst>
                <a:ext uri="{FF2B5EF4-FFF2-40B4-BE49-F238E27FC236}">
                  <a16:creationId xmlns:a16="http://schemas.microsoft.com/office/drawing/2014/main" id="{D97B3AFB-AA07-8116-A2BC-A2D2478A4007}"/>
                </a:ext>
              </a:extLst>
            </p:cNvPr>
            <p:cNvSpPr/>
            <p:nvPr/>
          </p:nvSpPr>
          <p:spPr bwMode="auto">
            <a:xfrm>
              <a:off x="3625850" y="3162301"/>
              <a:ext cx="171450" cy="39688"/>
            </a:xfrm>
            <a:custGeom>
              <a:avLst/>
              <a:gdLst>
                <a:gd name="T0" fmla="*/ 2 w 52"/>
                <a:gd name="T1" fmla="*/ 12 h 12"/>
                <a:gd name="T2" fmla="*/ 16 w 52"/>
                <a:gd name="T3" fmla="*/ 12 h 12"/>
                <a:gd name="T4" fmla="*/ 50 w 52"/>
                <a:gd name="T5" fmla="*/ 12 h 12"/>
                <a:gd name="T6" fmla="*/ 52 w 52"/>
                <a:gd name="T7" fmla="*/ 10 h 12"/>
                <a:gd name="T8" fmla="*/ 52 w 52"/>
                <a:gd name="T9" fmla="*/ 2 h 12"/>
                <a:gd name="T10" fmla="*/ 50 w 52"/>
                <a:gd name="T11" fmla="*/ 0 h 12"/>
                <a:gd name="T12" fmla="*/ 16 w 52"/>
                <a:gd name="T13" fmla="*/ 0 h 12"/>
                <a:gd name="T14" fmla="*/ 2 w 52"/>
                <a:gd name="T15" fmla="*/ 0 h 12"/>
                <a:gd name="T16" fmla="*/ 0 w 52"/>
                <a:gd name="T17" fmla="*/ 0 h 12"/>
                <a:gd name="T18" fmla="*/ 0 w 52"/>
                <a:gd name="T19" fmla="*/ 2 h 12"/>
                <a:gd name="T20" fmla="*/ 0 w 52"/>
                <a:gd name="T21" fmla="*/ 10 h 12"/>
                <a:gd name="T22" fmla="*/ 0 w 52"/>
                <a:gd name="T23" fmla="*/ 12 h 12"/>
                <a:gd name="T24" fmla="*/ 2 w 52"/>
                <a:gd name="T25" fmla="*/ 12 h 12"/>
                <a:gd name="T26" fmla="*/ 2 w 52"/>
                <a:gd name="T27" fmla="*/ 12 h 12"/>
                <a:gd name="T28" fmla="*/ 45 w 52"/>
                <a:gd name="T29" fmla="*/ 2 h 12"/>
                <a:gd name="T30" fmla="*/ 46 w 52"/>
                <a:gd name="T31" fmla="*/ 2 h 12"/>
                <a:gd name="T32" fmla="*/ 46 w 52"/>
                <a:gd name="T33" fmla="*/ 11 h 12"/>
                <a:gd name="T34" fmla="*/ 45 w 52"/>
                <a:gd name="T35" fmla="*/ 11 h 12"/>
                <a:gd name="T36" fmla="*/ 45 w 52"/>
                <a:gd name="T3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2">
                  <a:moveTo>
                    <a:pt x="2" y="12"/>
                  </a:moveTo>
                  <a:cubicBezTo>
                    <a:pt x="16" y="12"/>
                    <a:pt x="16" y="12"/>
                    <a:pt x="16" y="12"/>
                  </a:cubicBezTo>
                  <a:cubicBezTo>
                    <a:pt x="50" y="12"/>
                    <a:pt x="50" y="12"/>
                    <a:pt x="50" y="12"/>
                  </a:cubicBezTo>
                  <a:cubicBezTo>
                    <a:pt x="51" y="12"/>
                    <a:pt x="52" y="11"/>
                    <a:pt x="52" y="10"/>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0"/>
                    <a:pt x="0" y="10"/>
                    <a:pt x="0" y="10"/>
                  </a:cubicBezTo>
                  <a:cubicBezTo>
                    <a:pt x="0" y="12"/>
                    <a:pt x="0" y="12"/>
                    <a:pt x="0" y="12"/>
                  </a:cubicBezTo>
                  <a:cubicBezTo>
                    <a:pt x="2" y="12"/>
                    <a:pt x="2" y="12"/>
                    <a:pt x="2" y="12"/>
                  </a:cubicBezTo>
                  <a:cubicBezTo>
                    <a:pt x="2" y="12"/>
                    <a:pt x="2" y="12"/>
                    <a:pt x="2" y="12"/>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1" name="íşľïďê">
              <a:extLst>
                <a:ext uri="{FF2B5EF4-FFF2-40B4-BE49-F238E27FC236}">
                  <a16:creationId xmlns:a16="http://schemas.microsoft.com/office/drawing/2014/main" id="{4D84C9B5-41E1-9C5E-55D5-15A09D3D94B2}"/>
                </a:ext>
              </a:extLst>
            </p:cNvPr>
            <p:cNvSpPr/>
            <p:nvPr/>
          </p:nvSpPr>
          <p:spPr bwMode="auto">
            <a:xfrm>
              <a:off x="3625850" y="3208338"/>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2" name="îṧḻíḍe">
              <a:extLst>
                <a:ext uri="{FF2B5EF4-FFF2-40B4-BE49-F238E27FC236}">
                  <a16:creationId xmlns:a16="http://schemas.microsoft.com/office/drawing/2014/main" id="{0DF1D20A-D1D1-696A-B516-7DCBF8BE34DA}"/>
                </a:ext>
              </a:extLst>
            </p:cNvPr>
            <p:cNvSpPr/>
            <p:nvPr/>
          </p:nvSpPr>
          <p:spPr bwMode="auto">
            <a:xfrm>
              <a:off x="3625850" y="3257551"/>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3" name="ïsļíďé">
              <a:extLst>
                <a:ext uri="{FF2B5EF4-FFF2-40B4-BE49-F238E27FC236}">
                  <a16:creationId xmlns:a16="http://schemas.microsoft.com/office/drawing/2014/main" id="{88B38352-0C01-D503-E246-A570127670EF}"/>
                </a:ext>
              </a:extLst>
            </p:cNvPr>
            <p:cNvSpPr/>
            <p:nvPr/>
          </p:nvSpPr>
          <p:spPr bwMode="auto">
            <a:xfrm>
              <a:off x="3586163" y="3101976"/>
              <a:ext cx="211138" cy="63500"/>
            </a:xfrm>
            <a:custGeom>
              <a:avLst/>
              <a:gdLst>
                <a:gd name="T0" fmla="*/ 57 w 64"/>
                <a:gd name="T1" fmla="*/ 0 h 19"/>
                <a:gd name="T2" fmla="*/ 64 w 64"/>
                <a:gd name="T3" fmla="*/ 7 h 19"/>
                <a:gd name="T4" fmla="*/ 57 w 64"/>
                <a:gd name="T5" fmla="*/ 14 h 19"/>
                <a:gd name="T6" fmla="*/ 57 w 64"/>
                <a:gd name="T7" fmla="*/ 14 h 19"/>
                <a:gd name="T8" fmla="*/ 25 w 64"/>
                <a:gd name="T9" fmla="*/ 14 h 19"/>
                <a:gd name="T10" fmla="*/ 25 w 64"/>
                <a:gd name="T11" fmla="*/ 13 h 19"/>
                <a:gd name="T12" fmla="*/ 52 w 64"/>
                <a:gd name="T13" fmla="*/ 13 h 19"/>
                <a:gd name="T14" fmla="*/ 50 w 64"/>
                <a:gd name="T15" fmla="*/ 12 h 19"/>
                <a:gd name="T16" fmla="*/ 0 w 64"/>
                <a:gd name="T17" fmla="*/ 19 h 19"/>
                <a:gd name="T18" fmla="*/ 4 w 64"/>
                <a:gd name="T19" fmla="*/ 7 h 19"/>
                <a:gd name="T20" fmla="*/ 49 w 64"/>
                <a:gd name="T21" fmla="*/ 5 h 19"/>
                <a:gd name="T22" fmla="*/ 57 w 64"/>
                <a:gd name="T23" fmla="*/ 0 h 19"/>
                <a:gd name="T24" fmla="*/ 57 w 64"/>
                <a:gd name="T25" fmla="*/ 4 h 19"/>
                <a:gd name="T26" fmla="*/ 57 w 64"/>
                <a:gd name="T27" fmla="*/ 9 h 19"/>
                <a:gd name="T28" fmla="*/ 53 w 64"/>
                <a:gd name="T29" fmla="*/ 12 h 19"/>
                <a:gd name="T30" fmla="*/ 59 w 64"/>
                <a:gd name="T31" fmla="*/ 7 h 19"/>
                <a:gd name="T32" fmla="*/ 57 w 64"/>
                <a:gd name="T33"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9">
                  <a:moveTo>
                    <a:pt x="57" y="0"/>
                  </a:moveTo>
                  <a:cubicBezTo>
                    <a:pt x="61" y="0"/>
                    <a:pt x="64" y="3"/>
                    <a:pt x="64" y="7"/>
                  </a:cubicBezTo>
                  <a:cubicBezTo>
                    <a:pt x="64" y="11"/>
                    <a:pt x="61" y="14"/>
                    <a:pt x="57" y="14"/>
                  </a:cubicBezTo>
                  <a:cubicBezTo>
                    <a:pt x="57" y="14"/>
                    <a:pt x="57" y="14"/>
                    <a:pt x="57" y="14"/>
                  </a:cubicBezTo>
                  <a:cubicBezTo>
                    <a:pt x="25" y="14"/>
                    <a:pt x="25" y="14"/>
                    <a:pt x="25" y="14"/>
                  </a:cubicBezTo>
                  <a:cubicBezTo>
                    <a:pt x="25" y="13"/>
                    <a:pt x="25" y="13"/>
                    <a:pt x="25" y="13"/>
                  </a:cubicBezTo>
                  <a:cubicBezTo>
                    <a:pt x="52" y="13"/>
                    <a:pt x="52" y="13"/>
                    <a:pt x="52" y="13"/>
                  </a:cubicBezTo>
                  <a:cubicBezTo>
                    <a:pt x="51" y="12"/>
                    <a:pt x="51" y="12"/>
                    <a:pt x="50" y="12"/>
                  </a:cubicBezTo>
                  <a:cubicBezTo>
                    <a:pt x="21" y="10"/>
                    <a:pt x="6" y="17"/>
                    <a:pt x="0" y="19"/>
                  </a:cubicBezTo>
                  <a:cubicBezTo>
                    <a:pt x="0" y="18"/>
                    <a:pt x="2" y="10"/>
                    <a:pt x="4" y="7"/>
                  </a:cubicBezTo>
                  <a:cubicBezTo>
                    <a:pt x="26" y="2"/>
                    <a:pt x="31" y="4"/>
                    <a:pt x="49" y="5"/>
                  </a:cubicBezTo>
                  <a:cubicBezTo>
                    <a:pt x="50" y="2"/>
                    <a:pt x="53" y="0"/>
                    <a:pt x="57" y="0"/>
                  </a:cubicBezTo>
                  <a:close/>
                  <a:moveTo>
                    <a:pt x="57" y="4"/>
                  </a:moveTo>
                  <a:cubicBezTo>
                    <a:pt x="53" y="4"/>
                    <a:pt x="52" y="9"/>
                    <a:pt x="57" y="9"/>
                  </a:cubicBezTo>
                  <a:cubicBezTo>
                    <a:pt x="56" y="11"/>
                    <a:pt x="55" y="11"/>
                    <a:pt x="53" y="12"/>
                  </a:cubicBezTo>
                  <a:cubicBezTo>
                    <a:pt x="55" y="13"/>
                    <a:pt x="59" y="11"/>
                    <a:pt x="59" y="7"/>
                  </a:cubicBezTo>
                  <a:cubicBezTo>
                    <a:pt x="59" y="6"/>
                    <a:pt x="58" y="4"/>
                    <a:pt x="5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4" name="iSľïďê">
              <a:extLst>
                <a:ext uri="{FF2B5EF4-FFF2-40B4-BE49-F238E27FC236}">
                  <a16:creationId xmlns:a16="http://schemas.microsoft.com/office/drawing/2014/main" id="{CCE8DD11-5615-15DB-9A52-82F35D4C4687}"/>
                </a:ext>
              </a:extLst>
            </p:cNvPr>
            <p:cNvSpPr/>
            <p:nvPr/>
          </p:nvSpPr>
          <p:spPr bwMode="auto">
            <a:xfrm>
              <a:off x="4103688" y="3303588"/>
              <a:ext cx="52388" cy="268288"/>
            </a:xfrm>
            <a:custGeom>
              <a:avLst/>
              <a:gdLst>
                <a:gd name="T0" fmla="*/ 6 w 16"/>
                <a:gd name="T1" fmla="*/ 0 h 81"/>
                <a:gd name="T2" fmla="*/ 9 w 16"/>
                <a:gd name="T3" fmla="*/ 0 h 81"/>
                <a:gd name="T4" fmla="*/ 13 w 16"/>
                <a:gd name="T5" fmla="*/ 3 h 81"/>
                <a:gd name="T6" fmla="*/ 13 w 16"/>
                <a:gd name="T7" fmla="*/ 16 h 81"/>
                <a:gd name="T8" fmla="*/ 10 w 16"/>
                <a:gd name="T9" fmla="*/ 19 h 81"/>
                <a:gd name="T10" fmla="*/ 10 w 16"/>
                <a:gd name="T11" fmla="*/ 29 h 81"/>
                <a:gd name="T12" fmla="*/ 12 w 16"/>
                <a:gd name="T13" fmla="*/ 29 h 81"/>
                <a:gd name="T14" fmla="*/ 16 w 16"/>
                <a:gd name="T15" fmla="*/ 32 h 81"/>
                <a:gd name="T16" fmla="*/ 16 w 16"/>
                <a:gd name="T17" fmla="*/ 47 h 81"/>
                <a:gd name="T18" fmla="*/ 12 w 16"/>
                <a:gd name="T19" fmla="*/ 50 h 81"/>
                <a:gd name="T20" fmla="*/ 10 w 16"/>
                <a:gd name="T21" fmla="*/ 50 h 81"/>
                <a:gd name="T22" fmla="*/ 10 w 16"/>
                <a:gd name="T23" fmla="*/ 60 h 81"/>
                <a:gd name="T24" fmla="*/ 12 w 16"/>
                <a:gd name="T25" fmla="*/ 60 h 81"/>
                <a:gd name="T26" fmla="*/ 16 w 16"/>
                <a:gd name="T27" fmla="*/ 63 h 81"/>
                <a:gd name="T28" fmla="*/ 16 w 16"/>
                <a:gd name="T29" fmla="*/ 78 h 81"/>
                <a:gd name="T30" fmla="*/ 12 w 16"/>
                <a:gd name="T31" fmla="*/ 81 h 81"/>
                <a:gd name="T32" fmla="*/ 4 w 16"/>
                <a:gd name="T33" fmla="*/ 81 h 81"/>
                <a:gd name="T34" fmla="*/ 0 w 16"/>
                <a:gd name="T35" fmla="*/ 78 h 81"/>
                <a:gd name="T36" fmla="*/ 0 w 16"/>
                <a:gd name="T37" fmla="*/ 63 h 81"/>
                <a:gd name="T38" fmla="*/ 4 w 16"/>
                <a:gd name="T39" fmla="*/ 60 h 81"/>
                <a:gd name="T40" fmla="*/ 6 w 16"/>
                <a:gd name="T41" fmla="*/ 60 h 81"/>
                <a:gd name="T42" fmla="*/ 6 w 16"/>
                <a:gd name="T43" fmla="*/ 50 h 81"/>
                <a:gd name="T44" fmla="*/ 4 w 16"/>
                <a:gd name="T45" fmla="*/ 50 h 81"/>
                <a:gd name="T46" fmla="*/ 0 w 16"/>
                <a:gd name="T47" fmla="*/ 47 h 81"/>
                <a:gd name="T48" fmla="*/ 0 w 16"/>
                <a:gd name="T49" fmla="*/ 32 h 81"/>
                <a:gd name="T50" fmla="*/ 4 w 16"/>
                <a:gd name="T51" fmla="*/ 29 h 81"/>
                <a:gd name="T52" fmla="*/ 7 w 16"/>
                <a:gd name="T53" fmla="*/ 29 h 81"/>
                <a:gd name="T54" fmla="*/ 7 w 16"/>
                <a:gd name="T55" fmla="*/ 19 h 81"/>
                <a:gd name="T56" fmla="*/ 6 w 16"/>
                <a:gd name="T57" fmla="*/ 19 h 81"/>
                <a:gd name="T58" fmla="*/ 2 w 16"/>
                <a:gd name="T59" fmla="*/ 16 h 81"/>
                <a:gd name="T60" fmla="*/ 2 w 16"/>
                <a:gd name="T61" fmla="*/ 3 h 81"/>
                <a:gd name="T62" fmla="*/ 6 w 16"/>
                <a:gd name="T63" fmla="*/ 0 h 81"/>
                <a:gd name="T64" fmla="*/ 6 w 16"/>
                <a:gd name="T65" fmla="*/ 63 h 81"/>
                <a:gd name="T66" fmla="*/ 4 w 16"/>
                <a:gd name="T67" fmla="*/ 65 h 81"/>
                <a:gd name="T68" fmla="*/ 4 w 16"/>
                <a:gd name="T69" fmla="*/ 76 h 81"/>
                <a:gd name="T70" fmla="*/ 6 w 16"/>
                <a:gd name="T71" fmla="*/ 79 h 81"/>
                <a:gd name="T72" fmla="*/ 10 w 16"/>
                <a:gd name="T73" fmla="*/ 79 h 81"/>
                <a:gd name="T74" fmla="*/ 12 w 16"/>
                <a:gd name="T75" fmla="*/ 76 h 81"/>
                <a:gd name="T76" fmla="*/ 12 w 16"/>
                <a:gd name="T77" fmla="*/ 65 h 81"/>
                <a:gd name="T78" fmla="*/ 10 w 16"/>
                <a:gd name="T79" fmla="*/ 63 h 81"/>
                <a:gd name="T80" fmla="*/ 6 w 16"/>
                <a:gd name="T81" fmla="*/ 63 h 81"/>
                <a:gd name="T82" fmla="*/ 6 w 16"/>
                <a:gd name="T83" fmla="*/ 31 h 81"/>
                <a:gd name="T84" fmla="*/ 4 w 16"/>
                <a:gd name="T85" fmla="*/ 34 h 81"/>
                <a:gd name="T86" fmla="*/ 4 w 16"/>
                <a:gd name="T87" fmla="*/ 45 h 81"/>
                <a:gd name="T88" fmla="*/ 6 w 16"/>
                <a:gd name="T89" fmla="*/ 47 h 81"/>
                <a:gd name="T90" fmla="*/ 10 w 16"/>
                <a:gd name="T91" fmla="*/ 47 h 81"/>
                <a:gd name="T92" fmla="*/ 12 w 16"/>
                <a:gd name="T93" fmla="*/ 45 h 81"/>
                <a:gd name="T94" fmla="*/ 12 w 16"/>
                <a:gd name="T95" fmla="*/ 34 h 81"/>
                <a:gd name="T96" fmla="*/ 10 w 16"/>
                <a:gd name="T97" fmla="*/ 31 h 81"/>
                <a:gd name="T98" fmla="*/ 6 w 16"/>
                <a:gd name="T99" fmla="*/ 3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 h="81">
                  <a:moveTo>
                    <a:pt x="6" y="0"/>
                  </a:moveTo>
                  <a:cubicBezTo>
                    <a:pt x="9" y="0"/>
                    <a:pt x="9" y="0"/>
                    <a:pt x="9" y="0"/>
                  </a:cubicBezTo>
                  <a:cubicBezTo>
                    <a:pt x="11" y="0"/>
                    <a:pt x="13" y="1"/>
                    <a:pt x="13" y="3"/>
                  </a:cubicBezTo>
                  <a:cubicBezTo>
                    <a:pt x="13" y="16"/>
                    <a:pt x="13" y="16"/>
                    <a:pt x="13" y="16"/>
                  </a:cubicBezTo>
                  <a:cubicBezTo>
                    <a:pt x="13" y="17"/>
                    <a:pt x="12" y="18"/>
                    <a:pt x="10" y="19"/>
                  </a:cubicBezTo>
                  <a:cubicBezTo>
                    <a:pt x="10" y="29"/>
                    <a:pt x="10" y="29"/>
                    <a:pt x="10" y="29"/>
                  </a:cubicBezTo>
                  <a:cubicBezTo>
                    <a:pt x="12" y="29"/>
                    <a:pt x="12" y="29"/>
                    <a:pt x="12" y="29"/>
                  </a:cubicBezTo>
                  <a:cubicBezTo>
                    <a:pt x="14" y="29"/>
                    <a:pt x="16" y="30"/>
                    <a:pt x="16" y="32"/>
                  </a:cubicBezTo>
                  <a:cubicBezTo>
                    <a:pt x="16" y="47"/>
                    <a:pt x="16" y="47"/>
                    <a:pt x="16" y="47"/>
                  </a:cubicBezTo>
                  <a:cubicBezTo>
                    <a:pt x="16" y="48"/>
                    <a:pt x="14" y="50"/>
                    <a:pt x="12" y="50"/>
                  </a:cubicBezTo>
                  <a:cubicBezTo>
                    <a:pt x="10" y="50"/>
                    <a:pt x="10" y="50"/>
                    <a:pt x="10" y="50"/>
                  </a:cubicBezTo>
                  <a:cubicBezTo>
                    <a:pt x="10" y="60"/>
                    <a:pt x="10" y="60"/>
                    <a:pt x="10" y="60"/>
                  </a:cubicBezTo>
                  <a:cubicBezTo>
                    <a:pt x="12" y="60"/>
                    <a:pt x="12" y="60"/>
                    <a:pt x="12" y="60"/>
                  </a:cubicBezTo>
                  <a:cubicBezTo>
                    <a:pt x="14" y="60"/>
                    <a:pt x="16" y="62"/>
                    <a:pt x="16" y="63"/>
                  </a:cubicBezTo>
                  <a:cubicBezTo>
                    <a:pt x="16" y="78"/>
                    <a:pt x="16" y="78"/>
                    <a:pt x="16" y="78"/>
                  </a:cubicBezTo>
                  <a:cubicBezTo>
                    <a:pt x="16" y="80"/>
                    <a:pt x="14" y="81"/>
                    <a:pt x="12" y="81"/>
                  </a:cubicBezTo>
                  <a:cubicBezTo>
                    <a:pt x="4" y="81"/>
                    <a:pt x="4" y="81"/>
                    <a:pt x="4" y="81"/>
                  </a:cubicBezTo>
                  <a:cubicBezTo>
                    <a:pt x="2" y="81"/>
                    <a:pt x="0" y="80"/>
                    <a:pt x="0" y="78"/>
                  </a:cubicBezTo>
                  <a:cubicBezTo>
                    <a:pt x="0" y="63"/>
                    <a:pt x="0" y="63"/>
                    <a:pt x="0" y="63"/>
                  </a:cubicBezTo>
                  <a:cubicBezTo>
                    <a:pt x="0" y="62"/>
                    <a:pt x="2" y="60"/>
                    <a:pt x="4" y="60"/>
                  </a:cubicBezTo>
                  <a:cubicBezTo>
                    <a:pt x="6" y="60"/>
                    <a:pt x="6" y="60"/>
                    <a:pt x="6" y="60"/>
                  </a:cubicBezTo>
                  <a:cubicBezTo>
                    <a:pt x="6" y="50"/>
                    <a:pt x="6" y="50"/>
                    <a:pt x="6" y="50"/>
                  </a:cubicBezTo>
                  <a:cubicBezTo>
                    <a:pt x="4" y="50"/>
                    <a:pt x="4" y="50"/>
                    <a:pt x="4" y="50"/>
                  </a:cubicBezTo>
                  <a:cubicBezTo>
                    <a:pt x="2" y="50"/>
                    <a:pt x="0" y="48"/>
                    <a:pt x="0" y="47"/>
                  </a:cubicBezTo>
                  <a:cubicBezTo>
                    <a:pt x="0" y="32"/>
                    <a:pt x="0" y="32"/>
                    <a:pt x="0" y="32"/>
                  </a:cubicBezTo>
                  <a:cubicBezTo>
                    <a:pt x="0" y="30"/>
                    <a:pt x="2" y="29"/>
                    <a:pt x="4" y="29"/>
                  </a:cubicBezTo>
                  <a:cubicBezTo>
                    <a:pt x="7" y="29"/>
                    <a:pt x="7" y="29"/>
                    <a:pt x="7" y="29"/>
                  </a:cubicBezTo>
                  <a:cubicBezTo>
                    <a:pt x="7" y="19"/>
                    <a:pt x="7" y="19"/>
                    <a:pt x="7" y="19"/>
                  </a:cubicBezTo>
                  <a:cubicBezTo>
                    <a:pt x="6" y="19"/>
                    <a:pt x="6" y="19"/>
                    <a:pt x="6" y="19"/>
                  </a:cubicBezTo>
                  <a:cubicBezTo>
                    <a:pt x="4" y="19"/>
                    <a:pt x="2" y="17"/>
                    <a:pt x="2" y="16"/>
                  </a:cubicBezTo>
                  <a:cubicBezTo>
                    <a:pt x="2" y="3"/>
                    <a:pt x="2" y="3"/>
                    <a:pt x="2" y="3"/>
                  </a:cubicBezTo>
                  <a:cubicBezTo>
                    <a:pt x="2" y="1"/>
                    <a:pt x="4" y="0"/>
                    <a:pt x="6" y="0"/>
                  </a:cubicBezTo>
                  <a:close/>
                  <a:moveTo>
                    <a:pt x="6" y="63"/>
                  </a:moveTo>
                  <a:cubicBezTo>
                    <a:pt x="5" y="63"/>
                    <a:pt x="4" y="64"/>
                    <a:pt x="4" y="65"/>
                  </a:cubicBezTo>
                  <a:cubicBezTo>
                    <a:pt x="4" y="76"/>
                    <a:pt x="4" y="76"/>
                    <a:pt x="4" y="76"/>
                  </a:cubicBezTo>
                  <a:cubicBezTo>
                    <a:pt x="4" y="77"/>
                    <a:pt x="5" y="79"/>
                    <a:pt x="6" y="79"/>
                  </a:cubicBezTo>
                  <a:cubicBezTo>
                    <a:pt x="10" y="79"/>
                    <a:pt x="10" y="79"/>
                    <a:pt x="10" y="79"/>
                  </a:cubicBezTo>
                  <a:cubicBezTo>
                    <a:pt x="11" y="79"/>
                    <a:pt x="12" y="77"/>
                    <a:pt x="12" y="76"/>
                  </a:cubicBezTo>
                  <a:cubicBezTo>
                    <a:pt x="12" y="65"/>
                    <a:pt x="12" y="65"/>
                    <a:pt x="12" y="65"/>
                  </a:cubicBezTo>
                  <a:cubicBezTo>
                    <a:pt x="12" y="64"/>
                    <a:pt x="11" y="63"/>
                    <a:pt x="10" y="63"/>
                  </a:cubicBezTo>
                  <a:cubicBezTo>
                    <a:pt x="6" y="63"/>
                    <a:pt x="6" y="63"/>
                    <a:pt x="6" y="63"/>
                  </a:cubicBezTo>
                  <a:close/>
                  <a:moveTo>
                    <a:pt x="6" y="31"/>
                  </a:moveTo>
                  <a:cubicBezTo>
                    <a:pt x="5" y="31"/>
                    <a:pt x="4" y="33"/>
                    <a:pt x="4" y="34"/>
                  </a:cubicBezTo>
                  <a:cubicBezTo>
                    <a:pt x="4" y="45"/>
                    <a:pt x="4" y="45"/>
                    <a:pt x="4" y="45"/>
                  </a:cubicBezTo>
                  <a:cubicBezTo>
                    <a:pt x="4" y="46"/>
                    <a:pt x="5" y="47"/>
                    <a:pt x="6" y="47"/>
                  </a:cubicBezTo>
                  <a:cubicBezTo>
                    <a:pt x="10" y="47"/>
                    <a:pt x="10" y="47"/>
                    <a:pt x="10" y="47"/>
                  </a:cubicBezTo>
                  <a:cubicBezTo>
                    <a:pt x="11" y="47"/>
                    <a:pt x="12" y="46"/>
                    <a:pt x="12" y="45"/>
                  </a:cubicBezTo>
                  <a:cubicBezTo>
                    <a:pt x="12" y="34"/>
                    <a:pt x="12" y="34"/>
                    <a:pt x="12" y="34"/>
                  </a:cubicBezTo>
                  <a:cubicBezTo>
                    <a:pt x="12" y="33"/>
                    <a:pt x="11" y="31"/>
                    <a:pt x="10" y="31"/>
                  </a:cubicBezTo>
                  <a:lnTo>
                    <a:pt x="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5" name="ïśļidê">
              <a:extLst>
                <a:ext uri="{FF2B5EF4-FFF2-40B4-BE49-F238E27FC236}">
                  <a16:creationId xmlns:a16="http://schemas.microsoft.com/office/drawing/2014/main" id="{10633022-9D44-6671-AB3B-75767FF25C34}"/>
                </a:ext>
              </a:extLst>
            </p:cNvPr>
            <p:cNvSpPr/>
            <p:nvPr/>
          </p:nvSpPr>
          <p:spPr bwMode="auto">
            <a:xfrm>
              <a:off x="3436938" y="3333751"/>
              <a:ext cx="214313" cy="439738"/>
            </a:xfrm>
            <a:custGeom>
              <a:avLst/>
              <a:gdLst>
                <a:gd name="T0" fmla="*/ 62 w 65"/>
                <a:gd name="T1" fmla="*/ 0 h 133"/>
                <a:gd name="T2" fmla="*/ 63 w 65"/>
                <a:gd name="T3" fmla="*/ 0 h 133"/>
                <a:gd name="T4" fmla="*/ 64 w 65"/>
                <a:gd name="T5" fmla="*/ 4 h 133"/>
                <a:gd name="T6" fmla="*/ 26 w 65"/>
                <a:gd name="T7" fmla="*/ 111 h 133"/>
                <a:gd name="T8" fmla="*/ 37 w 65"/>
                <a:gd name="T9" fmla="*/ 116 h 133"/>
                <a:gd name="T10" fmla="*/ 39 w 65"/>
                <a:gd name="T11" fmla="*/ 121 h 133"/>
                <a:gd name="T12" fmla="*/ 35 w 65"/>
                <a:gd name="T13" fmla="*/ 130 h 133"/>
                <a:gd name="T14" fmla="*/ 30 w 65"/>
                <a:gd name="T15" fmla="*/ 132 h 133"/>
                <a:gd name="T16" fmla="*/ 2 w 65"/>
                <a:gd name="T17" fmla="*/ 120 h 133"/>
                <a:gd name="T18" fmla="*/ 1 w 65"/>
                <a:gd name="T19" fmla="*/ 115 h 133"/>
                <a:gd name="T20" fmla="*/ 5 w 65"/>
                <a:gd name="T21" fmla="*/ 105 h 133"/>
                <a:gd name="T22" fmla="*/ 9 w 65"/>
                <a:gd name="T23" fmla="*/ 103 h 133"/>
                <a:gd name="T24" fmla="*/ 21 w 65"/>
                <a:gd name="T25" fmla="*/ 109 h 133"/>
                <a:gd name="T26" fmla="*/ 59 w 65"/>
                <a:gd name="T27" fmla="*/ 2 h 133"/>
                <a:gd name="T28" fmla="*/ 62 w 65"/>
                <a:gd name="T29"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133">
                  <a:moveTo>
                    <a:pt x="62" y="0"/>
                  </a:moveTo>
                  <a:cubicBezTo>
                    <a:pt x="63" y="0"/>
                    <a:pt x="63" y="0"/>
                    <a:pt x="63" y="0"/>
                  </a:cubicBezTo>
                  <a:cubicBezTo>
                    <a:pt x="65" y="1"/>
                    <a:pt x="65" y="3"/>
                    <a:pt x="64" y="4"/>
                  </a:cubicBezTo>
                  <a:cubicBezTo>
                    <a:pt x="26" y="111"/>
                    <a:pt x="26" y="111"/>
                    <a:pt x="26" y="111"/>
                  </a:cubicBezTo>
                  <a:cubicBezTo>
                    <a:pt x="37" y="116"/>
                    <a:pt x="37" y="116"/>
                    <a:pt x="37" y="116"/>
                  </a:cubicBezTo>
                  <a:cubicBezTo>
                    <a:pt x="39" y="117"/>
                    <a:pt x="40" y="119"/>
                    <a:pt x="39" y="121"/>
                  </a:cubicBezTo>
                  <a:cubicBezTo>
                    <a:pt x="35" y="130"/>
                    <a:pt x="35" y="130"/>
                    <a:pt x="35" y="130"/>
                  </a:cubicBezTo>
                  <a:cubicBezTo>
                    <a:pt x="34" y="132"/>
                    <a:pt x="32" y="133"/>
                    <a:pt x="30" y="132"/>
                  </a:cubicBezTo>
                  <a:cubicBezTo>
                    <a:pt x="2" y="120"/>
                    <a:pt x="2" y="120"/>
                    <a:pt x="2" y="120"/>
                  </a:cubicBezTo>
                  <a:cubicBezTo>
                    <a:pt x="1" y="119"/>
                    <a:pt x="0" y="117"/>
                    <a:pt x="1" y="115"/>
                  </a:cubicBezTo>
                  <a:cubicBezTo>
                    <a:pt x="5" y="105"/>
                    <a:pt x="5" y="105"/>
                    <a:pt x="5" y="105"/>
                  </a:cubicBezTo>
                  <a:cubicBezTo>
                    <a:pt x="6" y="104"/>
                    <a:pt x="8" y="103"/>
                    <a:pt x="9" y="103"/>
                  </a:cubicBezTo>
                  <a:cubicBezTo>
                    <a:pt x="21" y="109"/>
                    <a:pt x="21" y="109"/>
                    <a:pt x="21" y="109"/>
                  </a:cubicBezTo>
                  <a:cubicBezTo>
                    <a:pt x="59" y="2"/>
                    <a:pt x="59" y="2"/>
                    <a:pt x="59" y="2"/>
                  </a:cubicBezTo>
                  <a:cubicBezTo>
                    <a:pt x="60" y="1"/>
                    <a:pt x="61"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6" name="îŝľîḍe">
              <a:extLst>
                <a:ext uri="{FF2B5EF4-FFF2-40B4-BE49-F238E27FC236}">
                  <a16:creationId xmlns:a16="http://schemas.microsoft.com/office/drawing/2014/main" id="{3092014F-E7F3-B8F7-5A72-D29DD72B8BAD}"/>
                </a:ext>
              </a:extLst>
            </p:cNvPr>
            <p:cNvSpPr/>
            <p:nvPr/>
          </p:nvSpPr>
          <p:spPr bwMode="auto">
            <a:xfrm>
              <a:off x="3978275" y="3316288"/>
              <a:ext cx="195263" cy="106363"/>
            </a:xfrm>
            <a:custGeom>
              <a:avLst/>
              <a:gdLst>
                <a:gd name="T0" fmla="*/ 1 w 59"/>
                <a:gd name="T1" fmla="*/ 0 h 32"/>
                <a:gd name="T2" fmla="*/ 0 w 59"/>
                <a:gd name="T3" fmla="*/ 32 h 32"/>
                <a:gd name="T4" fmla="*/ 59 w 59"/>
                <a:gd name="T5" fmla="*/ 0 h 32"/>
                <a:gd name="T6" fmla="*/ 1 w 59"/>
                <a:gd name="T7" fmla="*/ 0 h 32"/>
              </a:gdLst>
              <a:ahLst/>
              <a:cxnLst>
                <a:cxn ang="0">
                  <a:pos x="T0" y="T1"/>
                </a:cxn>
                <a:cxn ang="0">
                  <a:pos x="T2" y="T3"/>
                </a:cxn>
                <a:cxn ang="0">
                  <a:pos x="T4" y="T5"/>
                </a:cxn>
                <a:cxn ang="0">
                  <a:pos x="T6" y="T7"/>
                </a:cxn>
              </a:cxnLst>
              <a:rect l="0" t="0" r="r" b="b"/>
              <a:pathLst>
                <a:path w="59" h="32">
                  <a:moveTo>
                    <a:pt x="1" y="0"/>
                  </a:moveTo>
                  <a:cubicBezTo>
                    <a:pt x="0" y="10"/>
                    <a:pt x="0" y="22"/>
                    <a:pt x="0" y="32"/>
                  </a:cubicBezTo>
                  <a:cubicBezTo>
                    <a:pt x="31" y="25"/>
                    <a:pt x="41" y="16"/>
                    <a:pt x="59"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7" name="íṡlíḋe">
              <a:extLst>
                <a:ext uri="{FF2B5EF4-FFF2-40B4-BE49-F238E27FC236}">
                  <a16:creationId xmlns:a16="http://schemas.microsoft.com/office/drawing/2014/main" id="{482C50EF-8930-1273-E3A5-5AF1EFD152ED}"/>
                </a:ext>
              </a:extLst>
            </p:cNvPr>
            <p:cNvSpPr/>
            <p:nvPr/>
          </p:nvSpPr>
          <p:spPr bwMode="auto">
            <a:xfrm>
              <a:off x="3530600" y="3309938"/>
              <a:ext cx="441325" cy="290513"/>
            </a:xfrm>
            <a:custGeom>
              <a:avLst/>
              <a:gdLst>
                <a:gd name="T0" fmla="*/ 0 w 134"/>
                <a:gd name="T1" fmla="*/ 0 h 88"/>
                <a:gd name="T2" fmla="*/ 132 w 134"/>
                <a:gd name="T3" fmla="*/ 0 h 88"/>
                <a:gd name="T4" fmla="*/ 132 w 134"/>
                <a:gd name="T5" fmla="*/ 36 h 88"/>
                <a:gd name="T6" fmla="*/ 134 w 134"/>
                <a:gd name="T7" fmla="*/ 88 h 88"/>
                <a:gd name="T8" fmla="*/ 37 w 134"/>
                <a:gd name="T9" fmla="*/ 88 h 88"/>
                <a:gd name="T10" fmla="*/ 41 w 134"/>
                <a:gd name="T11" fmla="*/ 39 h 88"/>
                <a:gd name="T12" fmla="*/ 32 w 134"/>
                <a:gd name="T13" fmla="*/ 35 h 88"/>
                <a:gd name="T14" fmla="*/ 39 w 134"/>
                <a:gd name="T15" fmla="*/ 8 h 88"/>
                <a:gd name="T16" fmla="*/ 31 w 134"/>
                <a:gd name="T17" fmla="*/ 5 h 88"/>
                <a:gd name="T18" fmla="*/ 20 w 134"/>
                <a:gd name="T19" fmla="*/ 31 h 88"/>
                <a:gd name="T20" fmla="*/ 1 w 134"/>
                <a:gd name="T21" fmla="*/ 27 h 88"/>
                <a:gd name="T22" fmla="*/ 0 w 134"/>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88">
                  <a:moveTo>
                    <a:pt x="0" y="0"/>
                  </a:moveTo>
                  <a:cubicBezTo>
                    <a:pt x="132" y="0"/>
                    <a:pt x="132" y="0"/>
                    <a:pt x="132" y="0"/>
                  </a:cubicBezTo>
                  <a:cubicBezTo>
                    <a:pt x="133" y="21"/>
                    <a:pt x="131" y="31"/>
                    <a:pt x="132" y="36"/>
                  </a:cubicBezTo>
                  <a:cubicBezTo>
                    <a:pt x="102" y="40"/>
                    <a:pt x="116" y="81"/>
                    <a:pt x="134" y="88"/>
                  </a:cubicBezTo>
                  <a:cubicBezTo>
                    <a:pt x="37" y="88"/>
                    <a:pt x="37" y="88"/>
                    <a:pt x="37" y="88"/>
                  </a:cubicBezTo>
                  <a:cubicBezTo>
                    <a:pt x="55" y="85"/>
                    <a:pt x="64" y="47"/>
                    <a:pt x="41" y="39"/>
                  </a:cubicBezTo>
                  <a:cubicBezTo>
                    <a:pt x="38" y="37"/>
                    <a:pt x="35" y="36"/>
                    <a:pt x="32" y="35"/>
                  </a:cubicBezTo>
                  <a:cubicBezTo>
                    <a:pt x="39" y="8"/>
                    <a:pt x="39" y="8"/>
                    <a:pt x="39" y="8"/>
                  </a:cubicBezTo>
                  <a:cubicBezTo>
                    <a:pt x="37" y="4"/>
                    <a:pt x="34" y="3"/>
                    <a:pt x="31" y="5"/>
                  </a:cubicBezTo>
                  <a:cubicBezTo>
                    <a:pt x="27" y="13"/>
                    <a:pt x="23" y="22"/>
                    <a:pt x="20" y="31"/>
                  </a:cubicBezTo>
                  <a:cubicBezTo>
                    <a:pt x="14" y="30"/>
                    <a:pt x="7" y="29"/>
                    <a:pt x="1" y="27"/>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8" name="îṧliďé">
              <a:extLst>
                <a:ext uri="{FF2B5EF4-FFF2-40B4-BE49-F238E27FC236}">
                  <a16:creationId xmlns:a16="http://schemas.microsoft.com/office/drawing/2014/main" id="{B3F365E4-A4A3-9010-747B-470C37FF7C0D}"/>
                </a:ext>
              </a:extLst>
            </p:cNvPr>
            <p:cNvSpPr/>
            <p:nvPr/>
          </p:nvSpPr>
          <p:spPr bwMode="auto">
            <a:xfrm>
              <a:off x="2946400" y="2573338"/>
              <a:ext cx="1711325" cy="1714500"/>
            </a:xfrm>
            <a:custGeom>
              <a:avLst/>
              <a:gdLst>
                <a:gd name="T0" fmla="*/ 260 w 519"/>
                <a:gd name="T1" fmla="*/ 0 h 519"/>
                <a:gd name="T2" fmla="*/ 260 w 519"/>
                <a:gd name="T3" fmla="*/ 0 h 519"/>
                <a:gd name="T4" fmla="*/ 260 w 519"/>
                <a:gd name="T5" fmla="*/ 0 h 519"/>
                <a:gd name="T6" fmla="*/ 443 w 519"/>
                <a:gd name="T7" fmla="*/ 76 h 519"/>
                <a:gd name="T8" fmla="*/ 519 w 519"/>
                <a:gd name="T9" fmla="*/ 260 h 519"/>
                <a:gd name="T10" fmla="*/ 519 w 519"/>
                <a:gd name="T11" fmla="*/ 260 h 519"/>
                <a:gd name="T12" fmla="*/ 519 w 519"/>
                <a:gd name="T13" fmla="*/ 260 h 519"/>
                <a:gd name="T14" fmla="*/ 519 w 519"/>
                <a:gd name="T15" fmla="*/ 260 h 519"/>
                <a:gd name="T16" fmla="*/ 519 w 519"/>
                <a:gd name="T17" fmla="*/ 260 h 519"/>
                <a:gd name="T18" fmla="*/ 443 w 519"/>
                <a:gd name="T19" fmla="*/ 443 h 519"/>
                <a:gd name="T20" fmla="*/ 260 w 519"/>
                <a:gd name="T21" fmla="*/ 519 h 519"/>
                <a:gd name="T22" fmla="*/ 260 w 519"/>
                <a:gd name="T23" fmla="*/ 519 h 519"/>
                <a:gd name="T24" fmla="*/ 260 w 519"/>
                <a:gd name="T25" fmla="*/ 519 h 519"/>
                <a:gd name="T26" fmla="*/ 260 w 519"/>
                <a:gd name="T27" fmla="*/ 519 h 519"/>
                <a:gd name="T28" fmla="*/ 260 w 519"/>
                <a:gd name="T29" fmla="*/ 519 h 519"/>
                <a:gd name="T30" fmla="*/ 76 w 519"/>
                <a:gd name="T31" fmla="*/ 443 h 519"/>
                <a:gd name="T32" fmla="*/ 0 w 519"/>
                <a:gd name="T33" fmla="*/ 260 h 519"/>
                <a:gd name="T34" fmla="*/ 0 w 519"/>
                <a:gd name="T35" fmla="*/ 260 h 519"/>
                <a:gd name="T36" fmla="*/ 0 w 519"/>
                <a:gd name="T37" fmla="*/ 260 h 519"/>
                <a:gd name="T38" fmla="*/ 0 w 519"/>
                <a:gd name="T39" fmla="*/ 260 h 519"/>
                <a:gd name="T40" fmla="*/ 0 w 519"/>
                <a:gd name="T41" fmla="*/ 260 h 519"/>
                <a:gd name="T42" fmla="*/ 76 w 519"/>
                <a:gd name="T43" fmla="*/ 76 h 519"/>
                <a:gd name="T44" fmla="*/ 260 w 519"/>
                <a:gd name="T45" fmla="*/ 0 h 519"/>
                <a:gd name="T46" fmla="*/ 260 w 519"/>
                <a:gd name="T47" fmla="*/ 0 h 519"/>
                <a:gd name="T48" fmla="*/ 260 w 519"/>
                <a:gd name="T49" fmla="*/ 0 h 519"/>
                <a:gd name="T50" fmla="*/ 260 w 519"/>
                <a:gd name="T51" fmla="*/ 6 h 519"/>
                <a:gd name="T52" fmla="*/ 260 w 519"/>
                <a:gd name="T53" fmla="*/ 6 h 519"/>
                <a:gd name="T54" fmla="*/ 260 w 519"/>
                <a:gd name="T55" fmla="*/ 6 h 519"/>
                <a:gd name="T56" fmla="*/ 260 w 519"/>
                <a:gd name="T57" fmla="*/ 6 h 519"/>
                <a:gd name="T58" fmla="*/ 260 w 519"/>
                <a:gd name="T59" fmla="*/ 6 h 519"/>
                <a:gd name="T60" fmla="*/ 80 w 519"/>
                <a:gd name="T61" fmla="*/ 80 h 519"/>
                <a:gd name="T62" fmla="*/ 6 w 519"/>
                <a:gd name="T63" fmla="*/ 260 h 519"/>
                <a:gd name="T64" fmla="*/ 6 w 519"/>
                <a:gd name="T65" fmla="*/ 260 h 519"/>
                <a:gd name="T66" fmla="*/ 6 w 519"/>
                <a:gd name="T67" fmla="*/ 260 h 519"/>
                <a:gd name="T68" fmla="*/ 6 w 519"/>
                <a:gd name="T69" fmla="*/ 260 h 519"/>
                <a:gd name="T70" fmla="*/ 6 w 519"/>
                <a:gd name="T71" fmla="*/ 260 h 519"/>
                <a:gd name="T72" fmla="*/ 80 w 519"/>
                <a:gd name="T73" fmla="*/ 439 h 519"/>
                <a:gd name="T74" fmla="*/ 260 w 519"/>
                <a:gd name="T75" fmla="*/ 514 h 519"/>
                <a:gd name="T76" fmla="*/ 260 w 519"/>
                <a:gd name="T77" fmla="*/ 514 h 519"/>
                <a:gd name="T78" fmla="*/ 260 w 519"/>
                <a:gd name="T79" fmla="*/ 514 h 519"/>
                <a:gd name="T80" fmla="*/ 260 w 519"/>
                <a:gd name="T81" fmla="*/ 514 h 519"/>
                <a:gd name="T82" fmla="*/ 260 w 519"/>
                <a:gd name="T83" fmla="*/ 514 h 519"/>
                <a:gd name="T84" fmla="*/ 439 w 519"/>
                <a:gd name="T85" fmla="*/ 439 h 519"/>
                <a:gd name="T86" fmla="*/ 513 w 519"/>
                <a:gd name="T87" fmla="*/ 260 h 519"/>
                <a:gd name="T88" fmla="*/ 513 w 519"/>
                <a:gd name="T89" fmla="*/ 260 h 519"/>
                <a:gd name="T90" fmla="*/ 513 w 519"/>
                <a:gd name="T91" fmla="*/ 260 h 519"/>
                <a:gd name="T92" fmla="*/ 513 w 519"/>
                <a:gd name="T93" fmla="*/ 260 h 519"/>
                <a:gd name="T94" fmla="*/ 513 w 519"/>
                <a:gd name="T95" fmla="*/ 260 h 519"/>
                <a:gd name="T96" fmla="*/ 439 w 519"/>
                <a:gd name="T97" fmla="*/ 80 h 519"/>
                <a:gd name="T98" fmla="*/ 260 w 519"/>
                <a:gd name="T99" fmla="*/ 6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9" h="519">
                  <a:moveTo>
                    <a:pt x="260" y="0"/>
                  </a:moveTo>
                  <a:cubicBezTo>
                    <a:pt x="260" y="0"/>
                    <a:pt x="260" y="0"/>
                    <a:pt x="260" y="0"/>
                  </a:cubicBezTo>
                  <a:cubicBezTo>
                    <a:pt x="260" y="0"/>
                    <a:pt x="260" y="0"/>
                    <a:pt x="260" y="0"/>
                  </a:cubicBezTo>
                  <a:cubicBezTo>
                    <a:pt x="331" y="0"/>
                    <a:pt x="396" y="29"/>
                    <a:pt x="443" y="76"/>
                  </a:cubicBezTo>
                  <a:cubicBezTo>
                    <a:pt x="490" y="123"/>
                    <a:pt x="519" y="188"/>
                    <a:pt x="519" y="260"/>
                  </a:cubicBezTo>
                  <a:cubicBezTo>
                    <a:pt x="519" y="260"/>
                    <a:pt x="519" y="260"/>
                    <a:pt x="519" y="260"/>
                  </a:cubicBezTo>
                  <a:cubicBezTo>
                    <a:pt x="519" y="260"/>
                    <a:pt x="519" y="260"/>
                    <a:pt x="519" y="260"/>
                  </a:cubicBezTo>
                  <a:cubicBezTo>
                    <a:pt x="519" y="260"/>
                    <a:pt x="519" y="260"/>
                    <a:pt x="519" y="260"/>
                  </a:cubicBezTo>
                  <a:cubicBezTo>
                    <a:pt x="519" y="260"/>
                    <a:pt x="519" y="260"/>
                    <a:pt x="519" y="260"/>
                  </a:cubicBezTo>
                  <a:cubicBezTo>
                    <a:pt x="519" y="332"/>
                    <a:pt x="490" y="396"/>
                    <a:pt x="443" y="443"/>
                  </a:cubicBezTo>
                  <a:cubicBezTo>
                    <a:pt x="396" y="490"/>
                    <a:pt x="331" y="519"/>
                    <a:pt x="260" y="519"/>
                  </a:cubicBezTo>
                  <a:cubicBezTo>
                    <a:pt x="260" y="519"/>
                    <a:pt x="260" y="519"/>
                    <a:pt x="260" y="519"/>
                  </a:cubicBezTo>
                  <a:cubicBezTo>
                    <a:pt x="260" y="519"/>
                    <a:pt x="260" y="519"/>
                    <a:pt x="260" y="519"/>
                  </a:cubicBezTo>
                  <a:cubicBezTo>
                    <a:pt x="260" y="519"/>
                    <a:pt x="260" y="519"/>
                    <a:pt x="260" y="519"/>
                  </a:cubicBezTo>
                  <a:cubicBezTo>
                    <a:pt x="260" y="519"/>
                    <a:pt x="260" y="519"/>
                    <a:pt x="260" y="519"/>
                  </a:cubicBezTo>
                  <a:cubicBezTo>
                    <a:pt x="188" y="519"/>
                    <a:pt x="123" y="490"/>
                    <a:pt x="76" y="443"/>
                  </a:cubicBezTo>
                  <a:cubicBezTo>
                    <a:pt x="29" y="396"/>
                    <a:pt x="0" y="332"/>
                    <a:pt x="0" y="260"/>
                  </a:cubicBezTo>
                  <a:cubicBezTo>
                    <a:pt x="0" y="260"/>
                    <a:pt x="0" y="260"/>
                    <a:pt x="0" y="260"/>
                  </a:cubicBezTo>
                  <a:cubicBezTo>
                    <a:pt x="0" y="260"/>
                    <a:pt x="0" y="260"/>
                    <a:pt x="0" y="260"/>
                  </a:cubicBezTo>
                  <a:cubicBezTo>
                    <a:pt x="0" y="260"/>
                    <a:pt x="0" y="260"/>
                    <a:pt x="0" y="260"/>
                  </a:cubicBezTo>
                  <a:cubicBezTo>
                    <a:pt x="0" y="260"/>
                    <a:pt x="0" y="260"/>
                    <a:pt x="0" y="260"/>
                  </a:cubicBezTo>
                  <a:cubicBezTo>
                    <a:pt x="0" y="188"/>
                    <a:pt x="29" y="123"/>
                    <a:pt x="76" y="76"/>
                  </a:cubicBezTo>
                  <a:cubicBezTo>
                    <a:pt x="123" y="29"/>
                    <a:pt x="188" y="0"/>
                    <a:pt x="260" y="0"/>
                  </a:cubicBezTo>
                  <a:cubicBezTo>
                    <a:pt x="260" y="0"/>
                    <a:pt x="260" y="0"/>
                    <a:pt x="260" y="0"/>
                  </a:cubicBezTo>
                  <a:cubicBezTo>
                    <a:pt x="260" y="0"/>
                    <a:pt x="260" y="0"/>
                    <a:pt x="260" y="0"/>
                  </a:cubicBezTo>
                  <a:close/>
                  <a:moveTo>
                    <a:pt x="260" y="6"/>
                  </a:moveTo>
                  <a:cubicBezTo>
                    <a:pt x="260" y="6"/>
                    <a:pt x="260" y="6"/>
                    <a:pt x="260" y="6"/>
                  </a:cubicBezTo>
                  <a:cubicBezTo>
                    <a:pt x="260" y="6"/>
                    <a:pt x="260" y="6"/>
                    <a:pt x="260" y="6"/>
                  </a:cubicBezTo>
                  <a:cubicBezTo>
                    <a:pt x="260" y="6"/>
                    <a:pt x="260" y="6"/>
                    <a:pt x="260" y="6"/>
                  </a:cubicBezTo>
                  <a:cubicBezTo>
                    <a:pt x="260" y="6"/>
                    <a:pt x="260" y="6"/>
                    <a:pt x="260" y="6"/>
                  </a:cubicBezTo>
                  <a:cubicBezTo>
                    <a:pt x="190" y="6"/>
                    <a:pt x="126" y="35"/>
                    <a:pt x="80" y="80"/>
                  </a:cubicBezTo>
                  <a:cubicBezTo>
                    <a:pt x="34" y="126"/>
                    <a:pt x="6" y="190"/>
                    <a:pt x="6" y="260"/>
                  </a:cubicBezTo>
                  <a:cubicBezTo>
                    <a:pt x="6" y="260"/>
                    <a:pt x="6" y="260"/>
                    <a:pt x="6" y="260"/>
                  </a:cubicBezTo>
                  <a:cubicBezTo>
                    <a:pt x="6" y="260"/>
                    <a:pt x="6" y="260"/>
                    <a:pt x="6" y="260"/>
                  </a:cubicBezTo>
                  <a:cubicBezTo>
                    <a:pt x="6" y="260"/>
                    <a:pt x="6" y="260"/>
                    <a:pt x="6" y="260"/>
                  </a:cubicBezTo>
                  <a:cubicBezTo>
                    <a:pt x="6" y="260"/>
                    <a:pt x="6" y="260"/>
                    <a:pt x="6" y="260"/>
                  </a:cubicBezTo>
                  <a:cubicBezTo>
                    <a:pt x="6" y="330"/>
                    <a:pt x="34" y="393"/>
                    <a:pt x="80" y="439"/>
                  </a:cubicBezTo>
                  <a:cubicBezTo>
                    <a:pt x="126" y="485"/>
                    <a:pt x="190" y="514"/>
                    <a:pt x="260" y="514"/>
                  </a:cubicBezTo>
                  <a:cubicBezTo>
                    <a:pt x="260" y="514"/>
                    <a:pt x="260" y="514"/>
                    <a:pt x="260" y="514"/>
                  </a:cubicBezTo>
                  <a:cubicBezTo>
                    <a:pt x="260" y="514"/>
                    <a:pt x="260" y="514"/>
                    <a:pt x="260" y="514"/>
                  </a:cubicBezTo>
                  <a:cubicBezTo>
                    <a:pt x="260" y="514"/>
                    <a:pt x="260" y="514"/>
                    <a:pt x="260" y="514"/>
                  </a:cubicBezTo>
                  <a:cubicBezTo>
                    <a:pt x="260" y="514"/>
                    <a:pt x="260" y="514"/>
                    <a:pt x="260" y="514"/>
                  </a:cubicBezTo>
                  <a:cubicBezTo>
                    <a:pt x="330" y="514"/>
                    <a:pt x="393" y="485"/>
                    <a:pt x="439" y="439"/>
                  </a:cubicBezTo>
                  <a:cubicBezTo>
                    <a:pt x="485" y="393"/>
                    <a:pt x="513" y="330"/>
                    <a:pt x="513" y="260"/>
                  </a:cubicBezTo>
                  <a:cubicBezTo>
                    <a:pt x="513" y="260"/>
                    <a:pt x="513" y="260"/>
                    <a:pt x="513" y="260"/>
                  </a:cubicBezTo>
                  <a:cubicBezTo>
                    <a:pt x="513" y="260"/>
                    <a:pt x="513" y="260"/>
                    <a:pt x="513" y="260"/>
                  </a:cubicBezTo>
                  <a:cubicBezTo>
                    <a:pt x="513" y="260"/>
                    <a:pt x="513" y="260"/>
                    <a:pt x="513" y="260"/>
                  </a:cubicBezTo>
                  <a:cubicBezTo>
                    <a:pt x="513" y="260"/>
                    <a:pt x="513" y="260"/>
                    <a:pt x="513" y="260"/>
                  </a:cubicBezTo>
                  <a:cubicBezTo>
                    <a:pt x="513" y="190"/>
                    <a:pt x="485" y="126"/>
                    <a:pt x="439" y="80"/>
                  </a:cubicBezTo>
                  <a:cubicBezTo>
                    <a:pt x="393" y="35"/>
                    <a:pt x="330" y="6"/>
                    <a:pt x="26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39" name="îṡḷïḋè">
              <a:extLst>
                <a:ext uri="{FF2B5EF4-FFF2-40B4-BE49-F238E27FC236}">
                  <a16:creationId xmlns:a16="http://schemas.microsoft.com/office/drawing/2014/main" id="{1F300871-9D8E-31D6-19BD-061FF1E3BAD0}"/>
                </a:ext>
              </a:extLst>
            </p:cNvPr>
            <p:cNvSpPr/>
            <p:nvPr/>
          </p:nvSpPr>
          <p:spPr bwMode="auto">
            <a:xfrm>
              <a:off x="2873375" y="2500313"/>
              <a:ext cx="1857375" cy="1863725"/>
            </a:xfrm>
            <a:custGeom>
              <a:avLst/>
              <a:gdLst>
                <a:gd name="T0" fmla="*/ 282 w 563"/>
                <a:gd name="T1" fmla="*/ 0 h 564"/>
                <a:gd name="T2" fmla="*/ 282 w 563"/>
                <a:gd name="T3" fmla="*/ 0 h 564"/>
                <a:gd name="T4" fmla="*/ 282 w 563"/>
                <a:gd name="T5" fmla="*/ 0 h 564"/>
                <a:gd name="T6" fmla="*/ 481 w 563"/>
                <a:gd name="T7" fmla="*/ 83 h 564"/>
                <a:gd name="T8" fmla="*/ 563 w 563"/>
                <a:gd name="T9" fmla="*/ 282 h 564"/>
                <a:gd name="T10" fmla="*/ 563 w 563"/>
                <a:gd name="T11" fmla="*/ 282 h 564"/>
                <a:gd name="T12" fmla="*/ 563 w 563"/>
                <a:gd name="T13" fmla="*/ 282 h 564"/>
                <a:gd name="T14" fmla="*/ 563 w 563"/>
                <a:gd name="T15" fmla="*/ 282 h 564"/>
                <a:gd name="T16" fmla="*/ 563 w 563"/>
                <a:gd name="T17" fmla="*/ 282 h 564"/>
                <a:gd name="T18" fmla="*/ 481 w 563"/>
                <a:gd name="T19" fmla="*/ 481 h 564"/>
                <a:gd name="T20" fmla="*/ 282 w 563"/>
                <a:gd name="T21" fmla="*/ 564 h 564"/>
                <a:gd name="T22" fmla="*/ 282 w 563"/>
                <a:gd name="T23" fmla="*/ 564 h 564"/>
                <a:gd name="T24" fmla="*/ 282 w 563"/>
                <a:gd name="T25" fmla="*/ 564 h 564"/>
                <a:gd name="T26" fmla="*/ 282 w 563"/>
                <a:gd name="T27" fmla="*/ 564 h 564"/>
                <a:gd name="T28" fmla="*/ 282 w 563"/>
                <a:gd name="T29" fmla="*/ 564 h 564"/>
                <a:gd name="T30" fmla="*/ 82 w 563"/>
                <a:gd name="T31" fmla="*/ 481 h 564"/>
                <a:gd name="T32" fmla="*/ 0 w 563"/>
                <a:gd name="T33" fmla="*/ 282 h 564"/>
                <a:gd name="T34" fmla="*/ 0 w 563"/>
                <a:gd name="T35" fmla="*/ 282 h 564"/>
                <a:gd name="T36" fmla="*/ 0 w 563"/>
                <a:gd name="T37" fmla="*/ 282 h 564"/>
                <a:gd name="T38" fmla="*/ 0 w 563"/>
                <a:gd name="T39" fmla="*/ 282 h 564"/>
                <a:gd name="T40" fmla="*/ 0 w 563"/>
                <a:gd name="T41" fmla="*/ 282 h 564"/>
                <a:gd name="T42" fmla="*/ 82 w 563"/>
                <a:gd name="T43" fmla="*/ 83 h 564"/>
                <a:gd name="T44" fmla="*/ 282 w 563"/>
                <a:gd name="T45" fmla="*/ 0 h 564"/>
                <a:gd name="T46" fmla="*/ 282 w 563"/>
                <a:gd name="T47" fmla="*/ 0 h 564"/>
                <a:gd name="T48" fmla="*/ 282 w 563"/>
                <a:gd name="T49" fmla="*/ 0 h 564"/>
                <a:gd name="T50" fmla="*/ 282 w 563"/>
                <a:gd name="T51" fmla="*/ 12 h 564"/>
                <a:gd name="T52" fmla="*/ 282 w 563"/>
                <a:gd name="T53" fmla="*/ 12 h 564"/>
                <a:gd name="T54" fmla="*/ 282 w 563"/>
                <a:gd name="T55" fmla="*/ 12 h 564"/>
                <a:gd name="T56" fmla="*/ 282 w 563"/>
                <a:gd name="T57" fmla="*/ 12 h 564"/>
                <a:gd name="T58" fmla="*/ 282 w 563"/>
                <a:gd name="T59" fmla="*/ 12 h 564"/>
                <a:gd name="T60" fmla="*/ 91 w 563"/>
                <a:gd name="T61" fmla="*/ 91 h 564"/>
                <a:gd name="T62" fmla="*/ 11 w 563"/>
                <a:gd name="T63" fmla="*/ 282 h 564"/>
                <a:gd name="T64" fmla="*/ 11 w 563"/>
                <a:gd name="T65" fmla="*/ 282 h 564"/>
                <a:gd name="T66" fmla="*/ 11 w 563"/>
                <a:gd name="T67" fmla="*/ 282 h 564"/>
                <a:gd name="T68" fmla="*/ 11 w 563"/>
                <a:gd name="T69" fmla="*/ 282 h 564"/>
                <a:gd name="T70" fmla="*/ 11 w 563"/>
                <a:gd name="T71" fmla="*/ 282 h 564"/>
                <a:gd name="T72" fmla="*/ 91 w 563"/>
                <a:gd name="T73" fmla="*/ 473 h 564"/>
                <a:gd name="T74" fmla="*/ 282 w 563"/>
                <a:gd name="T75" fmla="*/ 552 h 564"/>
                <a:gd name="T76" fmla="*/ 282 w 563"/>
                <a:gd name="T77" fmla="*/ 552 h 564"/>
                <a:gd name="T78" fmla="*/ 282 w 563"/>
                <a:gd name="T79" fmla="*/ 552 h 564"/>
                <a:gd name="T80" fmla="*/ 282 w 563"/>
                <a:gd name="T81" fmla="*/ 552 h 564"/>
                <a:gd name="T82" fmla="*/ 282 w 563"/>
                <a:gd name="T83" fmla="*/ 552 h 564"/>
                <a:gd name="T84" fmla="*/ 473 w 563"/>
                <a:gd name="T85" fmla="*/ 473 h 564"/>
                <a:gd name="T86" fmla="*/ 552 w 563"/>
                <a:gd name="T87" fmla="*/ 282 h 564"/>
                <a:gd name="T88" fmla="*/ 552 w 563"/>
                <a:gd name="T89" fmla="*/ 282 h 564"/>
                <a:gd name="T90" fmla="*/ 552 w 563"/>
                <a:gd name="T91" fmla="*/ 282 h 564"/>
                <a:gd name="T92" fmla="*/ 552 w 563"/>
                <a:gd name="T93" fmla="*/ 282 h 564"/>
                <a:gd name="T94" fmla="*/ 552 w 563"/>
                <a:gd name="T95" fmla="*/ 282 h 564"/>
                <a:gd name="T96" fmla="*/ 473 w 563"/>
                <a:gd name="T97" fmla="*/ 91 h 564"/>
                <a:gd name="T98" fmla="*/ 282 w 563"/>
                <a:gd name="T99" fmla="*/ 12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3" h="564">
                  <a:moveTo>
                    <a:pt x="282" y="0"/>
                  </a:moveTo>
                  <a:cubicBezTo>
                    <a:pt x="282" y="0"/>
                    <a:pt x="282" y="0"/>
                    <a:pt x="282" y="0"/>
                  </a:cubicBezTo>
                  <a:cubicBezTo>
                    <a:pt x="282" y="0"/>
                    <a:pt x="282" y="0"/>
                    <a:pt x="282" y="0"/>
                  </a:cubicBezTo>
                  <a:cubicBezTo>
                    <a:pt x="359" y="0"/>
                    <a:pt x="430" y="32"/>
                    <a:pt x="481" y="83"/>
                  </a:cubicBezTo>
                  <a:cubicBezTo>
                    <a:pt x="532" y="134"/>
                    <a:pt x="563" y="204"/>
                    <a:pt x="563" y="282"/>
                  </a:cubicBezTo>
                  <a:cubicBezTo>
                    <a:pt x="563" y="282"/>
                    <a:pt x="563" y="282"/>
                    <a:pt x="563" y="282"/>
                  </a:cubicBezTo>
                  <a:cubicBezTo>
                    <a:pt x="563" y="282"/>
                    <a:pt x="563" y="282"/>
                    <a:pt x="563" y="282"/>
                  </a:cubicBezTo>
                  <a:cubicBezTo>
                    <a:pt x="563" y="282"/>
                    <a:pt x="563" y="282"/>
                    <a:pt x="563" y="282"/>
                  </a:cubicBezTo>
                  <a:cubicBezTo>
                    <a:pt x="563" y="282"/>
                    <a:pt x="563" y="282"/>
                    <a:pt x="563" y="282"/>
                  </a:cubicBezTo>
                  <a:cubicBezTo>
                    <a:pt x="563" y="360"/>
                    <a:pt x="532" y="430"/>
                    <a:pt x="481" y="481"/>
                  </a:cubicBezTo>
                  <a:cubicBezTo>
                    <a:pt x="430" y="532"/>
                    <a:pt x="359" y="564"/>
                    <a:pt x="282" y="564"/>
                  </a:cubicBezTo>
                  <a:cubicBezTo>
                    <a:pt x="282" y="564"/>
                    <a:pt x="282" y="564"/>
                    <a:pt x="282" y="564"/>
                  </a:cubicBezTo>
                  <a:cubicBezTo>
                    <a:pt x="282" y="564"/>
                    <a:pt x="282" y="564"/>
                    <a:pt x="282" y="564"/>
                  </a:cubicBezTo>
                  <a:cubicBezTo>
                    <a:pt x="282" y="564"/>
                    <a:pt x="282" y="564"/>
                    <a:pt x="282" y="564"/>
                  </a:cubicBezTo>
                  <a:cubicBezTo>
                    <a:pt x="282" y="564"/>
                    <a:pt x="282" y="564"/>
                    <a:pt x="282" y="564"/>
                  </a:cubicBezTo>
                  <a:cubicBezTo>
                    <a:pt x="204" y="564"/>
                    <a:pt x="133" y="532"/>
                    <a:pt x="82" y="481"/>
                  </a:cubicBezTo>
                  <a:cubicBezTo>
                    <a:pt x="31" y="430"/>
                    <a:pt x="0" y="360"/>
                    <a:pt x="0" y="282"/>
                  </a:cubicBezTo>
                  <a:cubicBezTo>
                    <a:pt x="0" y="282"/>
                    <a:pt x="0" y="282"/>
                    <a:pt x="0" y="282"/>
                  </a:cubicBezTo>
                  <a:cubicBezTo>
                    <a:pt x="0" y="282"/>
                    <a:pt x="0" y="282"/>
                    <a:pt x="0" y="282"/>
                  </a:cubicBezTo>
                  <a:cubicBezTo>
                    <a:pt x="0" y="282"/>
                    <a:pt x="0" y="282"/>
                    <a:pt x="0" y="282"/>
                  </a:cubicBezTo>
                  <a:cubicBezTo>
                    <a:pt x="0" y="282"/>
                    <a:pt x="0" y="282"/>
                    <a:pt x="0" y="282"/>
                  </a:cubicBezTo>
                  <a:cubicBezTo>
                    <a:pt x="0" y="204"/>
                    <a:pt x="31" y="134"/>
                    <a:pt x="82" y="83"/>
                  </a:cubicBezTo>
                  <a:cubicBezTo>
                    <a:pt x="133" y="32"/>
                    <a:pt x="204" y="0"/>
                    <a:pt x="282" y="0"/>
                  </a:cubicBezTo>
                  <a:cubicBezTo>
                    <a:pt x="282" y="0"/>
                    <a:pt x="282" y="0"/>
                    <a:pt x="282" y="0"/>
                  </a:cubicBezTo>
                  <a:cubicBezTo>
                    <a:pt x="282" y="0"/>
                    <a:pt x="282" y="0"/>
                    <a:pt x="282" y="0"/>
                  </a:cubicBezTo>
                  <a:close/>
                  <a:moveTo>
                    <a:pt x="282" y="12"/>
                  </a:moveTo>
                  <a:cubicBezTo>
                    <a:pt x="282" y="12"/>
                    <a:pt x="282" y="12"/>
                    <a:pt x="282" y="12"/>
                  </a:cubicBezTo>
                  <a:cubicBezTo>
                    <a:pt x="282" y="12"/>
                    <a:pt x="282" y="12"/>
                    <a:pt x="282" y="12"/>
                  </a:cubicBezTo>
                  <a:cubicBezTo>
                    <a:pt x="282" y="12"/>
                    <a:pt x="282" y="12"/>
                    <a:pt x="282" y="12"/>
                  </a:cubicBezTo>
                  <a:cubicBezTo>
                    <a:pt x="282" y="12"/>
                    <a:pt x="282" y="12"/>
                    <a:pt x="282" y="12"/>
                  </a:cubicBezTo>
                  <a:cubicBezTo>
                    <a:pt x="207" y="12"/>
                    <a:pt x="139" y="42"/>
                    <a:pt x="91" y="91"/>
                  </a:cubicBezTo>
                  <a:cubicBezTo>
                    <a:pt x="42" y="140"/>
                    <a:pt x="11" y="207"/>
                    <a:pt x="11" y="282"/>
                  </a:cubicBezTo>
                  <a:cubicBezTo>
                    <a:pt x="11" y="282"/>
                    <a:pt x="11" y="282"/>
                    <a:pt x="11" y="282"/>
                  </a:cubicBezTo>
                  <a:cubicBezTo>
                    <a:pt x="11" y="282"/>
                    <a:pt x="11" y="282"/>
                    <a:pt x="11" y="282"/>
                  </a:cubicBezTo>
                  <a:cubicBezTo>
                    <a:pt x="11" y="282"/>
                    <a:pt x="11" y="282"/>
                    <a:pt x="11" y="282"/>
                  </a:cubicBezTo>
                  <a:cubicBezTo>
                    <a:pt x="11" y="282"/>
                    <a:pt x="11" y="282"/>
                    <a:pt x="11" y="282"/>
                  </a:cubicBezTo>
                  <a:cubicBezTo>
                    <a:pt x="11" y="356"/>
                    <a:pt x="42" y="424"/>
                    <a:pt x="91" y="473"/>
                  </a:cubicBezTo>
                  <a:cubicBezTo>
                    <a:pt x="139" y="522"/>
                    <a:pt x="207" y="552"/>
                    <a:pt x="282" y="552"/>
                  </a:cubicBezTo>
                  <a:cubicBezTo>
                    <a:pt x="282" y="552"/>
                    <a:pt x="282" y="552"/>
                    <a:pt x="282" y="552"/>
                  </a:cubicBezTo>
                  <a:cubicBezTo>
                    <a:pt x="282" y="552"/>
                    <a:pt x="282" y="552"/>
                    <a:pt x="282" y="552"/>
                  </a:cubicBezTo>
                  <a:cubicBezTo>
                    <a:pt x="282" y="552"/>
                    <a:pt x="282" y="552"/>
                    <a:pt x="282" y="552"/>
                  </a:cubicBezTo>
                  <a:cubicBezTo>
                    <a:pt x="282" y="552"/>
                    <a:pt x="282" y="552"/>
                    <a:pt x="282" y="552"/>
                  </a:cubicBezTo>
                  <a:cubicBezTo>
                    <a:pt x="356" y="552"/>
                    <a:pt x="424" y="522"/>
                    <a:pt x="473" y="473"/>
                  </a:cubicBezTo>
                  <a:cubicBezTo>
                    <a:pt x="521" y="424"/>
                    <a:pt x="552" y="356"/>
                    <a:pt x="552" y="282"/>
                  </a:cubicBezTo>
                  <a:cubicBezTo>
                    <a:pt x="552" y="282"/>
                    <a:pt x="552" y="282"/>
                    <a:pt x="552" y="282"/>
                  </a:cubicBezTo>
                  <a:cubicBezTo>
                    <a:pt x="552" y="282"/>
                    <a:pt x="552" y="282"/>
                    <a:pt x="552" y="282"/>
                  </a:cubicBezTo>
                  <a:cubicBezTo>
                    <a:pt x="552" y="282"/>
                    <a:pt x="552" y="282"/>
                    <a:pt x="552" y="282"/>
                  </a:cubicBezTo>
                  <a:cubicBezTo>
                    <a:pt x="552" y="282"/>
                    <a:pt x="552" y="282"/>
                    <a:pt x="552" y="282"/>
                  </a:cubicBezTo>
                  <a:cubicBezTo>
                    <a:pt x="552" y="207"/>
                    <a:pt x="521" y="140"/>
                    <a:pt x="473" y="91"/>
                  </a:cubicBezTo>
                  <a:cubicBezTo>
                    <a:pt x="424" y="42"/>
                    <a:pt x="35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0" name="íṩḻîdé">
              <a:extLst>
                <a:ext uri="{FF2B5EF4-FFF2-40B4-BE49-F238E27FC236}">
                  <a16:creationId xmlns:a16="http://schemas.microsoft.com/office/drawing/2014/main" id="{1B7CE3F0-CCBB-7D62-5138-7CF11C375C10}"/>
                </a:ext>
              </a:extLst>
            </p:cNvPr>
            <p:cNvSpPr/>
            <p:nvPr/>
          </p:nvSpPr>
          <p:spPr bwMode="auto">
            <a:xfrm>
              <a:off x="3014663" y="3465513"/>
              <a:ext cx="1566863" cy="754063"/>
            </a:xfrm>
            <a:custGeom>
              <a:avLst/>
              <a:gdLst>
                <a:gd name="T0" fmla="*/ 448 w 475"/>
                <a:gd name="T1" fmla="*/ 10 h 228"/>
                <a:gd name="T2" fmla="*/ 472 w 475"/>
                <a:gd name="T3" fmla="*/ 18 h 228"/>
                <a:gd name="T4" fmla="*/ 446 w 475"/>
                <a:gd name="T5" fmla="*/ 28 h 228"/>
                <a:gd name="T6" fmla="*/ 461 w 475"/>
                <a:gd name="T7" fmla="*/ 18 h 228"/>
                <a:gd name="T8" fmla="*/ 438 w 475"/>
                <a:gd name="T9" fmla="*/ 56 h 228"/>
                <a:gd name="T10" fmla="*/ 466 w 475"/>
                <a:gd name="T11" fmla="*/ 52 h 228"/>
                <a:gd name="T12" fmla="*/ 455 w 475"/>
                <a:gd name="T13" fmla="*/ 86 h 228"/>
                <a:gd name="T14" fmla="*/ 434 w 475"/>
                <a:gd name="T15" fmla="*/ 62 h 228"/>
                <a:gd name="T16" fmla="*/ 423 w 475"/>
                <a:gd name="T17" fmla="*/ 86 h 228"/>
                <a:gd name="T18" fmla="*/ 444 w 475"/>
                <a:gd name="T19" fmla="*/ 94 h 228"/>
                <a:gd name="T20" fmla="*/ 446 w 475"/>
                <a:gd name="T21" fmla="*/ 101 h 228"/>
                <a:gd name="T22" fmla="*/ 402 w 475"/>
                <a:gd name="T23" fmla="*/ 121 h 228"/>
                <a:gd name="T24" fmla="*/ 420 w 475"/>
                <a:gd name="T25" fmla="*/ 141 h 228"/>
                <a:gd name="T26" fmla="*/ 415 w 475"/>
                <a:gd name="T27" fmla="*/ 125 h 228"/>
                <a:gd name="T28" fmla="*/ 376 w 475"/>
                <a:gd name="T29" fmla="*/ 147 h 228"/>
                <a:gd name="T30" fmla="*/ 398 w 475"/>
                <a:gd name="T31" fmla="*/ 142 h 228"/>
                <a:gd name="T32" fmla="*/ 403 w 475"/>
                <a:gd name="T33" fmla="*/ 161 h 228"/>
                <a:gd name="T34" fmla="*/ 399 w 475"/>
                <a:gd name="T35" fmla="*/ 163 h 228"/>
                <a:gd name="T36" fmla="*/ 362 w 475"/>
                <a:gd name="T37" fmla="*/ 161 h 228"/>
                <a:gd name="T38" fmla="*/ 384 w 475"/>
                <a:gd name="T39" fmla="*/ 178 h 228"/>
                <a:gd name="T40" fmla="*/ 353 w 475"/>
                <a:gd name="T41" fmla="*/ 166 h 228"/>
                <a:gd name="T42" fmla="*/ 354 w 475"/>
                <a:gd name="T43" fmla="*/ 197 h 228"/>
                <a:gd name="T44" fmla="*/ 306 w 475"/>
                <a:gd name="T45" fmla="*/ 188 h 228"/>
                <a:gd name="T46" fmla="*/ 321 w 475"/>
                <a:gd name="T47" fmla="*/ 212 h 228"/>
                <a:gd name="T48" fmla="*/ 333 w 475"/>
                <a:gd name="T49" fmla="*/ 176 h 228"/>
                <a:gd name="T50" fmla="*/ 302 w 475"/>
                <a:gd name="T51" fmla="*/ 190 h 228"/>
                <a:gd name="T52" fmla="*/ 308 w 475"/>
                <a:gd name="T53" fmla="*/ 216 h 228"/>
                <a:gd name="T54" fmla="*/ 288 w 475"/>
                <a:gd name="T55" fmla="*/ 193 h 228"/>
                <a:gd name="T56" fmla="*/ 250 w 475"/>
                <a:gd name="T57" fmla="*/ 226 h 228"/>
                <a:gd name="T58" fmla="*/ 255 w 475"/>
                <a:gd name="T59" fmla="*/ 217 h 228"/>
                <a:gd name="T60" fmla="*/ 244 w 475"/>
                <a:gd name="T61" fmla="*/ 197 h 228"/>
                <a:gd name="T62" fmla="*/ 203 w 475"/>
                <a:gd name="T63" fmla="*/ 195 h 228"/>
                <a:gd name="T64" fmla="*/ 209 w 475"/>
                <a:gd name="T65" fmla="*/ 225 h 228"/>
                <a:gd name="T66" fmla="*/ 232 w 475"/>
                <a:gd name="T67" fmla="*/ 200 h 228"/>
                <a:gd name="T68" fmla="*/ 194 w 475"/>
                <a:gd name="T69" fmla="*/ 220 h 228"/>
                <a:gd name="T70" fmla="*/ 191 w 475"/>
                <a:gd name="T71" fmla="*/ 219 h 228"/>
                <a:gd name="T72" fmla="*/ 165 w 475"/>
                <a:gd name="T73" fmla="*/ 188 h 228"/>
                <a:gd name="T74" fmla="*/ 160 w 475"/>
                <a:gd name="T75" fmla="*/ 184 h 228"/>
                <a:gd name="T76" fmla="*/ 125 w 475"/>
                <a:gd name="T77" fmla="*/ 200 h 228"/>
                <a:gd name="T78" fmla="*/ 141 w 475"/>
                <a:gd name="T79" fmla="*/ 190 h 228"/>
                <a:gd name="T80" fmla="*/ 106 w 475"/>
                <a:gd name="T81" fmla="*/ 184 h 228"/>
                <a:gd name="T82" fmla="*/ 114 w 475"/>
                <a:gd name="T83" fmla="*/ 157 h 228"/>
                <a:gd name="T84" fmla="*/ 100 w 475"/>
                <a:gd name="T85" fmla="*/ 169 h 228"/>
                <a:gd name="T86" fmla="*/ 79 w 475"/>
                <a:gd name="T87" fmla="*/ 165 h 228"/>
                <a:gd name="T88" fmla="*/ 88 w 475"/>
                <a:gd name="T89" fmla="*/ 135 h 228"/>
                <a:gd name="T90" fmla="*/ 45 w 475"/>
                <a:gd name="T91" fmla="*/ 130 h 228"/>
                <a:gd name="T92" fmla="*/ 74 w 475"/>
                <a:gd name="T93" fmla="*/ 117 h 228"/>
                <a:gd name="T94" fmla="*/ 58 w 475"/>
                <a:gd name="T95" fmla="*/ 93 h 228"/>
                <a:gd name="T96" fmla="*/ 26 w 475"/>
                <a:gd name="T97" fmla="*/ 94 h 228"/>
                <a:gd name="T98" fmla="*/ 48 w 475"/>
                <a:gd name="T99" fmla="*/ 79 h 228"/>
                <a:gd name="T100" fmla="*/ 28 w 475"/>
                <a:gd name="T101" fmla="*/ 75 h 228"/>
                <a:gd name="T102" fmla="*/ 46 w 475"/>
                <a:gd name="T103" fmla="*/ 66 h 228"/>
                <a:gd name="T104" fmla="*/ 17 w 475"/>
                <a:gd name="T105" fmla="*/ 65 h 228"/>
                <a:gd name="T106" fmla="*/ 5 w 475"/>
                <a:gd name="T107" fmla="*/ 38 h 228"/>
                <a:gd name="T108" fmla="*/ 35 w 475"/>
                <a:gd name="T109" fmla="*/ 31 h 228"/>
                <a:gd name="T110" fmla="*/ 4 w 475"/>
                <a:gd name="T111" fmla="*/ 23 h 228"/>
                <a:gd name="T112" fmla="*/ 1 w 475"/>
                <a:gd name="T113" fmla="*/ 2 h 228"/>
                <a:gd name="T114" fmla="*/ 30 w 475"/>
                <a:gd name="T115" fmla="*/ 11 h 228"/>
                <a:gd name="T116" fmla="*/ 32 w 475"/>
                <a:gd name="T117"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5" h="228">
                  <a:moveTo>
                    <a:pt x="44" y="55"/>
                  </a:moveTo>
                  <a:cubicBezTo>
                    <a:pt x="45" y="56"/>
                    <a:pt x="45" y="56"/>
                    <a:pt x="45" y="57"/>
                  </a:cubicBezTo>
                  <a:cubicBezTo>
                    <a:pt x="45" y="57"/>
                    <a:pt x="45" y="58"/>
                    <a:pt x="44" y="58"/>
                  </a:cubicBezTo>
                  <a:cubicBezTo>
                    <a:pt x="44" y="58"/>
                    <a:pt x="43" y="58"/>
                    <a:pt x="42" y="58"/>
                  </a:cubicBezTo>
                  <a:cubicBezTo>
                    <a:pt x="29" y="57"/>
                    <a:pt x="29" y="57"/>
                    <a:pt x="29" y="57"/>
                  </a:cubicBezTo>
                  <a:cubicBezTo>
                    <a:pt x="28" y="57"/>
                    <a:pt x="28" y="57"/>
                    <a:pt x="28" y="57"/>
                  </a:cubicBezTo>
                  <a:cubicBezTo>
                    <a:pt x="28" y="56"/>
                    <a:pt x="28" y="56"/>
                    <a:pt x="28" y="56"/>
                  </a:cubicBezTo>
                  <a:cubicBezTo>
                    <a:pt x="28" y="56"/>
                    <a:pt x="28" y="56"/>
                    <a:pt x="29" y="56"/>
                  </a:cubicBezTo>
                  <a:cubicBezTo>
                    <a:pt x="29" y="55"/>
                    <a:pt x="33" y="55"/>
                    <a:pt x="41" y="54"/>
                  </a:cubicBezTo>
                  <a:cubicBezTo>
                    <a:pt x="42" y="54"/>
                    <a:pt x="43" y="54"/>
                    <a:pt x="44" y="55"/>
                  </a:cubicBezTo>
                  <a:close/>
                  <a:moveTo>
                    <a:pt x="448" y="10"/>
                  </a:moveTo>
                  <a:cubicBezTo>
                    <a:pt x="448" y="9"/>
                    <a:pt x="447" y="9"/>
                    <a:pt x="447" y="10"/>
                  </a:cubicBezTo>
                  <a:cubicBezTo>
                    <a:pt x="446" y="10"/>
                    <a:pt x="446" y="11"/>
                    <a:pt x="446" y="12"/>
                  </a:cubicBezTo>
                  <a:cubicBezTo>
                    <a:pt x="446" y="13"/>
                    <a:pt x="446" y="13"/>
                    <a:pt x="446" y="13"/>
                  </a:cubicBezTo>
                  <a:cubicBezTo>
                    <a:pt x="445" y="13"/>
                    <a:pt x="445" y="13"/>
                    <a:pt x="445" y="13"/>
                  </a:cubicBezTo>
                  <a:cubicBezTo>
                    <a:pt x="446" y="3"/>
                    <a:pt x="446" y="3"/>
                    <a:pt x="446" y="3"/>
                  </a:cubicBezTo>
                  <a:cubicBezTo>
                    <a:pt x="447" y="3"/>
                    <a:pt x="447" y="3"/>
                    <a:pt x="447" y="3"/>
                  </a:cubicBezTo>
                  <a:cubicBezTo>
                    <a:pt x="447" y="4"/>
                    <a:pt x="447" y="4"/>
                    <a:pt x="447" y="4"/>
                  </a:cubicBezTo>
                  <a:cubicBezTo>
                    <a:pt x="447" y="4"/>
                    <a:pt x="447" y="5"/>
                    <a:pt x="447" y="6"/>
                  </a:cubicBezTo>
                  <a:cubicBezTo>
                    <a:pt x="448" y="7"/>
                    <a:pt x="448" y="7"/>
                    <a:pt x="449" y="8"/>
                  </a:cubicBezTo>
                  <a:cubicBezTo>
                    <a:pt x="462" y="17"/>
                    <a:pt x="462" y="17"/>
                    <a:pt x="462" y="17"/>
                  </a:cubicBezTo>
                  <a:cubicBezTo>
                    <a:pt x="472" y="18"/>
                    <a:pt x="472" y="18"/>
                    <a:pt x="472" y="18"/>
                  </a:cubicBezTo>
                  <a:cubicBezTo>
                    <a:pt x="473" y="18"/>
                    <a:pt x="473" y="18"/>
                    <a:pt x="473" y="18"/>
                  </a:cubicBezTo>
                  <a:cubicBezTo>
                    <a:pt x="473" y="17"/>
                    <a:pt x="474" y="17"/>
                    <a:pt x="474" y="16"/>
                  </a:cubicBezTo>
                  <a:cubicBezTo>
                    <a:pt x="474" y="14"/>
                    <a:pt x="474" y="14"/>
                    <a:pt x="474" y="14"/>
                  </a:cubicBezTo>
                  <a:cubicBezTo>
                    <a:pt x="475" y="14"/>
                    <a:pt x="475" y="14"/>
                    <a:pt x="475" y="14"/>
                  </a:cubicBezTo>
                  <a:cubicBezTo>
                    <a:pt x="474" y="27"/>
                    <a:pt x="474" y="27"/>
                    <a:pt x="474" y="27"/>
                  </a:cubicBezTo>
                  <a:cubicBezTo>
                    <a:pt x="473" y="27"/>
                    <a:pt x="473" y="27"/>
                    <a:pt x="473" y="27"/>
                  </a:cubicBezTo>
                  <a:cubicBezTo>
                    <a:pt x="473" y="25"/>
                    <a:pt x="473" y="25"/>
                    <a:pt x="473" y="25"/>
                  </a:cubicBezTo>
                  <a:cubicBezTo>
                    <a:pt x="473" y="24"/>
                    <a:pt x="473" y="23"/>
                    <a:pt x="473" y="23"/>
                  </a:cubicBezTo>
                  <a:cubicBezTo>
                    <a:pt x="472" y="22"/>
                    <a:pt x="472" y="22"/>
                    <a:pt x="472" y="22"/>
                  </a:cubicBezTo>
                  <a:cubicBezTo>
                    <a:pt x="463" y="21"/>
                    <a:pt x="463" y="21"/>
                    <a:pt x="463" y="21"/>
                  </a:cubicBezTo>
                  <a:cubicBezTo>
                    <a:pt x="446" y="28"/>
                    <a:pt x="446" y="28"/>
                    <a:pt x="446" y="28"/>
                  </a:cubicBezTo>
                  <a:cubicBezTo>
                    <a:pt x="446" y="28"/>
                    <a:pt x="445" y="29"/>
                    <a:pt x="445" y="29"/>
                  </a:cubicBezTo>
                  <a:cubicBezTo>
                    <a:pt x="444" y="30"/>
                    <a:pt x="444" y="30"/>
                    <a:pt x="444" y="31"/>
                  </a:cubicBezTo>
                  <a:cubicBezTo>
                    <a:pt x="444" y="32"/>
                    <a:pt x="444" y="32"/>
                    <a:pt x="444" y="32"/>
                  </a:cubicBezTo>
                  <a:cubicBezTo>
                    <a:pt x="443" y="32"/>
                    <a:pt x="443" y="32"/>
                    <a:pt x="443" y="32"/>
                  </a:cubicBezTo>
                  <a:cubicBezTo>
                    <a:pt x="444" y="21"/>
                    <a:pt x="444" y="21"/>
                    <a:pt x="444" y="21"/>
                  </a:cubicBezTo>
                  <a:cubicBezTo>
                    <a:pt x="445" y="21"/>
                    <a:pt x="445" y="21"/>
                    <a:pt x="445" y="21"/>
                  </a:cubicBezTo>
                  <a:cubicBezTo>
                    <a:pt x="445" y="22"/>
                    <a:pt x="445" y="22"/>
                    <a:pt x="445" y="22"/>
                  </a:cubicBezTo>
                  <a:cubicBezTo>
                    <a:pt x="445" y="23"/>
                    <a:pt x="445" y="24"/>
                    <a:pt x="445" y="24"/>
                  </a:cubicBezTo>
                  <a:cubicBezTo>
                    <a:pt x="446" y="24"/>
                    <a:pt x="446" y="24"/>
                    <a:pt x="447" y="24"/>
                  </a:cubicBezTo>
                  <a:cubicBezTo>
                    <a:pt x="460" y="18"/>
                    <a:pt x="460" y="18"/>
                    <a:pt x="460" y="18"/>
                  </a:cubicBezTo>
                  <a:cubicBezTo>
                    <a:pt x="461" y="18"/>
                    <a:pt x="461" y="18"/>
                    <a:pt x="461" y="18"/>
                  </a:cubicBezTo>
                  <a:cubicBezTo>
                    <a:pt x="448" y="10"/>
                    <a:pt x="448" y="10"/>
                    <a:pt x="448" y="10"/>
                  </a:cubicBezTo>
                  <a:close/>
                  <a:moveTo>
                    <a:pt x="470" y="48"/>
                  </a:moveTo>
                  <a:cubicBezTo>
                    <a:pt x="466" y="61"/>
                    <a:pt x="466" y="61"/>
                    <a:pt x="466" y="61"/>
                  </a:cubicBezTo>
                  <a:cubicBezTo>
                    <a:pt x="465" y="61"/>
                    <a:pt x="465" y="61"/>
                    <a:pt x="465" y="61"/>
                  </a:cubicBezTo>
                  <a:cubicBezTo>
                    <a:pt x="466" y="59"/>
                    <a:pt x="466" y="59"/>
                    <a:pt x="466" y="59"/>
                  </a:cubicBezTo>
                  <a:cubicBezTo>
                    <a:pt x="466" y="58"/>
                    <a:pt x="466" y="57"/>
                    <a:pt x="466" y="57"/>
                  </a:cubicBezTo>
                  <a:cubicBezTo>
                    <a:pt x="466" y="56"/>
                    <a:pt x="465" y="56"/>
                    <a:pt x="465" y="56"/>
                  </a:cubicBezTo>
                  <a:cubicBezTo>
                    <a:pt x="441" y="49"/>
                    <a:pt x="441" y="49"/>
                    <a:pt x="441" y="49"/>
                  </a:cubicBezTo>
                  <a:cubicBezTo>
                    <a:pt x="440" y="49"/>
                    <a:pt x="440" y="49"/>
                    <a:pt x="439" y="49"/>
                  </a:cubicBezTo>
                  <a:cubicBezTo>
                    <a:pt x="439" y="49"/>
                    <a:pt x="439" y="50"/>
                    <a:pt x="439" y="51"/>
                  </a:cubicBezTo>
                  <a:cubicBezTo>
                    <a:pt x="438" y="53"/>
                    <a:pt x="438" y="55"/>
                    <a:pt x="438" y="56"/>
                  </a:cubicBezTo>
                  <a:cubicBezTo>
                    <a:pt x="439" y="57"/>
                    <a:pt x="440" y="58"/>
                    <a:pt x="442" y="60"/>
                  </a:cubicBezTo>
                  <a:cubicBezTo>
                    <a:pt x="441" y="62"/>
                    <a:pt x="441" y="62"/>
                    <a:pt x="441" y="62"/>
                  </a:cubicBezTo>
                  <a:cubicBezTo>
                    <a:pt x="435" y="58"/>
                    <a:pt x="435" y="58"/>
                    <a:pt x="435" y="58"/>
                  </a:cubicBezTo>
                  <a:cubicBezTo>
                    <a:pt x="442" y="35"/>
                    <a:pt x="442" y="35"/>
                    <a:pt x="442" y="35"/>
                  </a:cubicBezTo>
                  <a:cubicBezTo>
                    <a:pt x="449" y="35"/>
                    <a:pt x="449" y="35"/>
                    <a:pt x="449" y="35"/>
                  </a:cubicBezTo>
                  <a:cubicBezTo>
                    <a:pt x="449" y="36"/>
                    <a:pt x="449" y="36"/>
                    <a:pt x="449" y="36"/>
                  </a:cubicBezTo>
                  <a:cubicBezTo>
                    <a:pt x="446" y="37"/>
                    <a:pt x="444" y="37"/>
                    <a:pt x="444" y="38"/>
                  </a:cubicBezTo>
                  <a:cubicBezTo>
                    <a:pt x="443" y="38"/>
                    <a:pt x="442" y="40"/>
                    <a:pt x="441" y="42"/>
                  </a:cubicBezTo>
                  <a:cubicBezTo>
                    <a:pt x="441" y="44"/>
                    <a:pt x="441" y="44"/>
                    <a:pt x="441" y="45"/>
                  </a:cubicBezTo>
                  <a:cubicBezTo>
                    <a:pt x="441" y="45"/>
                    <a:pt x="441" y="45"/>
                    <a:pt x="442" y="45"/>
                  </a:cubicBezTo>
                  <a:cubicBezTo>
                    <a:pt x="466" y="52"/>
                    <a:pt x="466" y="52"/>
                    <a:pt x="466" y="52"/>
                  </a:cubicBezTo>
                  <a:cubicBezTo>
                    <a:pt x="466" y="52"/>
                    <a:pt x="467" y="52"/>
                    <a:pt x="467" y="52"/>
                  </a:cubicBezTo>
                  <a:cubicBezTo>
                    <a:pt x="467" y="51"/>
                    <a:pt x="468" y="51"/>
                    <a:pt x="468" y="50"/>
                  </a:cubicBezTo>
                  <a:cubicBezTo>
                    <a:pt x="469" y="48"/>
                    <a:pt x="469" y="48"/>
                    <a:pt x="469" y="48"/>
                  </a:cubicBezTo>
                  <a:cubicBezTo>
                    <a:pt x="470" y="48"/>
                    <a:pt x="470" y="48"/>
                    <a:pt x="470" y="48"/>
                  </a:cubicBezTo>
                  <a:close/>
                  <a:moveTo>
                    <a:pt x="427" y="81"/>
                  </a:moveTo>
                  <a:cubicBezTo>
                    <a:pt x="429" y="76"/>
                    <a:pt x="429" y="76"/>
                    <a:pt x="429" y="76"/>
                  </a:cubicBezTo>
                  <a:cubicBezTo>
                    <a:pt x="429" y="75"/>
                    <a:pt x="430" y="74"/>
                    <a:pt x="430" y="74"/>
                  </a:cubicBezTo>
                  <a:cubicBezTo>
                    <a:pt x="430" y="74"/>
                    <a:pt x="431" y="74"/>
                    <a:pt x="431" y="74"/>
                  </a:cubicBezTo>
                  <a:cubicBezTo>
                    <a:pt x="455" y="83"/>
                    <a:pt x="455" y="83"/>
                    <a:pt x="455" y="83"/>
                  </a:cubicBezTo>
                  <a:cubicBezTo>
                    <a:pt x="455" y="83"/>
                    <a:pt x="456" y="83"/>
                    <a:pt x="456" y="84"/>
                  </a:cubicBezTo>
                  <a:cubicBezTo>
                    <a:pt x="456" y="84"/>
                    <a:pt x="456" y="85"/>
                    <a:pt x="455" y="86"/>
                  </a:cubicBezTo>
                  <a:cubicBezTo>
                    <a:pt x="453" y="91"/>
                    <a:pt x="453" y="91"/>
                    <a:pt x="453" y="91"/>
                  </a:cubicBezTo>
                  <a:cubicBezTo>
                    <a:pt x="454" y="91"/>
                    <a:pt x="454" y="91"/>
                    <a:pt x="454" y="91"/>
                  </a:cubicBezTo>
                  <a:cubicBezTo>
                    <a:pt x="462" y="73"/>
                    <a:pt x="462" y="73"/>
                    <a:pt x="462" y="73"/>
                  </a:cubicBezTo>
                  <a:cubicBezTo>
                    <a:pt x="461" y="72"/>
                    <a:pt x="461" y="72"/>
                    <a:pt x="461" y="72"/>
                  </a:cubicBezTo>
                  <a:cubicBezTo>
                    <a:pt x="458" y="78"/>
                    <a:pt x="458" y="78"/>
                    <a:pt x="458" y="78"/>
                  </a:cubicBezTo>
                  <a:cubicBezTo>
                    <a:pt x="458" y="78"/>
                    <a:pt x="458" y="79"/>
                    <a:pt x="458" y="79"/>
                  </a:cubicBezTo>
                  <a:cubicBezTo>
                    <a:pt x="457" y="79"/>
                    <a:pt x="457" y="79"/>
                    <a:pt x="456" y="79"/>
                  </a:cubicBezTo>
                  <a:cubicBezTo>
                    <a:pt x="433" y="70"/>
                    <a:pt x="433" y="70"/>
                    <a:pt x="433" y="70"/>
                  </a:cubicBezTo>
                  <a:cubicBezTo>
                    <a:pt x="432" y="70"/>
                    <a:pt x="432" y="70"/>
                    <a:pt x="432" y="69"/>
                  </a:cubicBezTo>
                  <a:cubicBezTo>
                    <a:pt x="432" y="69"/>
                    <a:pt x="432" y="68"/>
                    <a:pt x="432" y="68"/>
                  </a:cubicBezTo>
                  <a:cubicBezTo>
                    <a:pt x="434" y="62"/>
                    <a:pt x="434" y="62"/>
                    <a:pt x="434" y="62"/>
                  </a:cubicBezTo>
                  <a:cubicBezTo>
                    <a:pt x="433" y="62"/>
                    <a:pt x="433" y="62"/>
                    <a:pt x="433" y="62"/>
                  </a:cubicBezTo>
                  <a:cubicBezTo>
                    <a:pt x="426" y="81"/>
                    <a:pt x="426" y="81"/>
                    <a:pt x="426" y="81"/>
                  </a:cubicBezTo>
                  <a:cubicBezTo>
                    <a:pt x="427" y="81"/>
                    <a:pt x="427" y="81"/>
                    <a:pt x="427" y="81"/>
                  </a:cubicBezTo>
                  <a:close/>
                  <a:moveTo>
                    <a:pt x="432" y="102"/>
                  </a:moveTo>
                  <a:cubicBezTo>
                    <a:pt x="428" y="105"/>
                    <a:pt x="426" y="107"/>
                    <a:pt x="424" y="108"/>
                  </a:cubicBezTo>
                  <a:cubicBezTo>
                    <a:pt x="422" y="109"/>
                    <a:pt x="420" y="109"/>
                    <a:pt x="418" y="108"/>
                  </a:cubicBezTo>
                  <a:cubicBezTo>
                    <a:pt x="417" y="107"/>
                    <a:pt x="416" y="106"/>
                    <a:pt x="416" y="103"/>
                  </a:cubicBezTo>
                  <a:cubicBezTo>
                    <a:pt x="415" y="100"/>
                    <a:pt x="416" y="97"/>
                    <a:pt x="418" y="94"/>
                  </a:cubicBezTo>
                  <a:cubicBezTo>
                    <a:pt x="419" y="93"/>
                    <a:pt x="420" y="91"/>
                    <a:pt x="421" y="90"/>
                  </a:cubicBezTo>
                  <a:cubicBezTo>
                    <a:pt x="422" y="89"/>
                    <a:pt x="422" y="88"/>
                    <a:pt x="423" y="88"/>
                  </a:cubicBezTo>
                  <a:cubicBezTo>
                    <a:pt x="423" y="87"/>
                    <a:pt x="423" y="87"/>
                    <a:pt x="423" y="86"/>
                  </a:cubicBezTo>
                  <a:cubicBezTo>
                    <a:pt x="423" y="86"/>
                    <a:pt x="423" y="85"/>
                    <a:pt x="423" y="85"/>
                  </a:cubicBezTo>
                  <a:cubicBezTo>
                    <a:pt x="430" y="87"/>
                    <a:pt x="430" y="87"/>
                    <a:pt x="430" y="87"/>
                  </a:cubicBezTo>
                  <a:cubicBezTo>
                    <a:pt x="429" y="89"/>
                    <a:pt x="429" y="89"/>
                    <a:pt x="429" y="89"/>
                  </a:cubicBezTo>
                  <a:cubicBezTo>
                    <a:pt x="427" y="89"/>
                    <a:pt x="424" y="89"/>
                    <a:pt x="423" y="90"/>
                  </a:cubicBezTo>
                  <a:cubicBezTo>
                    <a:pt x="421" y="91"/>
                    <a:pt x="420" y="93"/>
                    <a:pt x="419" y="95"/>
                  </a:cubicBezTo>
                  <a:cubicBezTo>
                    <a:pt x="417" y="98"/>
                    <a:pt x="417" y="100"/>
                    <a:pt x="417" y="102"/>
                  </a:cubicBezTo>
                  <a:cubicBezTo>
                    <a:pt x="418" y="103"/>
                    <a:pt x="418" y="104"/>
                    <a:pt x="420" y="105"/>
                  </a:cubicBezTo>
                  <a:cubicBezTo>
                    <a:pt x="421" y="106"/>
                    <a:pt x="422" y="106"/>
                    <a:pt x="423" y="105"/>
                  </a:cubicBezTo>
                  <a:cubicBezTo>
                    <a:pt x="424" y="105"/>
                    <a:pt x="427" y="103"/>
                    <a:pt x="431" y="99"/>
                  </a:cubicBezTo>
                  <a:cubicBezTo>
                    <a:pt x="434" y="96"/>
                    <a:pt x="436" y="94"/>
                    <a:pt x="438" y="93"/>
                  </a:cubicBezTo>
                  <a:cubicBezTo>
                    <a:pt x="440" y="93"/>
                    <a:pt x="442" y="93"/>
                    <a:pt x="444" y="94"/>
                  </a:cubicBezTo>
                  <a:cubicBezTo>
                    <a:pt x="446" y="95"/>
                    <a:pt x="447" y="96"/>
                    <a:pt x="447" y="99"/>
                  </a:cubicBezTo>
                  <a:cubicBezTo>
                    <a:pt x="448" y="102"/>
                    <a:pt x="447" y="105"/>
                    <a:pt x="445" y="108"/>
                  </a:cubicBezTo>
                  <a:cubicBezTo>
                    <a:pt x="444" y="110"/>
                    <a:pt x="443" y="111"/>
                    <a:pt x="442" y="112"/>
                  </a:cubicBezTo>
                  <a:cubicBezTo>
                    <a:pt x="441" y="113"/>
                    <a:pt x="441" y="114"/>
                    <a:pt x="440" y="115"/>
                  </a:cubicBezTo>
                  <a:cubicBezTo>
                    <a:pt x="440" y="115"/>
                    <a:pt x="440" y="116"/>
                    <a:pt x="440" y="116"/>
                  </a:cubicBezTo>
                  <a:cubicBezTo>
                    <a:pt x="440" y="117"/>
                    <a:pt x="440" y="118"/>
                    <a:pt x="440" y="118"/>
                  </a:cubicBezTo>
                  <a:cubicBezTo>
                    <a:pt x="431" y="116"/>
                    <a:pt x="431" y="116"/>
                    <a:pt x="431" y="116"/>
                  </a:cubicBezTo>
                  <a:cubicBezTo>
                    <a:pt x="432" y="114"/>
                    <a:pt x="432" y="114"/>
                    <a:pt x="432" y="114"/>
                  </a:cubicBezTo>
                  <a:cubicBezTo>
                    <a:pt x="435" y="115"/>
                    <a:pt x="437" y="114"/>
                    <a:pt x="439" y="113"/>
                  </a:cubicBezTo>
                  <a:cubicBezTo>
                    <a:pt x="441" y="112"/>
                    <a:pt x="443" y="110"/>
                    <a:pt x="444" y="108"/>
                  </a:cubicBezTo>
                  <a:cubicBezTo>
                    <a:pt x="446" y="105"/>
                    <a:pt x="446" y="103"/>
                    <a:pt x="446" y="101"/>
                  </a:cubicBezTo>
                  <a:cubicBezTo>
                    <a:pt x="445" y="99"/>
                    <a:pt x="444" y="98"/>
                    <a:pt x="442" y="97"/>
                  </a:cubicBezTo>
                  <a:cubicBezTo>
                    <a:pt x="441" y="96"/>
                    <a:pt x="440" y="96"/>
                    <a:pt x="438" y="97"/>
                  </a:cubicBezTo>
                  <a:cubicBezTo>
                    <a:pt x="436" y="98"/>
                    <a:pt x="434" y="100"/>
                    <a:pt x="432" y="102"/>
                  </a:cubicBezTo>
                  <a:close/>
                  <a:moveTo>
                    <a:pt x="411" y="129"/>
                  </a:moveTo>
                  <a:cubicBezTo>
                    <a:pt x="415" y="124"/>
                    <a:pt x="415" y="124"/>
                    <a:pt x="415" y="124"/>
                  </a:cubicBezTo>
                  <a:cubicBezTo>
                    <a:pt x="416" y="123"/>
                    <a:pt x="417" y="121"/>
                    <a:pt x="417" y="119"/>
                  </a:cubicBezTo>
                  <a:cubicBezTo>
                    <a:pt x="418" y="117"/>
                    <a:pt x="417" y="115"/>
                    <a:pt x="415" y="114"/>
                  </a:cubicBezTo>
                  <a:cubicBezTo>
                    <a:pt x="413" y="112"/>
                    <a:pt x="412" y="112"/>
                    <a:pt x="410" y="112"/>
                  </a:cubicBezTo>
                  <a:cubicBezTo>
                    <a:pt x="408" y="113"/>
                    <a:pt x="406" y="114"/>
                    <a:pt x="404" y="117"/>
                  </a:cubicBezTo>
                  <a:cubicBezTo>
                    <a:pt x="403" y="119"/>
                    <a:pt x="403" y="119"/>
                    <a:pt x="403" y="119"/>
                  </a:cubicBezTo>
                  <a:cubicBezTo>
                    <a:pt x="402" y="120"/>
                    <a:pt x="402" y="120"/>
                    <a:pt x="402" y="121"/>
                  </a:cubicBezTo>
                  <a:cubicBezTo>
                    <a:pt x="402" y="121"/>
                    <a:pt x="402" y="122"/>
                    <a:pt x="402" y="122"/>
                  </a:cubicBezTo>
                  <a:cubicBezTo>
                    <a:pt x="411" y="129"/>
                    <a:pt x="411" y="129"/>
                    <a:pt x="411" y="129"/>
                  </a:cubicBezTo>
                  <a:close/>
                  <a:moveTo>
                    <a:pt x="417" y="110"/>
                  </a:moveTo>
                  <a:cubicBezTo>
                    <a:pt x="416" y="108"/>
                    <a:pt x="414" y="108"/>
                    <a:pt x="411" y="109"/>
                  </a:cubicBezTo>
                  <a:cubicBezTo>
                    <a:pt x="409" y="110"/>
                    <a:pt x="407" y="112"/>
                    <a:pt x="404" y="115"/>
                  </a:cubicBezTo>
                  <a:cubicBezTo>
                    <a:pt x="396" y="126"/>
                    <a:pt x="396" y="126"/>
                    <a:pt x="396" y="126"/>
                  </a:cubicBezTo>
                  <a:cubicBezTo>
                    <a:pt x="396" y="127"/>
                    <a:pt x="396" y="127"/>
                    <a:pt x="396" y="127"/>
                  </a:cubicBezTo>
                  <a:cubicBezTo>
                    <a:pt x="397" y="126"/>
                    <a:pt x="397" y="126"/>
                    <a:pt x="397" y="126"/>
                  </a:cubicBezTo>
                  <a:cubicBezTo>
                    <a:pt x="398" y="125"/>
                    <a:pt x="398" y="125"/>
                    <a:pt x="399" y="125"/>
                  </a:cubicBezTo>
                  <a:cubicBezTo>
                    <a:pt x="399" y="125"/>
                    <a:pt x="399" y="125"/>
                    <a:pt x="400" y="125"/>
                  </a:cubicBezTo>
                  <a:cubicBezTo>
                    <a:pt x="420" y="141"/>
                    <a:pt x="420" y="141"/>
                    <a:pt x="420" y="141"/>
                  </a:cubicBezTo>
                  <a:cubicBezTo>
                    <a:pt x="420" y="141"/>
                    <a:pt x="420" y="141"/>
                    <a:pt x="420" y="142"/>
                  </a:cubicBezTo>
                  <a:cubicBezTo>
                    <a:pt x="420" y="142"/>
                    <a:pt x="420" y="143"/>
                    <a:pt x="419" y="143"/>
                  </a:cubicBezTo>
                  <a:cubicBezTo>
                    <a:pt x="419" y="144"/>
                    <a:pt x="419" y="144"/>
                    <a:pt x="419" y="144"/>
                  </a:cubicBezTo>
                  <a:cubicBezTo>
                    <a:pt x="419" y="145"/>
                    <a:pt x="419" y="145"/>
                    <a:pt x="419" y="145"/>
                  </a:cubicBezTo>
                  <a:cubicBezTo>
                    <a:pt x="427" y="136"/>
                    <a:pt x="427" y="136"/>
                    <a:pt x="427" y="136"/>
                  </a:cubicBezTo>
                  <a:cubicBezTo>
                    <a:pt x="426" y="135"/>
                    <a:pt x="426" y="135"/>
                    <a:pt x="426" y="135"/>
                  </a:cubicBezTo>
                  <a:cubicBezTo>
                    <a:pt x="425" y="136"/>
                    <a:pt x="425" y="136"/>
                    <a:pt x="425" y="136"/>
                  </a:cubicBezTo>
                  <a:cubicBezTo>
                    <a:pt x="424" y="137"/>
                    <a:pt x="424" y="137"/>
                    <a:pt x="423" y="137"/>
                  </a:cubicBezTo>
                  <a:cubicBezTo>
                    <a:pt x="423" y="138"/>
                    <a:pt x="423" y="138"/>
                    <a:pt x="422" y="137"/>
                  </a:cubicBezTo>
                  <a:cubicBezTo>
                    <a:pt x="412" y="130"/>
                    <a:pt x="412" y="130"/>
                    <a:pt x="412" y="130"/>
                  </a:cubicBezTo>
                  <a:cubicBezTo>
                    <a:pt x="415" y="125"/>
                    <a:pt x="415" y="125"/>
                    <a:pt x="415" y="125"/>
                  </a:cubicBezTo>
                  <a:cubicBezTo>
                    <a:pt x="433" y="128"/>
                    <a:pt x="433" y="128"/>
                    <a:pt x="433" y="128"/>
                  </a:cubicBezTo>
                  <a:cubicBezTo>
                    <a:pt x="437" y="122"/>
                    <a:pt x="437" y="122"/>
                    <a:pt x="437" y="122"/>
                  </a:cubicBezTo>
                  <a:cubicBezTo>
                    <a:pt x="436" y="122"/>
                    <a:pt x="436" y="122"/>
                    <a:pt x="436" y="122"/>
                  </a:cubicBezTo>
                  <a:cubicBezTo>
                    <a:pt x="435" y="123"/>
                    <a:pt x="435" y="123"/>
                    <a:pt x="435" y="123"/>
                  </a:cubicBezTo>
                  <a:cubicBezTo>
                    <a:pt x="435" y="123"/>
                    <a:pt x="435" y="123"/>
                    <a:pt x="434" y="124"/>
                  </a:cubicBezTo>
                  <a:cubicBezTo>
                    <a:pt x="434" y="124"/>
                    <a:pt x="433" y="124"/>
                    <a:pt x="433" y="124"/>
                  </a:cubicBezTo>
                  <a:cubicBezTo>
                    <a:pt x="418" y="122"/>
                    <a:pt x="418" y="122"/>
                    <a:pt x="418" y="122"/>
                  </a:cubicBezTo>
                  <a:cubicBezTo>
                    <a:pt x="419" y="120"/>
                    <a:pt x="420" y="118"/>
                    <a:pt x="420" y="115"/>
                  </a:cubicBezTo>
                  <a:cubicBezTo>
                    <a:pt x="420" y="113"/>
                    <a:pt x="419" y="111"/>
                    <a:pt x="417" y="110"/>
                  </a:cubicBezTo>
                  <a:close/>
                  <a:moveTo>
                    <a:pt x="376" y="148"/>
                  </a:moveTo>
                  <a:cubicBezTo>
                    <a:pt x="376" y="147"/>
                    <a:pt x="376" y="147"/>
                    <a:pt x="376" y="147"/>
                  </a:cubicBezTo>
                  <a:cubicBezTo>
                    <a:pt x="393" y="129"/>
                    <a:pt x="393" y="129"/>
                    <a:pt x="393" y="129"/>
                  </a:cubicBezTo>
                  <a:cubicBezTo>
                    <a:pt x="399" y="131"/>
                    <a:pt x="399" y="131"/>
                    <a:pt x="399" y="131"/>
                  </a:cubicBezTo>
                  <a:cubicBezTo>
                    <a:pt x="398" y="132"/>
                    <a:pt x="398" y="132"/>
                    <a:pt x="398" y="132"/>
                  </a:cubicBezTo>
                  <a:cubicBezTo>
                    <a:pt x="396" y="132"/>
                    <a:pt x="394" y="132"/>
                    <a:pt x="393" y="133"/>
                  </a:cubicBezTo>
                  <a:cubicBezTo>
                    <a:pt x="391" y="133"/>
                    <a:pt x="389" y="134"/>
                    <a:pt x="388" y="135"/>
                  </a:cubicBezTo>
                  <a:cubicBezTo>
                    <a:pt x="383" y="141"/>
                    <a:pt x="383" y="141"/>
                    <a:pt x="383" y="141"/>
                  </a:cubicBezTo>
                  <a:cubicBezTo>
                    <a:pt x="383" y="141"/>
                    <a:pt x="383" y="142"/>
                    <a:pt x="383" y="142"/>
                  </a:cubicBezTo>
                  <a:cubicBezTo>
                    <a:pt x="382" y="143"/>
                    <a:pt x="382" y="143"/>
                    <a:pt x="383" y="143"/>
                  </a:cubicBezTo>
                  <a:cubicBezTo>
                    <a:pt x="391" y="151"/>
                    <a:pt x="391" y="151"/>
                    <a:pt x="391" y="151"/>
                  </a:cubicBezTo>
                  <a:cubicBezTo>
                    <a:pt x="396" y="145"/>
                    <a:pt x="396" y="145"/>
                    <a:pt x="396" y="145"/>
                  </a:cubicBezTo>
                  <a:cubicBezTo>
                    <a:pt x="397" y="144"/>
                    <a:pt x="398" y="143"/>
                    <a:pt x="398" y="142"/>
                  </a:cubicBezTo>
                  <a:cubicBezTo>
                    <a:pt x="398" y="141"/>
                    <a:pt x="397" y="140"/>
                    <a:pt x="397" y="139"/>
                  </a:cubicBezTo>
                  <a:cubicBezTo>
                    <a:pt x="396" y="139"/>
                    <a:pt x="396" y="139"/>
                    <a:pt x="396" y="139"/>
                  </a:cubicBezTo>
                  <a:cubicBezTo>
                    <a:pt x="397" y="138"/>
                    <a:pt x="397" y="138"/>
                    <a:pt x="397" y="138"/>
                  </a:cubicBezTo>
                  <a:cubicBezTo>
                    <a:pt x="404" y="145"/>
                    <a:pt x="404" y="145"/>
                    <a:pt x="404" y="145"/>
                  </a:cubicBezTo>
                  <a:cubicBezTo>
                    <a:pt x="403" y="146"/>
                    <a:pt x="403" y="146"/>
                    <a:pt x="403" y="146"/>
                  </a:cubicBezTo>
                  <a:cubicBezTo>
                    <a:pt x="403" y="145"/>
                    <a:pt x="403" y="145"/>
                    <a:pt x="403" y="145"/>
                  </a:cubicBezTo>
                  <a:cubicBezTo>
                    <a:pt x="402" y="144"/>
                    <a:pt x="401" y="144"/>
                    <a:pt x="400" y="144"/>
                  </a:cubicBezTo>
                  <a:cubicBezTo>
                    <a:pt x="399" y="144"/>
                    <a:pt x="398" y="145"/>
                    <a:pt x="397" y="146"/>
                  </a:cubicBezTo>
                  <a:cubicBezTo>
                    <a:pt x="392" y="151"/>
                    <a:pt x="392" y="151"/>
                    <a:pt x="392" y="151"/>
                  </a:cubicBezTo>
                  <a:cubicBezTo>
                    <a:pt x="401" y="160"/>
                    <a:pt x="401" y="160"/>
                    <a:pt x="401" y="160"/>
                  </a:cubicBezTo>
                  <a:cubicBezTo>
                    <a:pt x="402" y="161"/>
                    <a:pt x="402" y="161"/>
                    <a:pt x="403" y="161"/>
                  </a:cubicBezTo>
                  <a:cubicBezTo>
                    <a:pt x="403" y="161"/>
                    <a:pt x="403" y="160"/>
                    <a:pt x="404" y="160"/>
                  </a:cubicBezTo>
                  <a:cubicBezTo>
                    <a:pt x="408" y="155"/>
                    <a:pt x="408" y="155"/>
                    <a:pt x="408" y="155"/>
                  </a:cubicBezTo>
                  <a:cubicBezTo>
                    <a:pt x="410" y="153"/>
                    <a:pt x="411" y="151"/>
                    <a:pt x="412" y="149"/>
                  </a:cubicBezTo>
                  <a:cubicBezTo>
                    <a:pt x="412" y="147"/>
                    <a:pt x="412" y="145"/>
                    <a:pt x="411" y="143"/>
                  </a:cubicBezTo>
                  <a:cubicBezTo>
                    <a:pt x="412" y="142"/>
                    <a:pt x="412" y="142"/>
                    <a:pt x="412" y="142"/>
                  </a:cubicBezTo>
                  <a:cubicBezTo>
                    <a:pt x="415" y="149"/>
                    <a:pt x="415" y="149"/>
                    <a:pt x="415" y="149"/>
                  </a:cubicBezTo>
                  <a:cubicBezTo>
                    <a:pt x="398" y="168"/>
                    <a:pt x="398" y="168"/>
                    <a:pt x="398" y="168"/>
                  </a:cubicBezTo>
                  <a:cubicBezTo>
                    <a:pt x="397" y="167"/>
                    <a:pt x="397" y="167"/>
                    <a:pt x="397" y="167"/>
                  </a:cubicBezTo>
                  <a:cubicBezTo>
                    <a:pt x="398" y="166"/>
                    <a:pt x="398" y="166"/>
                    <a:pt x="398" y="166"/>
                  </a:cubicBezTo>
                  <a:cubicBezTo>
                    <a:pt x="399" y="165"/>
                    <a:pt x="399" y="165"/>
                    <a:pt x="399" y="165"/>
                  </a:cubicBezTo>
                  <a:cubicBezTo>
                    <a:pt x="399" y="164"/>
                    <a:pt x="399" y="164"/>
                    <a:pt x="399" y="163"/>
                  </a:cubicBezTo>
                  <a:cubicBezTo>
                    <a:pt x="380" y="146"/>
                    <a:pt x="380" y="146"/>
                    <a:pt x="380" y="146"/>
                  </a:cubicBezTo>
                  <a:cubicBezTo>
                    <a:pt x="380" y="146"/>
                    <a:pt x="379" y="146"/>
                    <a:pt x="379" y="146"/>
                  </a:cubicBezTo>
                  <a:cubicBezTo>
                    <a:pt x="379" y="146"/>
                    <a:pt x="378" y="146"/>
                    <a:pt x="377" y="147"/>
                  </a:cubicBezTo>
                  <a:cubicBezTo>
                    <a:pt x="376" y="148"/>
                    <a:pt x="376" y="148"/>
                    <a:pt x="376" y="148"/>
                  </a:cubicBezTo>
                  <a:close/>
                  <a:moveTo>
                    <a:pt x="370" y="152"/>
                  </a:moveTo>
                  <a:cubicBezTo>
                    <a:pt x="371" y="151"/>
                    <a:pt x="371" y="151"/>
                    <a:pt x="371" y="151"/>
                  </a:cubicBezTo>
                  <a:cubicBezTo>
                    <a:pt x="372" y="151"/>
                    <a:pt x="372" y="151"/>
                    <a:pt x="373" y="151"/>
                  </a:cubicBezTo>
                  <a:cubicBezTo>
                    <a:pt x="373" y="151"/>
                    <a:pt x="374" y="151"/>
                    <a:pt x="374" y="152"/>
                  </a:cubicBezTo>
                  <a:cubicBezTo>
                    <a:pt x="380" y="172"/>
                    <a:pt x="380" y="172"/>
                    <a:pt x="380" y="172"/>
                  </a:cubicBezTo>
                  <a:cubicBezTo>
                    <a:pt x="380" y="173"/>
                    <a:pt x="380" y="173"/>
                    <a:pt x="380" y="173"/>
                  </a:cubicBezTo>
                  <a:cubicBezTo>
                    <a:pt x="362" y="161"/>
                    <a:pt x="362" y="161"/>
                    <a:pt x="362" y="161"/>
                  </a:cubicBezTo>
                  <a:cubicBezTo>
                    <a:pt x="361" y="161"/>
                    <a:pt x="361" y="161"/>
                    <a:pt x="361" y="160"/>
                  </a:cubicBezTo>
                  <a:cubicBezTo>
                    <a:pt x="361" y="160"/>
                    <a:pt x="361" y="159"/>
                    <a:pt x="362" y="159"/>
                  </a:cubicBezTo>
                  <a:cubicBezTo>
                    <a:pt x="363" y="158"/>
                    <a:pt x="363" y="158"/>
                    <a:pt x="363" y="158"/>
                  </a:cubicBezTo>
                  <a:cubicBezTo>
                    <a:pt x="362" y="157"/>
                    <a:pt x="362" y="157"/>
                    <a:pt x="362" y="157"/>
                  </a:cubicBezTo>
                  <a:cubicBezTo>
                    <a:pt x="354" y="164"/>
                    <a:pt x="354" y="164"/>
                    <a:pt x="354" y="164"/>
                  </a:cubicBezTo>
                  <a:cubicBezTo>
                    <a:pt x="354" y="165"/>
                    <a:pt x="354" y="165"/>
                    <a:pt x="354" y="165"/>
                  </a:cubicBezTo>
                  <a:cubicBezTo>
                    <a:pt x="355" y="164"/>
                    <a:pt x="355" y="164"/>
                    <a:pt x="355" y="164"/>
                  </a:cubicBezTo>
                  <a:cubicBezTo>
                    <a:pt x="356" y="163"/>
                    <a:pt x="357" y="163"/>
                    <a:pt x="357" y="163"/>
                  </a:cubicBezTo>
                  <a:cubicBezTo>
                    <a:pt x="358" y="163"/>
                    <a:pt x="358" y="164"/>
                    <a:pt x="359" y="164"/>
                  </a:cubicBezTo>
                  <a:cubicBezTo>
                    <a:pt x="383" y="179"/>
                    <a:pt x="383" y="179"/>
                    <a:pt x="383" y="179"/>
                  </a:cubicBezTo>
                  <a:cubicBezTo>
                    <a:pt x="384" y="178"/>
                    <a:pt x="384" y="178"/>
                    <a:pt x="384" y="178"/>
                  </a:cubicBezTo>
                  <a:cubicBezTo>
                    <a:pt x="375" y="151"/>
                    <a:pt x="375" y="151"/>
                    <a:pt x="375" y="151"/>
                  </a:cubicBezTo>
                  <a:cubicBezTo>
                    <a:pt x="375" y="150"/>
                    <a:pt x="375" y="149"/>
                    <a:pt x="375" y="148"/>
                  </a:cubicBezTo>
                  <a:cubicBezTo>
                    <a:pt x="376" y="148"/>
                    <a:pt x="376" y="147"/>
                    <a:pt x="376" y="147"/>
                  </a:cubicBezTo>
                  <a:cubicBezTo>
                    <a:pt x="377" y="146"/>
                    <a:pt x="377" y="146"/>
                    <a:pt x="377" y="146"/>
                  </a:cubicBezTo>
                  <a:cubicBezTo>
                    <a:pt x="377" y="145"/>
                    <a:pt x="377" y="145"/>
                    <a:pt x="377" y="145"/>
                  </a:cubicBezTo>
                  <a:cubicBezTo>
                    <a:pt x="369" y="151"/>
                    <a:pt x="369" y="151"/>
                    <a:pt x="369" y="151"/>
                  </a:cubicBezTo>
                  <a:cubicBezTo>
                    <a:pt x="370" y="152"/>
                    <a:pt x="370" y="152"/>
                    <a:pt x="370" y="152"/>
                  </a:cubicBezTo>
                  <a:close/>
                  <a:moveTo>
                    <a:pt x="335" y="176"/>
                  </a:moveTo>
                  <a:cubicBezTo>
                    <a:pt x="335" y="175"/>
                    <a:pt x="335" y="175"/>
                    <a:pt x="335" y="175"/>
                  </a:cubicBezTo>
                  <a:cubicBezTo>
                    <a:pt x="352" y="165"/>
                    <a:pt x="352" y="165"/>
                    <a:pt x="352" y="165"/>
                  </a:cubicBezTo>
                  <a:cubicBezTo>
                    <a:pt x="353" y="166"/>
                    <a:pt x="353" y="166"/>
                    <a:pt x="353" y="166"/>
                  </a:cubicBezTo>
                  <a:cubicBezTo>
                    <a:pt x="348" y="168"/>
                    <a:pt x="348" y="168"/>
                    <a:pt x="348" y="168"/>
                  </a:cubicBezTo>
                  <a:cubicBezTo>
                    <a:pt x="347" y="169"/>
                    <a:pt x="347" y="169"/>
                    <a:pt x="346" y="170"/>
                  </a:cubicBezTo>
                  <a:cubicBezTo>
                    <a:pt x="346" y="170"/>
                    <a:pt x="346" y="170"/>
                    <a:pt x="346" y="171"/>
                  </a:cubicBezTo>
                  <a:cubicBezTo>
                    <a:pt x="359" y="193"/>
                    <a:pt x="359" y="193"/>
                    <a:pt x="359" y="193"/>
                  </a:cubicBezTo>
                  <a:cubicBezTo>
                    <a:pt x="359" y="193"/>
                    <a:pt x="360" y="193"/>
                    <a:pt x="360" y="193"/>
                  </a:cubicBezTo>
                  <a:cubicBezTo>
                    <a:pt x="361" y="193"/>
                    <a:pt x="361" y="193"/>
                    <a:pt x="362" y="193"/>
                  </a:cubicBezTo>
                  <a:cubicBezTo>
                    <a:pt x="367" y="190"/>
                    <a:pt x="367" y="190"/>
                    <a:pt x="367" y="190"/>
                  </a:cubicBezTo>
                  <a:cubicBezTo>
                    <a:pt x="367" y="191"/>
                    <a:pt x="367" y="191"/>
                    <a:pt x="367" y="191"/>
                  </a:cubicBezTo>
                  <a:cubicBezTo>
                    <a:pt x="350" y="201"/>
                    <a:pt x="350" y="201"/>
                    <a:pt x="350" y="201"/>
                  </a:cubicBezTo>
                  <a:cubicBezTo>
                    <a:pt x="349" y="200"/>
                    <a:pt x="349" y="200"/>
                    <a:pt x="349" y="200"/>
                  </a:cubicBezTo>
                  <a:cubicBezTo>
                    <a:pt x="354" y="197"/>
                    <a:pt x="354" y="197"/>
                    <a:pt x="354" y="197"/>
                  </a:cubicBezTo>
                  <a:cubicBezTo>
                    <a:pt x="355" y="197"/>
                    <a:pt x="355" y="196"/>
                    <a:pt x="356" y="196"/>
                  </a:cubicBezTo>
                  <a:cubicBezTo>
                    <a:pt x="356" y="195"/>
                    <a:pt x="356" y="195"/>
                    <a:pt x="356" y="195"/>
                  </a:cubicBezTo>
                  <a:cubicBezTo>
                    <a:pt x="343" y="173"/>
                    <a:pt x="343" y="173"/>
                    <a:pt x="343" y="173"/>
                  </a:cubicBezTo>
                  <a:cubicBezTo>
                    <a:pt x="343" y="172"/>
                    <a:pt x="342" y="172"/>
                    <a:pt x="342" y="172"/>
                  </a:cubicBezTo>
                  <a:cubicBezTo>
                    <a:pt x="342" y="172"/>
                    <a:pt x="341" y="172"/>
                    <a:pt x="340" y="173"/>
                  </a:cubicBezTo>
                  <a:cubicBezTo>
                    <a:pt x="335" y="176"/>
                    <a:pt x="335" y="176"/>
                    <a:pt x="335" y="176"/>
                  </a:cubicBezTo>
                  <a:close/>
                  <a:moveTo>
                    <a:pt x="336" y="199"/>
                  </a:moveTo>
                  <a:cubicBezTo>
                    <a:pt x="312" y="184"/>
                    <a:pt x="312" y="184"/>
                    <a:pt x="312" y="184"/>
                  </a:cubicBezTo>
                  <a:cubicBezTo>
                    <a:pt x="304" y="187"/>
                    <a:pt x="304" y="187"/>
                    <a:pt x="304" y="187"/>
                  </a:cubicBezTo>
                  <a:cubicBezTo>
                    <a:pt x="305" y="188"/>
                    <a:pt x="305" y="188"/>
                    <a:pt x="305" y="188"/>
                  </a:cubicBezTo>
                  <a:cubicBezTo>
                    <a:pt x="306" y="188"/>
                    <a:pt x="306" y="188"/>
                    <a:pt x="306" y="188"/>
                  </a:cubicBezTo>
                  <a:cubicBezTo>
                    <a:pt x="307" y="187"/>
                    <a:pt x="308" y="187"/>
                    <a:pt x="308" y="187"/>
                  </a:cubicBezTo>
                  <a:cubicBezTo>
                    <a:pt x="309" y="187"/>
                    <a:pt x="309" y="188"/>
                    <a:pt x="309" y="188"/>
                  </a:cubicBezTo>
                  <a:cubicBezTo>
                    <a:pt x="319" y="211"/>
                    <a:pt x="319" y="211"/>
                    <a:pt x="319" y="211"/>
                  </a:cubicBezTo>
                  <a:cubicBezTo>
                    <a:pt x="319" y="212"/>
                    <a:pt x="319" y="212"/>
                    <a:pt x="319" y="213"/>
                  </a:cubicBezTo>
                  <a:cubicBezTo>
                    <a:pt x="319" y="213"/>
                    <a:pt x="318" y="213"/>
                    <a:pt x="317" y="214"/>
                  </a:cubicBezTo>
                  <a:cubicBezTo>
                    <a:pt x="315" y="214"/>
                    <a:pt x="315" y="214"/>
                    <a:pt x="315" y="214"/>
                  </a:cubicBezTo>
                  <a:cubicBezTo>
                    <a:pt x="316" y="215"/>
                    <a:pt x="316" y="215"/>
                    <a:pt x="316" y="215"/>
                  </a:cubicBezTo>
                  <a:cubicBezTo>
                    <a:pt x="325" y="212"/>
                    <a:pt x="325" y="212"/>
                    <a:pt x="325" y="212"/>
                  </a:cubicBezTo>
                  <a:cubicBezTo>
                    <a:pt x="325" y="211"/>
                    <a:pt x="325" y="211"/>
                    <a:pt x="325" y="211"/>
                  </a:cubicBezTo>
                  <a:cubicBezTo>
                    <a:pt x="323" y="211"/>
                    <a:pt x="323" y="211"/>
                    <a:pt x="323" y="211"/>
                  </a:cubicBezTo>
                  <a:cubicBezTo>
                    <a:pt x="322" y="212"/>
                    <a:pt x="322" y="212"/>
                    <a:pt x="321" y="212"/>
                  </a:cubicBezTo>
                  <a:cubicBezTo>
                    <a:pt x="321" y="212"/>
                    <a:pt x="320" y="211"/>
                    <a:pt x="320" y="211"/>
                  </a:cubicBezTo>
                  <a:cubicBezTo>
                    <a:pt x="311" y="189"/>
                    <a:pt x="311" y="189"/>
                    <a:pt x="311" y="189"/>
                  </a:cubicBezTo>
                  <a:cubicBezTo>
                    <a:pt x="312" y="189"/>
                    <a:pt x="312" y="189"/>
                    <a:pt x="312" y="189"/>
                  </a:cubicBezTo>
                  <a:cubicBezTo>
                    <a:pt x="340" y="206"/>
                    <a:pt x="340" y="206"/>
                    <a:pt x="340" y="206"/>
                  </a:cubicBezTo>
                  <a:cubicBezTo>
                    <a:pt x="339" y="206"/>
                    <a:pt x="339" y="206"/>
                    <a:pt x="339" y="206"/>
                  </a:cubicBezTo>
                  <a:cubicBezTo>
                    <a:pt x="341" y="205"/>
                    <a:pt x="341" y="205"/>
                    <a:pt x="341" y="205"/>
                  </a:cubicBezTo>
                  <a:cubicBezTo>
                    <a:pt x="330" y="180"/>
                    <a:pt x="330" y="180"/>
                    <a:pt x="330" y="180"/>
                  </a:cubicBezTo>
                  <a:cubicBezTo>
                    <a:pt x="330" y="179"/>
                    <a:pt x="330" y="179"/>
                    <a:pt x="331" y="178"/>
                  </a:cubicBezTo>
                  <a:cubicBezTo>
                    <a:pt x="331" y="178"/>
                    <a:pt x="331" y="178"/>
                    <a:pt x="332" y="177"/>
                  </a:cubicBezTo>
                  <a:cubicBezTo>
                    <a:pt x="334" y="177"/>
                    <a:pt x="334" y="177"/>
                    <a:pt x="334" y="177"/>
                  </a:cubicBezTo>
                  <a:cubicBezTo>
                    <a:pt x="333" y="176"/>
                    <a:pt x="333" y="176"/>
                    <a:pt x="333" y="176"/>
                  </a:cubicBezTo>
                  <a:cubicBezTo>
                    <a:pt x="324" y="179"/>
                    <a:pt x="324" y="179"/>
                    <a:pt x="324" y="179"/>
                  </a:cubicBezTo>
                  <a:cubicBezTo>
                    <a:pt x="325" y="180"/>
                    <a:pt x="325" y="180"/>
                    <a:pt x="325" y="180"/>
                  </a:cubicBezTo>
                  <a:cubicBezTo>
                    <a:pt x="326" y="180"/>
                    <a:pt x="326" y="180"/>
                    <a:pt x="326" y="180"/>
                  </a:cubicBezTo>
                  <a:cubicBezTo>
                    <a:pt x="327" y="179"/>
                    <a:pt x="328" y="179"/>
                    <a:pt x="328" y="179"/>
                  </a:cubicBezTo>
                  <a:cubicBezTo>
                    <a:pt x="329" y="179"/>
                    <a:pt x="329" y="180"/>
                    <a:pt x="329" y="180"/>
                  </a:cubicBezTo>
                  <a:cubicBezTo>
                    <a:pt x="337" y="199"/>
                    <a:pt x="337" y="199"/>
                    <a:pt x="337" y="199"/>
                  </a:cubicBezTo>
                  <a:cubicBezTo>
                    <a:pt x="336" y="199"/>
                    <a:pt x="336" y="199"/>
                    <a:pt x="336" y="199"/>
                  </a:cubicBezTo>
                  <a:close/>
                  <a:moveTo>
                    <a:pt x="301" y="219"/>
                  </a:moveTo>
                  <a:cubicBezTo>
                    <a:pt x="303" y="218"/>
                    <a:pt x="305" y="217"/>
                    <a:pt x="307" y="215"/>
                  </a:cubicBezTo>
                  <a:cubicBezTo>
                    <a:pt x="308" y="213"/>
                    <a:pt x="308" y="212"/>
                    <a:pt x="308" y="210"/>
                  </a:cubicBezTo>
                  <a:cubicBezTo>
                    <a:pt x="302" y="190"/>
                    <a:pt x="302" y="190"/>
                    <a:pt x="302" y="190"/>
                  </a:cubicBezTo>
                  <a:cubicBezTo>
                    <a:pt x="302" y="190"/>
                    <a:pt x="302" y="190"/>
                    <a:pt x="301" y="190"/>
                  </a:cubicBezTo>
                  <a:cubicBezTo>
                    <a:pt x="301" y="189"/>
                    <a:pt x="300" y="189"/>
                    <a:pt x="300" y="190"/>
                  </a:cubicBezTo>
                  <a:cubicBezTo>
                    <a:pt x="298" y="190"/>
                    <a:pt x="298" y="190"/>
                    <a:pt x="298" y="190"/>
                  </a:cubicBezTo>
                  <a:cubicBezTo>
                    <a:pt x="298" y="189"/>
                    <a:pt x="298" y="189"/>
                    <a:pt x="298" y="189"/>
                  </a:cubicBezTo>
                  <a:cubicBezTo>
                    <a:pt x="307" y="187"/>
                    <a:pt x="307" y="187"/>
                    <a:pt x="307" y="187"/>
                  </a:cubicBezTo>
                  <a:cubicBezTo>
                    <a:pt x="307" y="188"/>
                    <a:pt x="307" y="188"/>
                    <a:pt x="307" y="188"/>
                  </a:cubicBezTo>
                  <a:cubicBezTo>
                    <a:pt x="306" y="188"/>
                    <a:pt x="306" y="188"/>
                    <a:pt x="306" y="188"/>
                  </a:cubicBezTo>
                  <a:cubicBezTo>
                    <a:pt x="305" y="188"/>
                    <a:pt x="304" y="189"/>
                    <a:pt x="304" y="189"/>
                  </a:cubicBezTo>
                  <a:cubicBezTo>
                    <a:pt x="304" y="189"/>
                    <a:pt x="304" y="190"/>
                    <a:pt x="304" y="190"/>
                  </a:cubicBezTo>
                  <a:cubicBezTo>
                    <a:pt x="309" y="210"/>
                    <a:pt x="309" y="210"/>
                    <a:pt x="309" y="210"/>
                  </a:cubicBezTo>
                  <a:cubicBezTo>
                    <a:pt x="310" y="212"/>
                    <a:pt x="309" y="214"/>
                    <a:pt x="308" y="216"/>
                  </a:cubicBezTo>
                  <a:cubicBezTo>
                    <a:pt x="306" y="218"/>
                    <a:pt x="304" y="219"/>
                    <a:pt x="301" y="220"/>
                  </a:cubicBezTo>
                  <a:cubicBezTo>
                    <a:pt x="298" y="221"/>
                    <a:pt x="295" y="221"/>
                    <a:pt x="293" y="221"/>
                  </a:cubicBezTo>
                  <a:cubicBezTo>
                    <a:pt x="290" y="220"/>
                    <a:pt x="289" y="219"/>
                    <a:pt x="288" y="216"/>
                  </a:cubicBezTo>
                  <a:cubicBezTo>
                    <a:pt x="282" y="196"/>
                    <a:pt x="282" y="196"/>
                    <a:pt x="282" y="196"/>
                  </a:cubicBezTo>
                  <a:cubicBezTo>
                    <a:pt x="282" y="196"/>
                    <a:pt x="282" y="195"/>
                    <a:pt x="281" y="195"/>
                  </a:cubicBezTo>
                  <a:cubicBezTo>
                    <a:pt x="281" y="195"/>
                    <a:pt x="280" y="195"/>
                    <a:pt x="280" y="195"/>
                  </a:cubicBezTo>
                  <a:cubicBezTo>
                    <a:pt x="278" y="196"/>
                    <a:pt x="278" y="196"/>
                    <a:pt x="278" y="196"/>
                  </a:cubicBezTo>
                  <a:cubicBezTo>
                    <a:pt x="278" y="195"/>
                    <a:pt x="278" y="195"/>
                    <a:pt x="278" y="195"/>
                  </a:cubicBezTo>
                  <a:cubicBezTo>
                    <a:pt x="289" y="192"/>
                    <a:pt x="289" y="192"/>
                    <a:pt x="289" y="192"/>
                  </a:cubicBezTo>
                  <a:cubicBezTo>
                    <a:pt x="289" y="193"/>
                    <a:pt x="289" y="193"/>
                    <a:pt x="289" y="193"/>
                  </a:cubicBezTo>
                  <a:cubicBezTo>
                    <a:pt x="288" y="193"/>
                    <a:pt x="288" y="193"/>
                    <a:pt x="288" y="193"/>
                  </a:cubicBezTo>
                  <a:cubicBezTo>
                    <a:pt x="287" y="193"/>
                    <a:pt x="287" y="194"/>
                    <a:pt x="286" y="194"/>
                  </a:cubicBezTo>
                  <a:cubicBezTo>
                    <a:pt x="286" y="194"/>
                    <a:pt x="286" y="195"/>
                    <a:pt x="286" y="195"/>
                  </a:cubicBezTo>
                  <a:cubicBezTo>
                    <a:pt x="292" y="215"/>
                    <a:pt x="292" y="215"/>
                    <a:pt x="292" y="215"/>
                  </a:cubicBezTo>
                  <a:cubicBezTo>
                    <a:pt x="292" y="217"/>
                    <a:pt x="293" y="219"/>
                    <a:pt x="295" y="219"/>
                  </a:cubicBezTo>
                  <a:cubicBezTo>
                    <a:pt x="297" y="219"/>
                    <a:pt x="299" y="219"/>
                    <a:pt x="301" y="219"/>
                  </a:cubicBezTo>
                  <a:close/>
                  <a:moveTo>
                    <a:pt x="244" y="198"/>
                  </a:moveTo>
                  <a:cubicBezTo>
                    <a:pt x="241" y="198"/>
                    <a:pt x="239" y="200"/>
                    <a:pt x="237" y="202"/>
                  </a:cubicBezTo>
                  <a:cubicBezTo>
                    <a:pt x="235" y="205"/>
                    <a:pt x="234" y="208"/>
                    <a:pt x="234" y="213"/>
                  </a:cubicBezTo>
                  <a:cubicBezTo>
                    <a:pt x="234" y="217"/>
                    <a:pt x="235" y="220"/>
                    <a:pt x="237" y="223"/>
                  </a:cubicBezTo>
                  <a:cubicBezTo>
                    <a:pt x="239" y="225"/>
                    <a:pt x="241" y="227"/>
                    <a:pt x="245" y="227"/>
                  </a:cubicBezTo>
                  <a:cubicBezTo>
                    <a:pt x="247" y="227"/>
                    <a:pt x="248" y="226"/>
                    <a:pt x="250" y="226"/>
                  </a:cubicBezTo>
                  <a:cubicBezTo>
                    <a:pt x="251" y="225"/>
                    <a:pt x="251" y="224"/>
                    <a:pt x="251" y="223"/>
                  </a:cubicBezTo>
                  <a:cubicBezTo>
                    <a:pt x="251" y="217"/>
                    <a:pt x="251" y="217"/>
                    <a:pt x="251" y="217"/>
                  </a:cubicBezTo>
                  <a:cubicBezTo>
                    <a:pt x="251" y="217"/>
                    <a:pt x="251" y="216"/>
                    <a:pt x="250" y="216"/>
                  </a:cubicBezTo>
                  <a:cubicBezTo>
                    <a:pt x="250" y="215"/>
                    <a:pt x="249" y="215"/>
                    <a:pt x="248" y="215"/>
                  </a:cubicBezTo>
                  <a:cubicBezTo>
                    <a:pt x="247" y="215"/>
                    <a:pt x="247" y="215"/>
                    <a:pt x="247" y="215"/>
                  </a:cubicBezTo>
                  <a:cubicBezTo>
                    <a:pt x="246" y="214"/>
                    <a:pt x="246" y="214"/>
                    <a:pt x="246" y="214"/>
                  </a:cubicBezTo>
                  <a:cubicBezTo>
                    <a:pt x="259" y="214"/>
                    <a:pt x="259" y="214"/>
                    <a:pt x="259" y="214"/>
                  </a:cubicBezTo>
                  <a:cubicBezTo>
                    <a:pt x="259" y="215"/>
                    <a:pt x="259" y="215"/>
                    <a:pt x="259" y="215"/>
                  </a:cubicBezTo>
                  <a:cubicBezTo>
                    <a:pt x="258" y="215"/>
                    <a:pt x="258" y="215"/>
                    <a:pt x="258" y="215"/>
                  </a:cubicBezTo>
                  <a:cubicBezTo>
                    <a:pt x="257" y="215"/>
                    <a:pt x="256" y="215"/>
                    <a:pt x="256" y="216"/>
                  </a:cubicBezTo>
                  <a:cubicBezTo>
                    <a:pt x="255" y="216"/>
                    <a:pt x="255" y="216"/>
                    <a:pt x="255" y="217"/>
                  </a:cubicBezTo>
                  <a:cubicBezTo>
                    <a:pt x="255" y="226"/>
                    <a:pt x="255" y="226"/>
                    <a:pt x="255" y="226"/>
                  </a:cubicBezTo>
                  <a:cubicBezTo>
                    <a:pt x="255" y="226"/>
                    <a:pt x="255" y="226"/>
                    <a:pt x="255" y="226"/>
                  </a:cubicBezTo>
                  <a:cubicBezTo>
                    <a:pt x="254" y="226"/>
                    <a:pt x="254" y="226"/>
                    <a:pt x="254" y="226"/>
                  </a:cubicBezTo>
                  <a:cubicBezTo>
                    <a:pt x="253" y="226"/>
                    <a:pt x="253" y="226"/>
                    <a:pt x="253" y="226"/>
                  </a:cubicBezTo>
                  <a:cubicBezTo>
                    <a:pt x="252" y="226"/>
                    <a:pt x="252" y="226"/>
                    <a:pt x="252" y="226"/>
                  </a:cubicBezTo>
                  <a:cubicBezTo>
                    <a:pt x="251" y="227"/>
                    <a:pt x="250" y="227"/>
                    <a:pt x="249" y="227"/>
                  </a:cubicBezTo>
                  <a:cubicBezTo>
                    <a:pt x="247" y="228"/>
                    <a:pt x="246" y="228"/>
                    <a:pt x="245" y="228"/>
                  </a:cubicBezTo>
                  <a:cubicBezTo>
                    <a:pt x="240" y="228"/>
                    <a:pt x="236" y="227"/>
                    <a:pt x="234" y="224"/>
                  </a:cubicBezTo>
                  <a:cubicBezTo>
                    <a:pt x="231" y="221"/>
                    <a:pt x="230" y="217"/>
                    <a:pt x="230" y="213"/>
                  </a:cubicBezTo>
                  <a:cubicBezTo>
                    <a:pt x="230" y="209"/>
                    <a:pt x="231" y="205"/>
                    <a:pt x="234" y="202"/>
                  </a:cubicBezTo>
                  <a:cubicBezTo>
                    <a:pt x="236" y="199"/>
                    <a:pt x="240" y="197"/>
                    <a:pt x="244" y="197"/>
                  </a:cubicBezTo>
                  <a:cubicBezTo>
                    <a:pt x="245" y="197"/>
                    <a:pt x="246" y="197"/>
                    <a:pt x="247" y="197"/>
                  </a:cubicBezTo>
                  <a:cubicBezTo>
                    <a:pt x="249" y="198"/>
                    <a:pt x="250" y="198"/>
                    <a:pt x="250" y="198"/>
                  </a:cubicBezTo>
                  <a:cubicBezTo>
                    <a:pt x="250" y="198"/>
                    <a:pt x="251" y="198"/>
                    <a:pt x="251" y="198"/>
                  </a:cubicBezTo>
                  <a:cubicBezTo>
                    <a:pt x="252" y="197"/>
                    <a:pt x="252" y="197"/>
                    <a:pt x="253" y="197"/>
                  </a:cubicBezTo>
                  <a:cubicBezTo>
                    <a:pt x="255" y="205"/>
                    <a:pt x="255" y="205"/>
                    <a:pt x="255" y="205"/>
                  </a:cubicBezTo>
                  <a:cubicBezTo>
                    <a:pt x="253" y="205"/>
                    <a:pt x="253" y="205"/>
                    <a:pt x="253" y="205"/>
                  </a:cubicBezTo>
                  <a:cubicBezTo>
                    <a:pt x="252" y="203"/>
                    <a:pt x="251" y="201"/>
                    <a:pt x="250" y="200"/>
                  </a:cubicBezTo>
                  <a:cubicBezTo>
                    <a:pt x="248" y="199"/>
                    <a:pt x="246" y="198"/>
                    <a:pt x="244" y="198"/>
                  </a:cubicBezTo>
                  <a:close/>
                  <a:moveTo>
                    <a:pt x="224" y="221"/>
                  </a:moveTo>
                  <a:cubicBezTo>
                    <a:pt x="211" y="196"/>
                    <a:pt x="211" y="196"/>
                    <a:pt x="211" y="196"/>
                  </a:cubicBezTo>
                  <a:cubicBezTo>
                    <a:pt x="203" y="195"/>
                    <a:pt x="203" y="195"/>
                    <a:pt x="203" y="195"/>
                  </a:cubicBezTo>
                  <a:cubicBezTo>
                    <a:pt x="203" y="196"/>
                    <a:pt x="203" y="196"/>
                    <a:pt x="203" y="196"/>
                  </a:cubicBezTo>
                  <a:cubicBezTo>
                    <a:pt x="204" y="196"/>
                    <a:pt x="204" y="196"/>
                    <a:pt x="204" y="196"/>
                  </a:cubicBezTo>
                  <a:cubicBezTo>
                    <a:pt x="205" y="196"/>
                    <a:pt x="206" y="196"/>
                    <a:pt x="206" y="197"/>
                  </a:cubicBezTo>
                  <a:cubicBezTo>
                    <a:pt x="207" y="197"/>
                    <a:pt x="207" y="197"/>
                    <a:pt x="207" y="198"/>
                  </a:cubicBezTo>
                  <a:cubicBezTo>
                    <a:pt x="203" y="223"/>
                    <a:pt x="203" y="223"/>
                    <a:pt x="203" y="223"/>
                  </a:cubicBezTo>
                  <a:cubicBezTo>
                    <a:pt x="203" y="223"/>
                    <a:pt x="203" y="224"/>
                    <a:pt x="203" y="224"/>
                  </a:cubicBezTo>
                  <a:cubicBezTo>
                    <a:pt x="202" y="224"/>
                    <a:pt x="202" y="224"/>
                    <a:pt x="201" y="224"/>
                  </a:cubicBezTo>
                  <a:cubicBezTo>
                    <a:pt x="199" y="224"/>
                    <a:pt x="199" y="224"/>
                    <a:pt x="199" y="224"/>
                  </a:cubicBezTo>
                  <a:cubicBezTo>
                    <a:pt x="199" y="225"/>
                    <a:pt x="199" y="225"/>
                    <a:pt x="199" y="225"/>
                  </a:cubicBezTo>
                  <a:cubicBezTo>
                    <a:pt x="209" y="226"/>
                    <a:pt x="209" y="226"/>
                    <a:pt x="209" y="226"/>
                  </a:cubicBezTo>
                  <a:cubicBezTo>
                    <a:pt x="209" y="225"/>
                    <a:pt x="209" y="225"/>
                    <a:pt x="209" y="225"/>
                  </a:cubicBezTo>
                  <a:cubicBezTo>
                    <a:pt x="207" y="225"/>
                    <a:pt x="207" y="225"/>
                    <a:pt x="207" y="225"/>
                  </a:cubicBezTo>
                  <a:cubicBezTo>
                    <a:pt x="206" y="225"/>
                    <a:pt x="206" y="224"/>
                    <a:pt x="205" y="224"/>
                  </a:cubicBezTo>
                  <a:cubicBezTo>
                    <a:pt x="205" y="224"/>
                    <a:pt x="205" y="223"/>
                    <a:pt x="205" y="223"/>
                  </a:cubicBezTo>
                  <a:cubicBezTo>
                    <a:pt x="208" y="199"/>
                    <a:pt x="208" y="199"/>
                    <a:pt x="208" y="199"/>
                  </a:cubicBezTo>
                  <a:cubicBezTo>
                    <a:pt x="208" y="199"/>
                    <a:pt x="208" y="199"/>
                    <a:pt x="208" y="199"/>
                  </a:cubicBezTo>
                  <a:cubicBezTo>
                    <a:pt x="224" y="228"/>
                    <a:pt x="224" y="228"/>
                    <a:pt x="224" y="228"/>
                  </a:cubicBezTo>
                  <a:cubicBezTo>
                    <a:pt x="224" y="228"/>
                    <a:pt x="224" y="228"/>
                    <a:pt x="224" y="228"/>
                  </a:cubicBezTo>
                  <a:cubicBezTo>
                    <a:pt x="225" y="228"/>
                    <a:pt x="225" y="228"/>
                    <a:pt x="225" y="228"/>
                  </a:cubicBezTo>
                  <a:cubicBezTo>
                    <a:pt x="229" y="201"/>
                    <a:pt x="229" y="201"/>
                    <a:pt x="229" y="201"/>
                  </a:cubicBezTo>
                  <a:cubicBezTo>
                    <a:pt x="229" y="200"/>
                    <a:pt x="229" y="200"/>
                    <a:pt x="230" y="200"/>
                  </a:cubicBezTo>
                  <a:cubicBezTo>
                    <a:pt x="230" y="200"/>
                    <a:pt x="231" y="200"/>
                    <a:pt x="232" y="200"/>
                  </a:cubicBezTo>
                  <a:cubicBezTo>
                    <a:pt x="234" y="200"/>
                    <a:pt x="234" y="200"/>
                    <a:pt x="234" y="200"/>
                  </a:cubicBezTo>
                  <a:cubicBezTo>
                    <a:pt x="234" y="199"/>
                    <a:pt x="234" y="199"/>
                    <a:pt x="234" y="199"/>
                  </a:cubicBezTo>
                  <a:cubicBezTo>
                    <a:pt x="224" y="198"/>
                    <a:pt x="224" y="198"/>
                    <a:pt x="224" y="198"/>
                  </a:cubicBezTo>
                  <a:cubicBezTo>
                    <a:pt x="224" y="199"/>
                    <a:pt x="224" y="199"/>
                    <a:pt x="224" y="199"/>
                  </a:cubicBezTo>
                  <a:cubicBezTo>
                    <a:pt x="226" y="199"/>
                    <a:pt x="226" y="199"/>
                    <a:pt x="226" y="199"/>
                  </a:cubicBezTo>
                  <a:cubicBezTo>
                    <a:pt x="226" y="199"/>
                    <a:pt x="227" y="199"/>
                    <a:pt x="227" y="200"/>
                  </a:cubicBezTo>
                  <a:cubicBezTo>
                    <a:pt x="228" y="200"/>
                    <a:pt x="228" y="200"/>
                    <a:pt x="228" y="201"/>
                  </a:cubicBezTo>
                  <a:cubicBezTo>
                    <a:pt x="225" y="221"/>
                    <a:pt x="225" y="221"/>
                    <a:pt x="225" y="221"/>
                  </a:cubicBezTo>
                  <a:cubicBezTo>
                    <a:pt x="224" y="221"/>
                    <a:pt x="224" y="221"/>
                    <a:pt x="224" y="221"/>
                  </a:cubicBezTo>
                  <a:close/>
                  <a:moveTo>
                    <a:pt x="201" y="210"/>
                  </a:moveTo>
                  <a:cubicBezTo>
                    <a:pt x="200" y="215"/>
                    <a:pt x="197" y="218"/>
                    <a:pt x="194" y="220"/>
                  </a:cubicBezTo>
                  <a:cubicBezTo>
                    <a:pt x="191" y="222"/>
                    <a:pt x="187" y="223"/>
                    <a:pt x="183" y="222"/>
                  </a:cubicBezTo>
                  <a:cubicBezTo>
                    <a:pt x="180" y="221"/>
                    <a:pt x="177" y="219"/>
                    <a:pt x="175" y="215"/>
                  </a:cubicBezTo>
                  <a:cubicBezTo>
                    <a:pt x="173" y="212"/>
                    <a:pt x="172" y="208"/>
                    <a:pt x="173" y="203"/>
                  </a:cubicBezTo>
                  <a:cubicBezTo>
                    <a:pt x="174" y="199"/>
                    <a:pt x="176" y="196"/>
                    <a:pt x="179" y="194"/>
                  </a:cubicBezTo>
                  <a:cubicBezTo>
                    <a:pt x="183" y="191"/>
                    <a:pt x="186" y="191"/>
                    <a:pt x="190" y="192"/>
                  </a:cubicBezTo>
                  <a:cubicBezTo>
                    <a:pt x="195" y="193"/>
                    <a:pt x="198" y="195"/>
                    <a:pt x="199" y="198"/>
                  </a:cubicBezTo>
                  <a:cubicBezTo>
                    <a:pt x="201" y="202"/>
                    <a:pt x="202" y="206"/>
                    <a:pt x="201" y="210"/>
                  </a:cubicBezTo>
                  <a:close/>
                  <a:moveTo>
                    <a:pt x="178" y="205"/>
                  </a:moveTo>
                  <a:cubicBezTo>
                    <a:pt x="177" y="210"/>
                    <a:pt x="177" y="213"/>
                    <a:pt x="178" y="216"/>
                  </a:cubicBezTo>
                  <a:cubicBezTo>
                    <a:pt x="179" y="219"/>
                    <a:pt x="181" y="220"/>
                    <a:pt x="184" y="221"/>
                  </a:cubicBezTo>
                  <a:cubicBezTo>
                    <a:pt x="186" y="221"/>
                    <a:pt x="189" y="221"/>
                    <a:pt x="191" y="219"/>
                  </a:cubicBezTo>
                  <a:cubicBezTo>
                    <a:pt x="193" y="217"/>
                    <a:pt x="195" y="214"/>
                    <a:pt x="196" y="209"/>
                  </a:cubicBezTo>
                  <a:cubicBezTo>
                    <a:pt x="197" y="205"/>
                    <a:pt x="197" y="201"/>
                    <a:pt x="196" y="198"/>
                  </a:cubicBezTo>
                  <a:cubicBezTo>
                    <a:pt x="195" y="195"/>
                    <a:pt x="193" y="194"/>
                    <a:pt x="190" y="193"/>
                  </a:cubicBezTo>
                  <a:cubicBezTo>
                    <a:pt x="187" y="192"/>
                    <a:pt x="185" y="193"/>
                    <a:pt x="183" y="195"/>
                  </a:cubicBezTo>
                  <a:cubicBezTo>
                    <a:pt x="180" y="197"/>
                    <a:pt x="179" y="200"/>
                    <a:pt x="178" y="205"/>
                  </a:cubicBezTo>
                  <a:close/>
                  <a:moveTo>
                    <a:pt x="159" y="214"/>
                  </a:moveTo>
                  <a:cubicBezTo>
                    <a:pt x="160" y="213"/>
                    <a:pt x="160" y="213"/>
                    <a:pt x="160" y="213"/>
                  </a:cubicBezTo>
                  <a:cubicBezTo>
                    <a:pt x="157" y="213"/>
                    <a:pt x="157" y="213"/>
                    <a:pt x="157" y="213"/>
                  </a:cubicBezTo>
                  <a:cubicBezTo>
                    <a:pt x="157" y="212"/>
                    <a:pt x="156" y="212"/>
                    <a:pt x="156" y="212"/>
                  </a:cubicBezTo>
                  <a:cubicBezTo>
                    <a:pt x="156" y="211"/>
                    <a:pt x="156" y="211"/>
                    <a:pt x="156" y="210"/>
                  </a:cubicBezTo>
                  <a:cubicBezTo>
                    <a:pt x="165" y="188"/>
                    <a:pt x="165" y="188"/>
                    <a:pt x="165" y="188"/>
                  </a:cubicBezTo>
                  <a:cubicBezTo>
                    <a:pt x="165" y="187"/>
                    <a:pt x="166" y="186"/>
                    <a:pt x="166" y="186"/>
                  </a:cubicBezTo>
                  <a:cubicBezTo>
                    <a:pt x="166" y="186"/>
                    <a:pt x="167" y="186"/>
                    <a:pt x="169" y="187"/>
                  </a:cubicBezTo>
                  <a:cubicBezTo>
                    <a:pt x="171" y="188"/>
                    <a:pt x="172" y="189"/>
                    <a:pt x="173" y="190"/>
                  </a:cubicBezTo>
                  <a:cubicBezTo>
                    <a:pt x="173" y="191"/>
                    <a:pt x="173" y="192"/>
                    <a:pt x="174" y="195"/>
                  </a:cubicBezTo>
                  <a:cubicBezTo>
                    <a:pt x="175" y="196"/>
                    <a:pt x="175" y="196"/>
                    <a:pt x="175" y="196"/>
                  </a:cubicBezTo>
                  <a:cubicBezTo>
                    <a:pt x="176" y="189"/>
                    <a:pt x="176" y="189"/>
                    <a:pt x="176" y="189"/>
                  </a:cubicBezTo>
                  <a:cubicBezTo>
                    <a:pt x="153" y="180"/>
                    <a:pt x="153" y="180"/>
                    <a:pt x="153" y="180"/>
                  </a:cubicBezTo>
                  <a:cubicBezTo>
                    <a:pt x="149" y="185"/>
                    <a:pt x="149" y="185"/>
                    <a:pt x="149" y="185"/>
                  </a:cubicBezTo>
                  <a:cubicBezTo>
                    <a:pt x="150" y="186"/>
                    <a:pt x="150" y="186"/>
                    <a:pt x="150" y="186"/>
                  </a:cubicBezTo>
                  <a:cubicBezTo>
                    <a:pt x="152" y="184"/>
                    <a:pt x="154" y="183"/>
                    <a:pt x="155" y="183"/>
                  </a:cubicBezTo>
                  <a:cubicBezTo>
                    <a:pt x="156" y="182"/>
                    <a:pt x="158" y="183"/>
                    <a:pt x="160" y="184"/>
                  </a:cubicBezTo>
                  <a:cubicBezTo>
                    <a:pt x="161" y="184"/>
                    <a:pt x="162" y="184"/>
                    <a:pt x="162" y="184"/>
                  </a:cubicBezTo>
                  <a:cubicBezTo>
                    <a:pt x="162" y="185"/>
                    <a:pt x="162" y="185"/>
                    <a:pt x="161" y="186"/>
                  </a:cubicBezTo>
                  <a:cubicBezTo>
                    <a:pt x="152" y="209"/>
                    <a:pt x="152" y="209"/>
                    <a:pt x="152" y="209"/>
                  </a:cubicBezTo>
                  <a:cubicBezTo>
                    <a:pt x="152" y="209"/>
                    <a:pt x="152" y="210"/>
                    <a:pt x="151" y="210"/>
                  </a:cubicBezTo>
                  <a:cubicBezTo>
                    <a:pt x="151" y="210"/>
                    <a:pt x="150" y="210"/>
                    <a:pt x="149" y="209"/>
                  </a:cubicBezTo>
                  <a:cubicBezTo>
                    <a:pt x="147" y="209"/>
                    <a:pt x="147" y="209"/>
                    <a:pt x="147" y="209"/>
                  </a:cubicBezTo>
                  <a:cubicBezTo>
                    <a:pt x="147" y="210"/>
                    <a:pt x="147" y="210"/>
                    <a:pt x="147" y="210"/>
                  </a:cubicBezTo>
                  <a:cubicBezTo>
                    <a:pt x="159" y="214"/>
                    <a:pt x="159" y="214"/>
                    <a:pt x="159" y="214"/>
                  </a:cubicBezTo>
                  <a:close/>
                  <a:moveTo>
                    <a:pt x="145" y="193"/>
                  </a:moveTo>
                  <a:cubicBezTo>
                    <a:pt x="143" y="197"/>
                    <a:pt x="140" y="200"/>
                    <a:pt x="136" y="201"/>
                  </a:cubicBezTo>
                  <a:cubicBezTo>
                    <a:pt x="132" y="202"/>
                    <a:pt x="129" y="202"/>
                    <a:pt x="125" y="200"/>
                  </a:cubicBezTo>
                  <a:cubicBezTo>
                    <a:pt x="122" y="198"/>
                    <a:pt x="120" y="195"/>
                    <a:pt x="119" y="191"/>
                  </a:cubicBezTo>
                  <a:cubicBezTo>
                    <a:pt x="117" y="187"/>
                    <a:pt x="118" y="183"/>
                    <a:pt x="120" y="179"/>
                  </a:cubicBezTo>
                  <a:cubicBezTo>
                    <a:pt x="122" y="175"/>
                    <a:pt x="125" y="173"/>
                    <a:pt x="129" y="171"/>
                  </a:cubicBezTo>
                  <a:cubicBezTo>
                    <a:pt x="132" y="170"/>
                    <a:pt x="136" y="170"/>
                    <a:pt x="140" y="172"/>
                  </a:cubicBezTo>
                  <a:cubicBezTo>
                    <a:pt x="144" y="174"/>
                    <a:pt x="146" y="177"/>
                    <a:pt x="147" y="181"/>
                  </a:cubicBezTo>
                  <a:cubicBezTo>
                    <a:pt x="148" y="185"/>
                    <a:pt x="147" y="189"/>
                    <a:pt x="145" y="193"/>
                  </a:cubicBezTo>
                  <a:close/>
                  <a:moveTo>
                    <a:pt x="124" y="182"/>
                  </a:moveTo>
                  <a:cubicBezTo>
                    <a:pt x="122" y="186"/>
                    <a:pt x="121" y="190"/>
                    <a:pt x="122" y="193"/>
                  </a:cubicBezTo>
                  <a:cubicBezTo>
                    <a:pt x="122" y="195"/>
                    <a:pt x="123" y="197"/>
                    <a:pt x="126" y="199"/>
                  </a:cubicBezTo>
                  <a:cubicBezTo>
                    <a:pt x="128" y="200"/>
                    <a:pt x="131" y="200"/>
                    <a:pt x="133" y="199"/>
                  </a:cubicBezTo>
                  <a:cubicBezTo>
                    <a:pt x="136" y="198"/>
                    <a:pt x="138" y="195"/>
                    <a:pt x="141" y="190"/>
                  </a:cubicBezTo>
                  <a:cubicBezTo>
                    <a:pt x="143" y="187"/>
                    <a:pt x="144" y="183"/>
                    <a:pt x="144" y="180"/>
                  </a:cubicBezTo>
                  <a:cubicBezTo>
                    <a:pt x="144" y="177"/>
                    <a:pt x="142" y="175"/>
                    <a:pt x="139" y="173"/>
                  </a:cubicBezTo>
                  <a:cubicBezTo>
                    <a:pt x="137" y="172"/>
                    <a:pt x="134" y="172"/>
                    <a:pt x="132" y="173"/>
                  </a:cubicBezTo>
                  <a:cubicBezTo>
                    <a:pt x="129" y="175"/>
                    <a:pt x="127" y="177"/>
                    <a:pt x="124" y="182"/>
                  </a:cubicBezTo>
                  <a:close/>
                  <a:moveTo>
                    <a:pt x="114" y="160"/>
                  </a:moveTo>
                  <a:cubicBezTo>
                    <a:pt x="114" y="160"/>
                    <a:pt x="114" y="160"/>
                    <a:pt x="114" y="160"/>
                  </a:cubicBezTo>
                  <a:cubicBezTo>
                    <a:pt x="101" y="169"/>
                    <a:pt x="101" y="169"/>
                    <a:pt x="101" y="169"/>
                  </a:cubicBezTo>
                  <a:cubicBezTo>
                    <a:pt x="109" y="175"/>
                    <a:pt x="109" y="175"/>
                    <a:pt x="109" y="175"/>
                  </a:cubicBezTo>
                  <a:cubicBezTo>
                    <a:pt x="114" y="160"/>
                    <a:pt x="114" y="160"/>
                    <a:pt x="114" y="160"/>
                  </a:cubicBezTo>
                  <a:close/>
                  <a:moveTo>
                    <a:pt x="109" y="176"/>
                  </a:moveTo>
                  <a:cubicBezTo>
                    <a:pt x="106" y="184"/>
                    <a:pt x="106" y="184"/>
                    <a:pt x="106" y="184"/>
                  </a:cubicBezTo>
                  <a:cubicBezTo>
                    <a:pt x="106" y="185"/>
                    <a:pt x="106" y="185"/>
                    <a:pt x="105" y="185"/>
                  </a:cubicBezTo>
                  <a:cubicBezTo>
                    <a:pt x="105" y="186"/>
                    <a:pt x="104" y="185"/>
                    <a:pt x="103" y="185"/>
                  </a:cubicBezTo>
                  <a:cubicBezTo>
                    <a:pt x="103" y="184"/>
                    <a:pt x="103" y="184"/>
                    <a:pt x="103" y="184"/>
                  </a:cubicBezTo>
                  <a:cubicBezTo>
                    <a:pt x="102" y="185"/>
                    <a:pt x="102" y="185"/>
                    <a:pt x="102" y="185"/>
                  </a:cubicBezTo>
                  <a:cubicBezTo>
                    <a:pt x="111" y="191"/>
                    <a:pt x="111" y="191"/>
                    <a:pt x="111" y="191"/>
                  </a:cubicBezTo>
                  <a:cubicBezTo>
                    <a:pt x="111" y="191"/>
                    <a:pt x="111" y="191"/>
                    <a:pt x="111" y="191"/>
                  </a:cubicBezTo>
                  <a:cubicBezTo>
                    <a:pt x="111" y="190"/>
                    <a:pt x="111" y="190"/>
                    <a:pt x="111" y="190"/>
                  </a:cubicBezTo>
                  <a:cubicBezTo>
                    <a:pt x="110" y="190"/>
                    <a:pt x="110" y="189"/>
                    <a:pt x="110" y="189"/>
                  </a:cubicBezTo>
                  <a:cubicBezTo>
                    <a:pt x="109" y="188"/>
                    <a:pt x="109" y="187"/>
                    <a:pt x="109" y="187"/>
                  </a:cubicBezTo>
                  <a:cubicBezTo>
                    <a:pt x="118" y="159"/>
                    <a:pt x="118" y="159"/>
                    <a:pt x="118" y="159"/>
                  </a:cubicBezTo>
                  <a:cubicBezTo>
                    <a:pt x="114" y="157"/>
                    <a:pt x="114" y="157"/>
                    <a:pt x="114" y="157"/>
                  </a:cubicBezTo>
                  <a:cubicBezTo>
                    <a:pt x="91" y="173"/>
                    <a:pt x="91" y="173"/>
                    <a:pt x="91" y="173"/>
                  </a:cubicBezTo>
                  <a:cubicBezTo>
                    <a:pt x="90" y="174"/>
                    <a:pt x="90" y="174"/>
                    <a:pt x="89" y="174"/>
                  </a:cubicBezTo>
                  <a:cubicBezTo>
                    <a:pt x="88" y="174"/>
                    <a:pt x="88" y="173"/>
                    <a:pt x="87" y="173"/>
                  </a:cubicBezTo>
                  <a:cubicBezTo>
                    <a:pt x="87" y="173"/>
                    <a:pt x="87" y="173"/>
                    <a:pt x="87" y="173"/>
                  </a:cubicBezTo>
                  <a:cubicBezTo>
                    <a:pt x="86" y="173"/>
                    <a:pt x="86" y="173"/>
                    <a:pt x="86" y="173"/>
                  </a:cubicBezTo>
                  <a:cubicBezTo>
                    <a:pt x="94" y="179"/>
                    <a:pt x="94" y="179"/>
                    <a:pt x="94" y="179"/>
                  </a:cubicBezTo>
                  <a:cubicBezTo>
                    <a:pt x="94" y="178"/>
                    <a:pt x="94" y="178"/>
                    <a:pt x="94" y="178"/>
                  </a:cubicBezTo>
                  <a:cubicBezTo>
                    <a:pt x="94" y="178"/>
                    <a:pt x="94" y="178"/>
                    <a:pt x="94" y="178"/>
                  </a:cubicBezTo>
                  <a:cubicBezTo>
                    <a:pt x="93" y="177"/>
                    <a:pt x="92" y="176"/>
                    <a:pt x="92" y="176"/>
                  </a:cubicBezTo>
                  <a:cubicBezTo>
                    <a:pt x="92" y="175"/>
                    <a:pt x="93" y="174"/>
                    <a:pt x="94" y="173"/>
                  </a:cubicBezTo>
                  <a:cubicBezTo>
                    <a:pt x="100" y="169"/>
                    <a:pt x="100" y="169"/>
                    <a:pt x="100" y="169"/>
                  </a:cubicBezTo>
                  <a:cubicBezTo>
                    <a:pt x="109" y="176"/>
                    <a:pt x="109" y="176"/>
                    <a:pt x="109" y="176"/>
                  </a:cubicBezTo>
                  <a:close/>
                  <a:moveTo>
                    <a:pt x="88" y="135"/>
                  </a:moveTo>
                  <a:cubicBezTo>
                    <a:pt x="89" y="134"/>
                    <a:pt x="89" y="134"/>
                    <a:pt x="89" y="134"/>
                  </a:cubicBezTo>
                  <a:cubicBezTo>
                    <a:pt x="103" y="148"/>
                    <a:pt x="103" y="148"/>
                    <a:pt x="103" y="148"/>
                  </a:cubicBezTo>
                  <a:cubicBezTo>
                    <a:pt x="103" y="149"/>
                    <a:pt x="103" y="149"/>
                    <a:pt x="103" y="149"/>
                  </a:cubicBezTo>
                  <a:cubicBezTo>
                    <a:pt x="98" y="145"/>
                    <a:pt x="98" y="145"/>
                    <a:pt x="98" y="145"/>
                  </a:cubicBezTo>
                  <a:cubicBezTo>
                    <a:pt x="98" y="144"/>
                    <a:pt x="97" y="144"/>
                    <a:pt x="97" y="144"/>
                  </a:cubicBezTo>
                  <a:cubicBezTo>
                    <a:pt x="97" y="144"/>
                    <a:pt x="96" y="144"/>
                    <a:pt x="96" y="144"/>
                  </a:cubicBezTo>
                  <a:cubicBezTo>
                    <a:pt x="78" y="162"/>
                    <a:pt x="78" y="162"/>
                    <a:pt x="78" y="162"/>
                  </a:cubicBezTo>
                  <a:cubicBezTo>
                    <a:pt x="78" y="163"/>
                    <a:pt x="78" y="163"/>
                    <a:pt x="78" y="164"/>
                  </a:cubicBezTo>
                  <a:cubicBezTo>
                    <a:pt x="78" y="164"/>
                    <a:pt x="78" y="164"/>
                    <a:pt x="79" y="165"/>
                  </a:cubicBezTo>
                  <a:cubicBezTo>
                    <a:pt x="83" y="169"/>
                    <a:pt x="83" y="169"/>
                    <a:pt x="83" y="169"/>
                  </a:cubicBezTo>
                  <a:cubicBezTo>
                    <a:pt x="82" y="170"/>
                    <a:pt x="82" y="170"/>
                    <a:pt x="82" y="170"/>
                  </a:cubicBezTo>
                  <a:cubicBezTo>
                    <a:pt x="68" y="156"/>
                    <a:pt x="68" y="156"/>
                    <a:pt x="68" y="156"/>
                  </a:cubicBezTo>
                  <a:cubicBezTo>
                    <a:pt x="69" y="155"/>
                    <a:pt x="69" y="155"/>
                    <a:pt x="69" y="155"/>
                  </a:cubicBezTo>
                  <a:cubicBezTo>
                    <a:pt x="73" y="159"/>
                    <a:pt x="73" y="159"/>
                    <a:pt x="73" y="159"/>
                  </a:cubicBezTo>
                  <a:cubicBezTo>
                    <a:pt x="73" y="160"/>
                    <a:pt x="74" y="160"/>
                    <a:pt x="74" y="160"/>
                  </a:cubicBezTo>
                  <a:cubicBezTo>
                    <a:pt x="75" y="160"/>
                    <a:pt x="75" y="160"/>
                    <a:pt x="75" y="160"/>
                  </a:cubicBezTo>
                  <a:cubicBezTo>
                    <a:pt x="93" y="141"/>
                    <a:pt x="93" y="141"/>
                    <a:pt x="93" y="141"/>
                  </a:cubicBezTo>
                  <a:cubicBezTo>
                    <a:pt x="93" y="141"/>
                    <a:pt x="93" y="141"/>
                    <a:pt x="93" y="140"/>
                  </a:cubicBezTo>
                  <a:cubicBezTo>
                    <a:pt x="93" y="140"/>
                    <a:pt x="93" y="139"/>
                    <a:pt x="92" y="139"/>
                  </a:cubicBezTo>
                  <a:cubicBezTo>
                    <a:pt x="88" y="135"/>
                    <a:pt x="88" y="135"/>
                    <a:pt x="88" y="135"/>
                  </a:cubicBezTo>
                  <a:close/>
                  <a:moveTo>
                    <a:pt x="77" y="125"/>
                  </a:moveTo>
                  <a:cubicBezTo>
                    <a:pt x="57" y="140"/>
                    <a:pt x="57" y="140"/>
                    <a:pt x="57" y="140"/>
                  </a:cubicBezTo>
                  <a:cubicBezTo>
                    <a:pt x="55" y="142"/>
                    <a:pt x="53" y="142"/>
                    <a:pt x="51" y="142"/>
                  </a:cubicBezTo>
                  <a:cubicBezTo>
                    <a:pt x="50" y="142"/>
                    <a:pt x="48" y="140"/>
                    <a:pt x="47" y="139"/>
                  </a:cubicBezTo>
                  <a:cubicBezTo>
                    <a:pt x="46" y="138"/>
                    <a:pt x="46" y="137"/>
                    <a:pt x="46" y="137"/>
                  </a:cubicBezTo>
                  <a:cubicBezTo>
                    <a:pt x="46" y="136"/>
                    <a:pt x="45" y="135"/>
                    <a:pt x="45" y="135"/>
                  </a:cubicBezTo>
                  <a:cubicBezTo>
                    <a:pt x="46" y="135"/>
                    <a:pt x="46" y="135"/>
                    <a:pt x="46" y="135"/>
                  </a:cubicBezTo>
                  <a:cubicBezTo>
                    <a:pt x="47" y="135"/>
                    <a:pt x="47" y="135"/>
                    <a:pt x="47" y="135"/>
                  </a:cubicBezTo>
                  <a:cubicBezTo>
                    <a:pt x="47" y="134"/>
                    <a:pt x="48" y="134"/>
                    <a:pt x="48" y="133"/>
                  </a:cubicBezTo>
                  <a:cubicBezTo>
                    <a:pt x="48" y="133"/>
                    <a:pt x="47" y="132"/>
                    <a:pt x="47" y="131"/>
                  </a:cubicBezTo>
                  <a:cubicBezTo>
                    <a:pt x="47" y="131"/>
                    <a:pt x="46" y="130"/>
                    <a:pt x="45" y="130"/>
                  </a:cubicBezTo>
                  <a:cubicBezTo>
                    <a:pt x="45" y="130"/>
                    <a:pt x="44" y="130"/>
                    <a:pt x="44" y="130"/>
                  </a:cubicBezTo>
                  <a:cubicBezTo>
                    <a:pt x="43" y="131"/>
                    <a:pt x="43" y="132"/>
                    <a:pt x="43" y="133"/>
                  </a:cubicBezTo>
                  <a:cubicBezTo>
                    <a:pt x="43" y="135"/>
                    <a:pt x="44" y="137"/>
                    <a:pt x="45" y="139"/>
                  </a:cubicBezTo>
                  <a:cubicBezTo>
                    <a:pt x="48" y="141"/>
                    <a:pt x="50" y="143"/>
                    <a:pt x="53" y="144"/>
                  </a:cubicBezTo>
                  <a:cubicBezTo>
                    <a:pt x="55" y="145"/>
                    <a:pt x="57" y="145"/>
                    <a:pt x="60" y="143"/>
                  </a:cubicBezTo>
                  <a:cubicBezTo>
                    <a:pt x="80" y="128"/>
                    <a:pt x="80" y="128"/>
                    <a:pt x="80" y="128"/>
                  </a:cubicBezTo>
                  <a:cubicBezTo>
                    <a:pt x="80" y="128"/>
                    <a:pt x="80" y="128"/>
                    <a:pt x="81" y="128"/>
                  </a:cubicBezTo>
                  <a:cubicBezTo>
                    <a:pt x="81" y="128"/>
                    <a:pt x="82" y="129"/>
                    <a:pt x="82" y="129"/>
                  </a:cubicBezTo>
                  <a:cubicBezTo>
                    <a:pt x="86" y="134"/>
                    <a:pt x="86" y="134"/>
                    <a:pt x="86" y="134"/>
                  </a:cubicBezTo>
                  <a:cubicBezTo>
                    <a:pt x="87" y="134"/>
                    <a:pt x="87" y="134"/>
                    <a:pt x="87" y="134"/>
                  </a:cubicBezTo>
                  <a:cubicBezTo>
                    <a:pt x="74" y="117"/>
                    <a:pt x="74" y="117"/>
                    <a:pt x="74" y="117"/>
                  </a:cubicBezTo>
                  <a:cubicBezTo>
                    <a:pt x="73" y="118"/>
                    <a:pt x="73" y="118"/>
                    <a:pt x="73" y="118"/>
                  </a:cubicBezTo>
                  <a:cubicBezTo>
                    <a:pt x="77" y="123"/>
                    <a:pt x="77" y="123"/>
                    <a:pt x="77" y="123"/>
                  </a:cubicBezTo>
                  <a:cubicBezTo>
                    <a:pt x="77" y="123"/>
                    <a:pt x="78" y="124"/>
                    <a:pt x="78" y="124"/>
                  </a:cubicBezTo>
                  <a:cubicBezTo>
                    <a:pt x="78" y="125"/>
                    <a:pt x="78" y="125"/>
                    <a:pt x="77" y="125"/>
                  </a:cubicBezTo>
                  <a:close/>
                  <a:moveTo>
                    <a:pt x="40" y="108"/>
                  </a:moveTo>
                  <a:cubicBezTo>
                    <a:pt x="40" y="109"/>
                    <a:pt x="40" y="109"/>
                    <a:pt x="40" y="109"/>
                  </a:cubicBezTo>
                  <a:cubicBezTo>
                    <a:pt x="58" y="98"/>
                    <a:pt x="58" y="98"/>
                    <a:pt x="58" y="98"/>
                  </a:cubicBezTo>
                  <a:cubicBezTo>
                    <a:pt x="58" y="98"/>
                    <a:pt x="59" y="98"/>
                    <a:pt x="59" y="97"/>
                  </a:cubicBezTo>
                  <a:cubicBezTo>
                    <a:pt x="59" y="97"/>
                    <a:pt x="59" y="96"/>
                    <a:pt x="58" y="96"/>
                  </a:cubicBezTo>
                  <a:cubicBezTo>
                    <a:pt x="57" y="94"/>
                    <a:pt x="57" y="94"/>
                    <a:pt x="57" y="94"/>
                  </a:cubicBezTo>
                  <a:cubicBezTo>
                    <a:pt x="58" y="93"/>
                    <a:pt x="58" y="93"/>
                    <a:pt x="58" y="93"/>
                  </a:cubicBezTo>
                  <a:cubicBezTo>
                    <a:pt x="63" y="102"/>
                    <a:pt x="63" y="102"/>
                    <a:pt x="63" y="102"/>
                  </a:cubicBezTo>
                  <a:cubicBezTo>
                    <a:pt x="62" y="103"/>
                    <a:pt x="62" y="103"/>
                    <a:pt x="62" y="103"/>
                  </a:cubicBezTo>
                  <a:cubicBezTo>
                    <a:pt x="61" y="101"/>
                    <a:pt x="61" y="101"/>
                    <a:pt x="61" y="101"/>
                  </a:cubicBezTo>
                  <a:cubicBezTo>
                    <a:pt x="61" y="100"/>
                    <a:pt x="60" y="100"/>
                    <a:pt x="60" y="100"/>
                  </a:cubicBezTo>
                  <a:cubicBezTo>
                    <a:pt x="60" y="99"/>
                    <a:pt x="59" y="99"/>
                    <a:pt x="59" y="100"/>
                  </a:cubicBezTo>
                  <a:cubicBezTo>
                    <a:pt x="35" y="114"/>
                    <a:pt x="35" y="114"/>
                    <a:pt x="35" y="114"/>
                  </a:cubicBezTo>
                  <a:cubicBezTo>
                    <a:pt x="34" y="112"/>
                    <a:pt x="34" y="112"/>
                    <a:pt x="34" y="112"/>
                  </a:cubicBezTo>
                  <a:cubicBezTo>
                    <a:pt x="34" y="112"/>
                    <a:pt x="34" y="112"/>
                    <a:pt x="34" y="112"/>
                  </a:cubicBezTo>
                  <a:cubicBezTo>
                    <a:pt x="47" y="82"/>
                    <a:pt x="47" y="82"/>
                    <a:pt x="47" y="82"/>
                  </a:cubicBezTo>
                  <a:cubicBezTo>
                    <a:pt x="47" y="82"/>
                    <a:pt x="47" y="82"/>
                    <a:pt x="47" y="82"/>
                  </a:cubicBezTo>
                  <a:cubicBezTo>
                    <a:pt x="26" y="94"/>
                    <a:pt x="26" y="94"/>
                    <a:pt x="26" y="94"/>
                  </a:cubicBezTo>
                  <a:cubicBezTo>
                    <a:pt x="26" y="94"/>
                    <a:pt x="26" y="95"/>
                    <a:pt x="26" y="95"/>
                  </a:cubicBezTo>
                  <a:cubicBezTo>
                    <a:pt x="26" y="96"/>
                    <a:pt x="26" y="96"/>
                    <a:pt x="26" y="97"/>
                  </a:cubicBezTo>
                  <a:cubicBezTo>
                    <a:pt x="27" y="98"/>
                    <a:pt x="27" y="98"/>
                    <a:pt x="27" y="98"/>
                  </a:cubicBezTo>
                  <a:cubicBezTo>
                    <a:pt x="26" y="99"/>
                    <a:pt x="26" y="99"/>
                    <a:pt x="26" y="99"/>
                  </a:cubicBezTo>
                  <a:cubicBezTo>
                    <a:pt x="21" y="90"/>
                    <a:pt x="21" y="90"/>
                    <a:pt x="21" y="90"/>
                  </a:cubicBezTo>
                  <a:cubicBezTo>
                    <a:pt x="22" y="90"/>
                    <a:pt x="22" y="90"/>
                    <a:pt x="22" y="90"/>
                  </a:cubicBezTo>
                  <a:cubicBezTo>
                    <a:pt x="23" y="91"/>
                    <a:pt x="23" y="91"/>
                    <a:pt x="23" y="91"/>
                  </a:cubicBezTo>
                  <a:cubicBezTo>
                    <a:pt x="24" y="92"/>
                    <a:pt x="24" y="93"/>
                    <a:pt x="24" y="93"/>
                  </a:cubicBezTo>
                  <a:cubicBezTo>
                    <a:pt x="25" y="93"/>
                    <a:pt x="25" y="93"/>
                    <a:pt x="26" y="93"/>
                  </a:cubicBezTo>
                  <a:cubicBezTo>
                    <a:pt x="48" y="80"/>
                    <a:pt x="48" y="80"/>
                    <a:pt x="48" y="80"/>
                  </a:cubicBezTo>
                  <a:cubicBezTo>
                    <a:pt x="48" y="80"/>
                    <a:pt x="48" y="79"/>
                    <a:pt x="48" y="79"/>
                  </a:cubicBezTo>
                  <a:cubicBezTo>
                    <a:pt x="48" y="79"/>
                    <a:pt x="48" y="78"/>
                    <a:pt x="47" y="77"/>
                  </a:cubicBezTo>
                  <a:cubicBezTo>
                    <a:pt x="47" y="76"/>
                    <a:pt x="47" y="76"/>
                    <a:pt x="47" y="76"/>
                  </a:cubicBezTo>
                  <a:cubicBezTo>
                    <a:pt x="48" y="75"/>
                    <a:pt x="48" y="75"/>
                    <a:pt x="48" y="75"/>
                  </a:cubicBezTo>
                  <a:cubicBezTo>
                    <a:pt x="51" y="82"/>
                    <a:pt x="51" y="82"/>
                    <a:pt x="51" y="82"/>
                  </a:cubicBezTo>
                  <a:cubicBezTo>
                    <a:pt x="40" y="108"/>
                    <a:pt x="40" y="108"/>
                    <a:pt x="40" y="108"/>
                  </a:cubicBezTo>
                  <a:close/>
                  <a:moveTo>
                    <a:pt x="41" y="65"/>
                  </a:moveTo>
                  <a:cubicBezTo>
                    <a:pt x="41" y="65"/>
                    <a:pt x="41" y="65"/>
                    <a:pt x="41" y="65"/>
                  </a:cubicBezTo>
                  <a:cubicBezTo>
                    <a:pt x="26" y="65"/>
                    <a:pt x="26" y="65"/>
                    <a:pt x="26" y="65"/>
                  </a:cubicBezTo>
                  <a:cubicBezTo>
                    <a:pt x="29" y="75"/>
                    <a:pt x="29" y="75"/>
                    <a:pt x="29" y="75"/>
                  </a:cubicBezTo>
                  <a:cubicBezTo>
                    <a:pt x="41" y="65"/>
                    <a:pt x="41" y="65"/>
                    <a:pt x="41" y="65"/>
                  </a:cubicBezTo>
                  <a:close/>
                  <a:moveTo>
                    <a:pt x="28" y="75"/>
                  </a:moveTo>
                  <a:cubicBezTo>
                    <a:pt x="22" y="81"/>
                    <a:pt x="22" y="81"/>
                    <a:pt x="22" y="81"/>
                  </a:cubicBezTo>
                  <a:cubicBezTo>
                    <a:pt x="21" y="81"/>
                    <a:pt x="21" y="81"/>
                    <a:pt x="20" y="81"/>
                  </a:cubicBezTo>
                  <a:cubicBezTo>
                    <a:pt x="20" y="81"/>
                    <a:pt x="19" y="81"/>
                    <a:pt x="19" y="80"/>
                  </a:cubicBezTo>
                  <a:cubicBezTo>
                    <a:pt x="19" y="79"/>
                    <a:pt x="19" y="79"/>
                    <a:pt x="19" y="79"/>
                  </a:cubicBezTo>
                  <a:cubicBezTo>
                    <a:pt x="18" y="79"/>
                    <a:pt x="18" y="79"/>
                    <a:pt x="18" y="79"/>
                  </a:cubicBezTo>
                  <a:cubicBezTo>
                    <a:pt x="22" y="89"/>
                    <a:pt x="22" y="89"/>
                    <a:pt x="22" y="89"/>
                  </a:cubicBezTo>
                  <a:cubicBezTo>
                    <a:pt x="23" y="89"/>
                    <a:pt x="23" y="89"/>
                    <a:pt x="23" y="89"/>
                  </a:cubicBezTo>
                  <a:cubicBezTo>
                    <a:pt x="22" y="88"/>
                    <a:pt x="22" y="88"/>
                    <a:pt x="22" y="88"/>
                  </a:cubicBezTo>
                  <a:cubicBezTo>
                    <a:pt x="22" y="88"/>
                    <a:pt x="22" y="87"/>
                    <a:pt x="22" y="86"/>
                  </a:cubicBezTo>
                  <a:cubicBezTo>
                    <a:pt x="22" y="86"/>
                    <a:pt x="23" y="85"/>
                    <a:pt x="23" y="85"/>
                  </a:cubicBezTo>
                  <a:cubicBezTo>
                    <a:pt x="46" y="66"/>
                    <a:pt x="46" y="66"/>
                    <a:pt x="46" y="66"/>
                  </a:cubicBezTo>
                  <a:cubicBezTo>
                    <a:pt x="44" y="63"/>
                    <a:pt x="44" y="63"/>
                    <a:pt x="44" y="63"/>
                  </a:cubicBezTo>
                  <a:cubicBezTo>
                    <a:pt x="15" y="63"/>
                    <a:pt x="15" y="63"/>
                    <a:pt x="15" y="63"/>
                  </a:cubicBezTo>
                  <a:cubicBezTo>
                    <a:pt x="14" y="63"/>
                    <a:pt x="13" y="63"/>
                    <a:pt x="13" y="63"/>
                  </a:cubicBezTo>
                  <a:cubicBezTo>
                    <a:pt x="13" y="62"/>
                    <a:pt x="12" y="62"/>
                    <a:pt x="12" y="61"/>
                  </a:cubicBezTo>
                  <a:cubicBezTo>
                    <a:pt x="12" y="61"/>
                    <a:pt x="12" y="61"/>
                    <a:pt x="12" y="61"/>
                  </a:cubicBezTo>
                  <a:cubicBezTo>
                    <a:pt x="11" y="61"/>
                    <a:pt x="11" y="61"/>
                    <a:pt x="11" y="61"/>
                  </a:cubicBezTo>
                  <a:cubicBezTo>
                    <a:pt x="14" y="70"/>
                    <a:pt x="14" y="70"/>
                    <a:pt x="14" y="70"/>
                  </a:cubicBezTo>
                  <a:cubicBezTo>
                    <a:pt x="15" y="69"/>
                    <a:pt x="15" y="69"/>
                    <a:pt x="15" y="69"/>
                  </a:cubicBezTo>
                  <a:cubicBezTo>
                    <a:pt x="15" y="69"/>
                    <a:pt x="15" y="69"/>
                    <a:pt x="15" y="69"/>
                  </a:cubicBezTo>
                  <a:cubicBezTo>
                    <a:pt x="14" y="67"/>
                    <a:pt x="14" y="67"/>
                    <a:pt x="15" y="66"/>
                  </a:cubicBezTo>
                  <a:cubicBezTo>
                    <a:pt x="15" y="66"/>
                    <a:pt x="16" y="65"/>
                    <a:pt x="17" y="65"/>
                  </a:cubicBezTo>
                  <a:cubicBezTo>
                    <a:pt x="24" y="65"/>
                    <a:pt x="24" y="65"/>
                    <a:pt x="24" y="65"/>
                  </a:cubicBezTo>
                  <a:cubicBezTo>
                    <a:pt x="28" y="75"/>
                    <a:pt x="28" y="75"/>
                    <a:pt x="28" y="75"/>
                  </a:cubicBezTo>
                  <a:close/>
                  <a:moveTo>
                    <a:pt x="34" y="31"/>
                  </a:moveTo>
                  <a:cubicBezTo>
                    <a:pt x="35" y="37"/>
                    <a:pt x="35" y="37"/>
                    <a:pt x="35" y="37"/>
                  </a:cubicBezTo>
                  <a:cubicBezTo>
                    <a:pt x="35" y="38"/>
                    <a:pt x="35" y="39"/>
                    <a:pt x="35" y="39"/>
                  </a:cubicBezTo>
                  <a:cubicBezTo>
                    <a:pt x="35" y="39"/>
                    <a:pt x="35" y="40"/>
                    <a:pt x="34" y="40"/>
                  </a:cubicBezTo>
                  <a:cubicBezTo>
                    <a:pt x="10" y="45"/>
                    <a:pt x="10" y="45"/>
                    <a:pt x="10" y="45"/>
                  </a:cubicBezTo>
                  <a:cubicBezTo>
                    <a:pt x="9" y="45"/>
                    <a:pt x="9" y="45"/>
                    <a:pt x="8" y="45"/>
                  </a:cubicBezTo>
                  <a:cubicBezTo>
                    <a:pt x="8" y="44"/>
                    <a:pt x="8" y="44"/>
                    <a:pt x="8" y="43"/>
                  </a:cubicBezTo>
                  <a:cubicBezTo>
                    <a:pt x="6" y="37"/>
                    <a:pt x="6" y="37"/>
                    <a:pt x="6" y="37"/>
                  </a:cubicBezTo>
                  <a:cubicBezTo>
                    <a:pt x="5" y="38"/>
                    <a:pt x="5" y="38"/>
                    <a:pt x="5" y="38"/>
                  </a:cubicBezTo>
                  <a:cubicBezTo>
                    <a:pt x="10" y="57"/>
                    <a:pt x="10" y="57"/>
                    <a:pt x="10" y="57"/>
                  </a:cubicBezTo>
                  <a:cubicBezTo>
                    <a:pt x="11" y="57"/>
                    <a:pt x="11" y="57"/>
                    <a:pt x="11" y="57"/>
                  </a:cubicBezTo>
                  <a:cubicBezTo>
                    <a:pt x="9" y="51"/>
                    <a:pt x="9" y="51"/>
                    <a:pt x="9" y="51"/>
                  </a:cubicBezTo>
                  <a:cubicBezTo>
                    <a:pt x="9" y="51"/>
                    <a:pt x="9" y="50"/>
                    <a:pt x="9" y="50"/>
                  </a:cubicBezTo>
                  <a:cubicBezTo>
                    <a:pt x="10" y="49"/>
                    <a:pt x="10" y="49"/>
                    <a:pt x="10" y="49"/>
                  </a:cubicBezTo>
                  <a:cubicBezTo>
                    <a:pt x="35" y="44"/>
                    <a:pt x="35" y="44"/>
                    <a:pt x="35" y="44"/>
                  </a:cubicBezTo>
                  <a:cubicBezTo>
                    <a:pt x="36" y="44"/>
                    <a:pt x="36" y="44"/>
                    <a:pt x="36" y="44"/>
                  </a:cubicBezTo>
                  <a:cubicBezTo>
                    <a:pt x="37" y="44"/>
                    <a:pt x="37" y="45"/>
                    <a:pt x="37" y="46"/>
                  </a:cubicBezTo>
                  <a:cubicBezTo>
                    <a:pt x="38" y="51"/>
                    <a:pt x="38" y="51"/>
                    <a:pt x="38" y="51"/>
                  </a:cubicBezTo>
                  <a:cubicBezTo>
                    <a:pt x="39" y="51"/>
                    <a:pt x="39" y="51"/>
                    <a:pt x="39" y="51"/>
                  </a:cubicBezTo>
                  <a:cubicBezTo>
                    <a:pt x="35" y="31"/>
                    <a:pt x="35" y="31"/>
                    <a:pt x="35" y="31"/>
                  </a:cubicBezTo>
                  <a:cubicBezTo>
                    <a:pt x="34" y="31"/>
                    <a:pt x="34" y="31"/>
                    <a:pt x="34" y="31"/>
                  </a:cubicBezTo>
                  <a:close/>
                  <a:moveTo>
                    <a:pt x="18" y="17"/>
                  </a:moveTo>
                  <a:cubicBezTo>
                    <a:pt x="6" y="26"/>
                    <a:pt x="6" y="26"/>
                    <a:pt x="6" y="26"/>
                  </a:cubicBezTo>
                  <a:cubicBezTo>
                    <a:pt x="5" y="27"/>
                    <a:pt x="5" y="28"/>
                    <a:pt x="4" y="28"/>
                  </a:cubicBezTo>
                  <a:cubicBezTo>
                    <a:pt x="4" y="29"/>
                    <a:pt x="4" y="30"/>
                    <a:pt x="4" y="30"/>
                  </a:cubicBezTo>
                  <a:cubicBezTo>
                    <a:pt x="4" y="31"/>
                    <a:pt x="4" y="31"/>
                    <a:pt x="4" y="31"/>
                  </a:cubicBezTo>
                  <a:cubicBezTo>
                    <a:pt x="3" y="31"/>
                    <a:pt x="3" y="31"/>
                    <a:pt x="3" y="31"/>
                  </a:cubicBezTo>
                  <a:cubicBezTo>
                    <a:pt x="2" y="20"/>
                    <a:pt x="2" y="20"/>
                    <a:pt x="2" y="20"/>
                  </a:cubicBezTo>
                  <a:cubicBezTo>
                    <a:pt x="3" y="20"/>
                    <a:pt x="3" y="20"/>
                    <a:pt x="3" y="20"/>
                  </a:cubicBezTo>
                  <a:cubicBezTo>
                    <a:pt x="3" y="21"/>
                    <a:pt x="3" y="21"/>
                    <a:pt x="3" y="21"/>
                  </a:cubicBezTo>
                  <a:cubicBezTo>
                    <a:pt x="3" y="22"/>
                    <a:pt x="4" y="23"/>
                    <a:pt x="4" y="23"/>
                  </a:cubicBezTo>
                  <a:cubicBezTo>
                    <a:pt x="4" y="23"/>
                    <a:pt x="5" y="23"/>
                    <a:pt x="5" y="23"/>
                  </a:cubicBezTo>
                  <a:cubicBezTo>
                    <a:pt x="15" y="15"/>
                    <a:pt x="15" y="15"/>
                    <a:pt x="15" y="15"/>
                  </a:cubicBezTo>
                  <a:cubicBezTo>
                    <a:pt x="6" y="10"/>
                    <a:pt x="6" y="10"/>
                    <a:pt x="6" y="10"/>
                  </a:cubicBezTo>
                  <a:cubicBezTo>
                    <a:pt x="5" y="9"/>
                    <a:pt x="4" y="9"/>
                    <a:pt x="4" y="9"/>
                  </a:cubicBezTo>
                  <a:cubicBezTo>
                    <a:pt x="4" y="9"/>
                    <a:pt x="3" y="9"/>
                    <a:pt x="3" y="9"/>
                  </a:cubicBezTo>
                  <a:cubicBezTo>
                    <a:pt x="3" y="9"/>
                    <a:pt x="2" y="9"/>
                    <a:pt x="2" y="9"/>
                  </a:cubicBezTo>
                  <a:cubicBezTo>
                    <a:pt x="2" y="10"/>
                    <a:pt x="2" y="10"/>
                    <a:pt x="2" y="11"/>
                  </a:cubicBezTo>
                  <a:cubicBezTo>
                    <a:pt x="2" y="12"/>
                    <a:pt x="2" y="12"/>
                    <a:pt x="2" y="12"/>
                  </a:cubicBezTo>
                  <a:cubicBezTo>
                    <a:pt x="1" y="12"/>
                    <a:pt x="1" y="12"/>
                    <a:pt x="1" y="12"/>
                  </a:cubicBezTo>
                  <a:cubicBezTo>
                    <a:pt x="0" y="2"/>
                    <a:pt x="0" y="2"/>
                    <a:pt x="0" y="2"/>
                  </a:cubicBezTo>
                  <a:cubicBezTo>
                    <a:pt x="1" y="2"/>
                    <a:pt x="1" y="2"/>
                    <a:pt x="1" y="2"/>
                  </a:cubicBezTo>
                  <a:cubicBezTo>
                    <a:pt x="1" y="3"/>
                    <a:pt x="1" y="3"/>
                    <a:pt x="1" y="3"/>
                  </a:cubicBezTo>
                  <a:cubicBezTo>
                    <a:pt x="1" y="4"/>
                    <a:pt x="2" y="5"/>
                    <a:pt x="2" y="5"/>
                  </a:cubicBezTo>
                  <a:cubicBezTo>
                    <a:pt x="3" y="6"/>
                    <a:pt x="3" y="6"/>
                    <a:pt x="4" y="7"/>
                  </a:cubicBezTo>
                  <a:cubicBezTo>
                    <a:pt x="16" y="13"/>
                    <a:pt x="16" y="13"/>
                    <a:pt x="16" y="13"/>
                  </a:cubicBezTo>
                  <a:cubicBezTo>
                    <a:pt x="28" y="4"/>
                    <a:pt x="28" y="4"/>
                    <a:pt x="28" y="4"/>
                  </a:cubicBezTo>
                  <a:cubicBezTo>
                    <a:pt x="29" y="3"/>
                    <a:pt x="29" y="3"/>
                    <a:pt x="29" y="3"/>
                  </a:cubicBezTo>
                  <a:cubicBezTo>
                    <a:pt x="29" y="2"/>
                    <a:pt x="29" y="2"/>
                    <a:pt x="29" y="1"/>
                  </a:cubicBezTo>
                  <a:cubicBezTo>
                    <a:pt x="29" y="0"/>
                    <a:pt x="29" y="0"/>
                    <a:pt x="29" y="0"/>
                  </a:cubicBezTo>
                  <a:cubicBezTo>
                    <a:pt x="30" y="0"/>
                    <a:pt x="30" y="0"/>
                    <a:pt x="30" y="0"/>
                  </a:cubicBezTo>
                  <a:cubicBezTo>
                    <a:pt x="31" y="11"/>
                    <a:pt x="31" y="11"/>
                    <a:pt x="31" y="11"/>
                  </a:cubicBezTo>
                  <a:cubicBezTo>
                    <a:pt x="30" y="11"/>
                    <a:pt x="30" y="11"/>
                    <a:pt x="30" y="11"/>
                  </a:cubicBezTo>
                  <a:cubicBezTo>
                    <a:pt x="30" y="10"/>
                    <a:pt x="30" y="10"/>
                    <a:pt x="30" y="10"/>
                  </a:cubicBezTo>
                  <a:cubicBezTo>
                    <a:pt x="30" y="9"/>
                    <a:pt x="30" y="8"/>
                    <a:pt x="30" y="8"/>
                  </a:cubicBezTo>
                  <a:cubicBezTo>
                    <a:pt x="29" y="8"/>
                    <a:pt x="29" y="8"/>
                    <a:pt x="28" y="9"/>
                  </a:cubicBezTo>
                  <a:cubicBezTo>
                    <a:pt x="20" y="15"/>
                    <a:pt x="20" y="15"/>
                    <a:pt x="20" y="15"/>
                  </a:cubicBezTo>
                  <a:cubicBezTo>
                    <a:pt x="29" y="20"/>
                    <a:pt x="29" y="20"/>
                    <a:pt x="29" y="20"/>
                  </a:cubicBezTo>
                  <a:cubicBezTo>
                    <a:pt x="30" y="21"/>
                    <a:pt x="30" y="21"/>
                    <a:pt x="31" y="20"/>
                  </a:cubicBezTo>
                  <a:cubicBezTo>
                    <a:pt x="31" y="20"/>
                    <a:pt x="31" y="20"/>
                    <a:pt x="31" y="19"/>
                  </a:cubicBezTo>
                  <a:cubicBezTo>
                    <a:pt x="31" y="17"/>
                    <a:pt x="31" y="17"/>
                    <a:pt x="31" y="17"/>
                  </a:cubicBezTo>
                  <a:cubicBezTo>
                    <a:pt x="32" y="17"/>
                    <a:pt x="32" y="17"/>
                    <a:pt x="32" y="17"/>
                  </a:cubicBezTo>
                  <a:cubicBezTo>
                    <a:pt x="33" y="27"/>
                    <a:pt x="33" y="27"/>
                    <a:pt x="33" y="27"/>
                  </a:cubicBezTo>
                  <a:cubicBezTo>
                    <a:pt x="32" y="27"/>
                    <a:pt x="32" y="27"/>
                    <a:pt x="32" y="27"/>
                  </a:cubicBezTo>
                  <a:cubicBezTo>
                    <a:pt x="32" y="26"/>
                    <a:pt x="32" y="26"/>
                    <a:pt x="32" y="26"/>
                  </a:cubicBezTo>
                  <a:cubicBezTo>
                    <a:pt x="32" y="25"/>
                    <a:pt x="32" y="25"/>
                    <a:pt x="31" y="24"/>
                  </a:cubicBezTo>
                  <a:cubicBezTo>
                    <a:pt x="31" y="24"/>
                    <a:pt x="31" y="23"/>
                    <a:pt x="30" y="23"/>
                  </a:cubicBezTo>
                  <a:lnTo>
                    <a:pt x="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1" name="íṡḷïḓê">
              <a:extLst>
                <a:ext uri="{FF2B5EF4-FFF2-40B4-BE49-F238E27FC236}">
                  <a16:creationId xmlns:a16="http://schemas.microsoft.com/office/drawing/2014/main" id="{017B52FF-1E9F-6994-1FFD-727B95C147B8}"/>
                </a:ext>
              </a:extLst>
            </p:cNvPr>
            <p:cNvSpPr/>
            <p:nvPr/>
          </p:nvSpPr>
          <p:spPr bwMode="auto">
            <a:xfrm>
              <a:off x="3354388" y="2676526"/>
              <a:ext cx="296863" cy="254000"/>
            </a:xfrm>
            <a:custGeom>
              <a:avLst/>
              <a:gdLst>
                <a:gd name="T0" fmla="*/ 83 w 90"/>
                <a:gd name="T1" fmla="*/ 42 h 77"/>
                <a:gd name="T2" fmla="*/ 18 w 90"/>
                <a:gd name="T3" fmla="*/ 69 h 77"/>
                <a:gd name="T4" fmla="*/ 10 w 90"/>
                <a:gd name="T5" fmla="*/ 68 h 77"/>
                <a:gd name="T6" fmla="*/ 33 w 90"/>
                <a:gd name="T7" fmla="*/ 27 h 77"/>
                <a:gd name="T8" fmla="*/ 31 w 90"/>
                <a:gd name="T9" fmla="*/ 23 h 77"/>
                <a:gd name="T10" fmla="*/ 8 w 90"/>
                <a:gd name="T11" fmla="*/ 37 h 77"/>
                <a:gd name="T12" fmla="*/ 4 w 90"/>
                <a:gd name="T13" fmla="*/ 32 h 77"/>
                <a:gd name="T14" fmla="*/ 28 w 90"/>
                <a:gd name="T15" fmla="*/ 16 h 77"/>
                <a:gd name="T16" fmla="*/ 26 w 90"/>
                <a:gd name="T17" fmla="*/ 7 h 77"/>
                <a:gd name="T18" fmla="*/ 30 w 90"/>
                <a:gd name="T19" fmla="*/ 5 h 77"/>
                <a:gd name="T20" fmla="*/ 33 w 90"/>
                <a:gd name="T21" fmla="*/ 10 h 77"/>
                <a:gd name="T22" fmla="*/ 45 w 90"/>
                <a:gd name="T23" fmla="*/ 12 h 77"/>
                <a:gd name="T24" fmla="*/ 58 w 90"/>
                <a:gd name="T25" fmla="*/ 6 h 77"/>
                <a:gd name="T26" fmla="*/ 65 w 90"/>
                <a:gd name="T27" fmla="*/ 12 h 77"/>
                <a:gd name="T28" fmla="*/ 43 w 90"/>
                <a:gd name="T29" fmla="*/ 18 h 77"/>
                <a:gd name="T30" fmla="*/ 46 w 90"/>
                <a:gd name="T31" fmla="*/ 22 h 77"/>
                <a:gd name="T32" fmla="*/ 87 w 90"/>
                <a:gd name="T33" fmla="*/ 35 h 77"/>
                <a:gd name="T34" fmla="*/ 83 w 90"/>
                <a:gd name="T35" fmla="*/ 4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77">
                  <a:moveTo>
                    <a:pt x="83" y="42"/>
                  </a:moveTo>
                  <a:cubicBezTo>
                    <a:pt x="59" y="18"/>
                    <a:pt x="25" y="23"/>
                    <a:pt x="18" y="69"/>
                  </a:cubicBezTo>
                  <a:cubicBezTo>
                    <a:pt x="17" y="76"/>
                    <a:pt x="11" y="77"/>
                    <a:pt x="10" y="68"/>
                  </a:cubicBezTo>
                  <a:cubicBezTo>
                    <a:pt x="12" y="44"/>
                    <a:pt x="29" y="33"/>
                    <a:pt x="33" y="27"/>
                  </a:cubicBezTo>
                  <a:cubicBezTo>
                    <a:pt x="34" y="25"/>
                    <a:pt x="33" y="23"/>
                    <a:pt x="31" y="23"/>
                  </a:cubicBezTo>
                  <a:cubicBezTo>
                    <a:pt x="28" y="24"/>
                    <a:pt x="13" y="34"/>
                    <a:pt x="8" y="37"/>
                  </a:cubicBezTo>
                  <a:cubicBezTo>
                    <a:pt x="1" y="41"/>
                    <a:pt x="0" y="35"/>
                    <a:pt x="4" y="32"/>
                  </a:cubicBezTo>
                  <a:cubicBezTo>
                    <a:pt x="8" y="28"/>
                    <a:pt x="30" y="22"/>
                    <a:pt x="28" y="16"/>
                  </a:cubicBezTo>
                  <a:cubicBezTo>
                    <a:pt x="27" y="13"/>
                    <a:pt x="27" y="10"/>
                    <a:pt x="26" y="7"/>
                  </a:cubicBezTo>
                  <a:cubicBezTo>
                    <a:pt x="25" y="5"/>
                    <a:pt x="28" y="4"/>
                    <a:pt x="30" y="5"/>
                  </a:cubicBezTo>
                  <a:cubicBezTo>
                    <a:pt x="31" y="6"/>
                    <a:pt x="32" y="8"/>
                    <a:pt x="33" y="10"/>
                  </a:cubicBezTo>
                  <a:cubicBezTo>
                    <a:pt x="35" y="14"/>
                    <a:pt x="42" y="13"/>
                    <a:pt x="45" y="12"/>
                  </a:cubicBezTo>
                  <a:cubicBezTo>
                    <a:pt x="50" y="10"/>
                    <a:pt x="54" y="8"/>
                    <a:pt x="58" y="6"/>
                  </a:cubicBezTo>
                  <a:cubicBezTo>
                    <a:pt x="69" y="0"/>
                    <a:pt x="73" y="9"/>
                    <a:pt x="65" y="12"/>
                  </a:cubicBezTo>
                  <a:cubicBezTo>
                    <a:pt x="58" y="14"/>
                    <a:pt x="51" y="15"/>
                    <a:pt x="43" y="18"/>
                  </a:cubicBezTo>
                  <a:cubicBezTo>
                    <a:pt x="38" y="19"/>
                    <a:pt x="41" y="23"/>
                    <a:pt x="46" y="22"/>
                  </a:cubicBezTo>
                  <a:cubicBezTo>
                    <a:pt x="64" y="20"/>
                    <a:pt x="81" y="28"/>
                    <a:pt x="87" y="35"/>
                  </a:cubicBezTo>
                  <a:cubicBezTo>
                    <a:pt x="90" y="40"/>
                    <a:pt x="85" y="44"/>
                    <a:pt x="8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2" name="ïSḷíďé">
              <a:extLst>
                <a:ext uri="{FF2B5EF4-FFF2-40B4-BE49-F238E27FC236}">
                  <a16:creationId xmlns:a16="http://schemas.microsoft.com/office/drawing/2014/main" id="{B5DC3BF8-7504-A7ED-9AC8-D5547920BEE9}"/>
                </a:ext>
              </a:extLst>
            </p:cNvPr>
            <p:cNvSpPr/>
            <p:nvPr/>
          </p:nvSpPr>
          <p:spPr bwMode="auto">
            <a:xfrm>
              <a:off x="3916363" y="2643188"/>
              <a:ext cx="279400" cy="280988"/>
            </a:xfrm>
            <a:custGeom>
              <a:avLst/>
              <a:gdLst>
                <a:gd name="T0" fmla="*/ 68 w 85"/>
                <a:gd name="T1" fmla="*/ 34 h 85"/>
                <a:gd name="T2" fmla="*/ 78 w 85"/>
                <a:gd name="T3" fmla="*/ 24 h 85"/>
                <a:gd name="T4" fmla="*/ 55 w 85"/>
                <a:gd name="T5" fmla="*/ 28 h 85"/>
                <a:gd name="T6" fmla="*/ 36 w 85"/>
                <a:gd name="T7" fmla="*/ 38 h 85"/>
                <a:gd name="T8" fmla="*/ 26 w 85"/>
                <a:gd name="T9" fmla="*/ 34 h 85"/>
                <a:gd name="T10" fmla="*/ 37 w 85"/>
                <a:gd name="T11" fmla="*/ 17 h 85"/>
                <a:gd name="T12" fmla="*/ 34 w 85"/>
                <a:gd name="T13" fmla="*/ 6 h 85"/>
                <a:gd name="T14" fmla="*/ 10 w 85"/>
                <a:gd name="T15" fmla="*/ 10 h 85"/>
                <a:gd name="T16" fmla="*/ 25 w 85"/>
                <a:gd name="T17" fmla="*/ 20 h 85"/>
                <a:gd name="T18" fmla="*/ 10 w 85"/>
                <a:gd name="T19" fmla="*/ 25 h 85"/>
                <a:gd name="T20" fmla="*/ 23 w 85"/>
                <a:gd name="T21" fmla="*/ 29 h 85"/>
                <a:gd name="T22" fmla="*/ 5 w 85"/>
                <a:gd name="T23" fmla="*/ 42 h 85"/>
                <a:gd name="T24" fmla="*/ 60 w 85"/>
                <a:gd name="T25" fmla="*/ 78 h 85"/>
                <a:gd name="T26" fmla="*/ 67 w 85"/>
                <a:gd name="T27" fmla="*/ 75 h 85"/>
                <a:gd name="T28" fmla="*/ 72 w 85"/>
                <a:gd name="T29" fmla="*/ 42 h 85"/>
                <a:gd name="T30" fmla="*/ 38 w 85"/>
                <a:gd name="T31" fmla="*/ 49 h 85"/>
                <a:gd name="T32" fmla="*/ 43 w 85"/>
                <a:gd name="T33" fmla="*/ 55 h 85"/>
                <a:gd name="T34" fmla="*/ 38 w 85"/>
                <a:gd name="T35" fmla="*/ 49 h 85"/>
                <a:gd name="T36" fmla="*/ 27 w 85"/>
                <a:gd name="T37" fmla="*/ 50 h 85"/>
                <a:gd name="T38" fmla="*/ 24 w 85"/>
                <a:gd name="T39" fmla="*/ 45 h 85"/>
                <a:gd name="T40" fmla="*/ 61 w 85"/>
                <a:gd name="T41" fmla="*/ 47 h 85"/>
                <a:gd name="T42" fmla="*/ 65 w 85"/>
                <a:gd name="T43" fmla="*/ 54 h 85"/>
                <a:gd name="T44" fmla="*/ 61 w 85"/>
                <a:gd name="T45" fmla="*/ 47 h 85"/>
                <a:gd name="T46" fmla="*/ 64 w 85"/>
                <a:gd name="T47" fmla="*/ 41 h 85"/>
                <a:gd name="T48" fmla="*/ 60 w 85"/>
                <a:gd name="T49" fmla="*/ 42 h 85"/>
                <a:gd name="T50" fmla="*/ 49 w 85"/>
                <a:gd name="T51" fmla="*/ 34 h 85"/>
                <a:gd name="T52" fmla="*/ 53 w 85"/>
                <a:gd name="T53" fmla="*/ 38 h 85"/>
                <a:gd name="T54" fmla="*/ 49 w 85"/>
                <a:gd name="T55" fmla="*/ 34 h 85"/>
                <a:gd name="T56" fmla="*/ 49 w 85"/>
                <a:gd name="T57" fmla="*/ 42 h 85"/>
                <a:gd name="T58" fmla="*/ 43 w 85"/>
                <a:gd name="T59" fmla="*/ 44 h 85"/>
                <a:gd name="T60" fmla="*/ 56 w 85"/>
                <a:gd name="T61" fmla="*/ 57 h 85"/>
                <a:gd name="T62" fmla="*/ 60 w 85"/>
                <a:gd name="T63" fmla="*/ 63 h 85"/>
                <a:gd name="T64" fmla="*/ 49 w 85"/>
                <a:gd name="T65" fmla="*/ 60 h 85"/>
                <a:gd name="T66" fmla="*/ 17 w 85"/>
                <a:gd name="T67" fmla="*/ 42 h 85"/>
                <a:gd name="T68" fmla="*/ 13 w 85"/>
                <a:gd name="T69" fmla="*/ 48 h 85"/>
                <a:gd name="T70" fmla="*/ 14 w 85"/>
                <a:gd name="T71" fmla="*/ 37 h 85"/>
                <a:gd name="T72" fmla="*/ 58 w 85"/>
                <a:gd name="T73" fmla="*/ 19 h 85"/>
                <a:gd name="T74" fmla="*/ 71 w 85"/>
                <a:gd name="T75" fmla="*/ 31 h 85"/>
                <a:gd name="T76" fmla="*/ 58 w 85"/>
                <a:gd name="T77" fmla="*/ 1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5" h="85">
                  <a:moveTo>
                    <a:pt x="65" y="37"/>
                  </a:moveTo>
                  <a:cubicBezTo>
                    <a:pt x="64" y="34"/>
                    <a:pt x="66" y="34"/>
                    <a:pt x="68" y="34"/>
                  </a:cubicBezTo>
                  <a:cubicBezTo>
                    <a:pt x="71" y="36"/>
                    <a:pt x="74" y="37"/>
                    <a:pt x="77" y="39"/>
                  </a:cubicBezTo>
                  <a:cubicBezTo>
                    <a:pt x="85" y="36"/>
                    <a:pt x="85" y="27"/>
                    <a:pt x="78" y="24"/>
                  </a:cubicBezTo>
                  <a:cubicBezTo>
                    <a:pt x="69" y="18"/>
                    <a:pt x="56" y="11"/>
                    <a:pt x="50" y="13"/>
                  </a:cubicBezTo>
                  <a:cubicBezTo>
                    <a:pt x="41" y="23"/>
                    <a:pt x="49" y="25"/>
                    <a:pt x="55" y="28"/>
                  </a:cubicBezTo>
                  <a:cubicBezTo>
                    <a:pt x="58" y="30"/>
                    <a:pt x="56" y="31"/>
                    <a:pt x="54" y="31"/>
                  </a:cubicBezTo>
                  <a:cubicBezTo>
                    <a:pt x="42" y="27"/>
                    <a:pt x="44" y="30"/>
                    <a:pt x="36" y="38"/>
                  </a:cubicBezTo>
                  <a:cubicBezTo>
                    <a:pt x="30" y="42"/>
                    <a:pt x="27" y="40"/>
                    <a:pt x="25" y="37"/>
                  </a:cubicBezTo>
                  <a:cubicBezTo>
                    <a:pt x="24" y="35"/>
                    <a:pt x="25" y="35"/>
                    <a:pt x="26" y="34"/>
                  </a:cubicBezTo>
                  <a:cubicBezTo>
                    <a:pt x="30" y="32"/>
                    <a:pt x="33" y="30"/>
                    <a:pt x="32" y="27"/>
                  </a:cubicBezTo>
                  <a:cubicBezTo>
                    <a:pt x="32" y="23"/>
                    <a:pt x="33" y="19"/>
                    <a:pt x="37" y="17"/>
                  </a:cubicBezTo>
                  <a:cubicBezTo>
                    <a:pt x="40" y="15"/>
                    <a:pt x="44" y="14"/>
                    <a:pt x="43" y="8"/>
                  </a:cubicBezTo>
                  <a:cubicBezTo>
                    <a:pt x="40" y="2"/>
                    <a:pt x="32" y="0"/>
                    <a:pt x="34" y="6"/>
                  </a:cubicBezTo>
                  <a:cubicBezTo>
                    <a:pt x="36" y="10"/>
                    <a:pt x="32" y="14"/>
                    <a:pt x="30" y="12"/>
                  </a:cubicBezTo>
                  <a:cubicBezTo>
                    <a:pt x="20" y="9"/>
                    <a:pt x="10" y="6"/>
                    <a:pt x="10" y="10"/>
                  </a:cubicBezTo>
                  <a:cubicBezTo>
                    <a:pt x="8" y="14"/>
                    <a:pt x="17" y="15"/>
                    <a:pt x="25" y="16"/>
                  </a:cubicBezTo>
                  <a:cubicBezTo>
                    <a:pt x="27" y="17"/>
                    <a:pt x="27" y="20"/>
                    <a:pt x="25" y="20"/>
                  </a:cubicBezTo>
                  <a:cubicBezTo>
                    <a:pt x="19" y="20"/>
                    <a:pt x="14" y="19"/>
                    <a:pt x="9" y="19"/>
                  </a:cubicBezTo>
                  <a:cubicBezTo>
                    <a:pt x="5" y="20"/>
                    <a:pt x="5" y="25"/>
                    <a:pt x="10" y="25"/>
                  </a:cubicBezTo>
                  <a:cubicBezTo>
                    <a:pt x="15" y="25"/>
                    <a:pt x="20" y="25"/>
                    <a:pt x="25" y="24"/>
                  </a:cubicBezTo>
                  <a:cubicBezTo>
                    <a:pt x="27" y="24"/>
                    <a:pt x="26" y="29"/>
                    <a:pt x="23" y="29"/>
                  </a:cubicBezTo>
                  <a:cubicBezTo>
                    <a:pt x="8" y="29"/>
                    <a:pt x="10" y="30"/>
                    <a:pt x="9" y="31"/>
                  </a:cubicBezTo>
                  <a:cubicBezTo>
                    <a:pt x="7" y="35"/>
                    <a:pt x="7" y="38"/>
                    <a:pt x="5" y="42"/>
                  </a:cubicBezTo>
                  <a:cubicBezTo>
                    <a:pt x="0" y="51"/>
                    <a:pt x="6" y="54"/>
                    <a:pt x="16" y="54"/>
                  </a:cubicBezTo>
                  <a:cubicBezTo>
                    <a:pt x="36" y="58"/>
                    <a:pt x="54" y="64"/>
                    <a:pt x="60" y="78"/>
                  </a:cubicBezTo>
                  <a:cubicBezTo>
                    <a:pt x="61" y="80"/>
                    <a:pt x="61" y="81"/>
                    <a:pt x="63" y="82"/>
                  </a:cubicBezTo>
                  <a:cubicBezTo>
                    <a:pt x="68" y="85"/>
                    <a:pt x="71" y="79"/>
                    <a:pt x="67" y="75"/>
                  </a:cubicBezTo>
                  <a:cubicBezTo>
                    <a:pt x="64" y="72"/>
                    <a:pt x="65" y="72"/>
                    <a:pt x="67" y="68"/>
                  </a:cubicBezTo>
                  <a:cubicBezTo>
                    <a:pt x="71" y="60"/>
                    <a:pt x="79" y="51"/>
                    <a:pt x="72" y="42"/>
                  </a:cubicBezTo>
                  <a:cubicBezTo>
                    <a:pt x="70" y="40"/>
                    <a:pt x="68" y="39"/>
                    <a:pt x="65" y="37"/>
                  </a:cubicBezTo>
                  <a:close/>
                  <a:moveTo>
                    <a:pt x="38" y="49"/>
                  </a:moveTo>
                  <a:cubicBezTo>
                    <a:pt x="39" y="48"/>
                    <a:pt x="43" y="50"/>
                    <a:pt x="43" y="50"/>
                  </a:cubicBezTo>
                  <a:cubicBezTo>
                    <a:pt x="44" y="51"/>
                    <a:pt x="44" y="54"/>
                    <a:pt x="43" y="55"/>
                  </a:cubicBezTo>
                  <a:cubicBezTo>
                    <a:pt x="41" y="58"/>
                    <a:pt x="36" y="55"/>
                    <a:pt x="36" y="53"/>
                  </a:cubicBezTo>
                  <a:cubicBezTo>
                    <a:pt x="35" y="51"/>
                    <a:pt x="36" y="50"/>
                    <a:pt x="38" y="49"/>
                  </a:cubicBezTo>
                  <a:close/>
                  <a:moveTo>
                    <a:pt x="27" y="45"/>
                  </a:moveTo>
                  <a:cubicBezTo>
                    <a:pt x="27" y="46"/>
                    <a:pt x="27" y="50"/>
                    <a:pt x="27" y="50"/>
                  </a:cubicBezTo>
                  <a:cubicBezTo>
                    <a:pt x="26" y="51"/>
                    <a:pt x="25" y="51"/>
                    <a:pt x="24" y="51"/>
                  </a:cubicBezTo>
                  <a:cubicBezTo>
                    <a:pt x="21" y="50"/>
                    <a:pt x="22" y="45"/>
                    <a:pt x="24" y="45"/>
                  </a:cubicBezTo>
                  <a:cubicBezTo>
                    <a:pt x="25" y="44"/>
                    <a:pt x="26" y="44"/>
                    <a:pt x="27" y="45"/>
                  </a:cubicBezTo>
                  <a:close/>
                  <a:moveTo>
                    <a:pt x="61" y="47"/>
                  </a:moveTo>
                  <a:cubicBezTo>
                    <a:pt x="61" y="47"/>
                    <a:pt x="64" y="49"/>
                    <a:pt x="65" y="50"/>
                  </a:cubicBezTo>
                  <a:cubicBezTo>
                    <a:pt x="66" y="50"/>
                    <a:pt x="66" y="53"/>
                    <a:pt x="65" y="54"/>
                  </a:cubicBezTo>
                  <a:cubicBezTo>
                    <a:pt x="63" y="56"/>
                    <a:pt x="58" y="52"/>
                    <a:pt x="58" y="50"/>
                  </a:cubicBezTo>
                  <a:cubicBezTo>
                    <a:pt x="58" y="48"/>
                    <a:pt x="59" y="47"/>
                    <a:pt x="61" y="47"/>
                  </a:cubicBezTo>
                  <a:close/>
                  <a:moveTo>
                    <a:pt x="61" y="40"/>
                  </a:moveTo>
                  <a:cubicBezTo>
                    <a:pt x="61" y="39"/>
                    <a:pt x="64" y="40"/>
                    <a:pt x="64" y="41"/>
                  </a:cubicBezTo>
                  <a:cubicBezTo>
                    <a:pt x="65" y="41"/>
                    <a:pt x="65" y="42"/>
                    <a:pt x="64" y="43"/>
                  </a:cubicBezTo>
                  <a:cubicBezTo>
                    <a:pt x="63" y="45"/>
                    <a:pt x="60" y="43"/>
                    <a:pt x="60" y="42"/>
                  </a:cubicBezTo>
                  <a:cubicBezTo>
                    <a:pt x="59" y="41"/>
                    <a:pt x="60" y="40"/>
                    <a:pt x="61" y="40"/>
                  </a:cubicBezTo>
                  <a:close/>
                  <a:moveTo>
                    <a:pt x="49" y="34"/>
                  </a:moveTo>
                  <a:cubicBezTo>
                    <a:pt x="50" y="34"/>
                    <a:pt x="52" y="35"/>
                    <a:pt x="53" y="35"/>
                  </a:cubicBezTo>
                  <a:cubicBezTo>
                    <a:pt x="53" y="36"/>
                    <a:pt x="53" y="37"/>
                    <a:pt x="53" y="38"/>
                  </a:cubicBezTo>
                  <a:cubicBezTo>
                    <a:pt x="52" y="39"/>
                    <a:pt x="48" y="38"/>
                    <a:pt x="48" y="37"/>
                  </a:cubicBezTo>
                  <a:cubicBezTo>
                    <a:pt x="48" y="36"/>
                    <a:pt x="48" y="35"/>
                    <a:pt x="49" y="34"/>
                  </a:cubicBezTo>
                  <a:close/>
                  <a:moveTo>
                    <a:pt x="44" y="41"/>
                  </a:moveTo>
                  <a:cubicBezTo>
                    <a:pt x="45" y="40"/>
                    <a:pt x="48" y="42"/>
                    <a:pt x="49" y="42"/>
                  </a:cubicBezTo>
                  <a:cubicBezTo>
                    <a:pt x="49" y="43"/>
                    <a:pt x="49" y="44"/>
                    <a:pt x="49" y="45"/>
                  </a:cubicBezTo>
                  <a:cubicBezTo>
                    <a:pt x="48" y="47"/>
                    <a:pt x="43" y="45"/>
                    <a:pt x="43" y="44"/>
                  </a:cubicBezTo>
                  <a:cubicBezTo>
                    <a:pt x="42" y="42"/>
                    <a:pt x="43" y="41"/>
                    <a:pt x="44" y="41"/>
                  </a:cubicBezTo>
                  <a:close/>
                  <a:moveTo>
                    <a:pt x="56" y="57"/>
                  </a:moveTo>
                  <a:cubicBezTo>
                    <a:pt x="57" y="58"/>
                    <a:pt x="58" y="58"/>
                    <a:pt x="60" y="59"/>
                  </a:cubicBezTo>
                  <a:cubicBezTo>
                    <a:pt x="60" y="60"/>
                    <a:pt x="61" y="61"/>
                    <a:pt x="60" y="63"/>
                  </a:cubicBezTo>
                  <a:cubicBezTo>
                    <a:pt x="60" y="65"/>
                    <a:pt x="57" y="66"/>
                    <a:pt x="55" y="65"/>
                  </a:cubicBezTo>
                  <a:cubicBezTo>
                    <a:pt x="52" y="64"/>
                    <a:pt x="50" y="63"/>
                    <a:pt x="49" y="60"/>
                  </a:cubicBezTo>
                  <a:cubicBezTo>
                    <a:pt x="48" y="57"/>
                    <a:pt x="51" y="53"/>
                    <a:pt x="56" y="57"/>
                  </a:cubicBezTo>
                  <a:close/>
                  <a:moveTo>
                    <a:pt x="17" y="42"/>
                  </a:moveTo>
                  <a:cubicBezTo>
                    <a:pt x="17" y="44"/>
                    <a:pt x="16" y="45"/>
                    <a:pt x="16" y="46"/>
                  </a:cubicBezTo>
                  <a:cubicBezTo>
                    <a:pt x="15" y="48"/>
                    <a:pt x="14" y="48"/>
                    <a:pt x="13" y="48"/>
                  </a:cubicBezTo>
                  <a:cubicBezTo>
                    <a:pt x="11" y="48"/>
                    <a:pt x="11" y="46"/>
                    <a:pt x="11" y="44"/>
                  </a:cubicBezTo>
                  <a:cubicBezTo>
                    <a:pt x="11" y="42"/>
                    <a:pt x="11" y="39"/>
                    <a:pt x="14" y="37"/>
                  </a:cubicBezTo>
                  <a:cubicBezTo>
                    <a:pt x="17" y="35"/>
                    <a:pt x="19" y="36"/>
                    <a:pt x="17" y="42"/>
                  </a:cubicBezTo>
                  <a:close/>
                  <a:moveTo>
                    <a:pt x="58" y="19"/>
                  </a:moveTo>
                  <a:cubicBezTo>
                    <a:pt x="63" y="22"/>
                    <a:pt x="68" y="24"/>
                    <a:pt x="74" y="27"/>
                  </a:cubicBezTo>
                  <a:cubicBezTo>
                    <a:pt x="77" y="29"/>
                    <a:pt x="75" y="32"/>
                    <a:pt x="71" y="31"/>
                  </a:cubicBezTo>
                  <a:cubicBezTo>
                    <a:pt x="65" y="29"/>
                    <a:pt x="59" y="25"/>
                    <a:pt x="54" y="23"/>
                  </a:cubicBezTo>
                  <a:cubicBezTo>
                    <a:pt x="51" y="20"/>
                    <a:pt x="54" y="17"/>
                    <a:pt x="58"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3" name="íŝḷiḍe">
              <a:extLst>
                <a:ext uri="{FF2B5EF4-FFF2-40B4-BE49-F238E27FC236}">
                  <a16:creationId xmlns:a16="http://schemas.microsoft.com/office/drawing/2014/main" id="{AC8211DE-128B-06C0-F45B-149430CBD8CD}"/>
                </a:ext>
              </a:extLst>
            </p:cNvPr>
            <p:cNvSpPr/>
            <p:nvPr/>
          </p:nvSpPr>
          <p:spPr bwMode="auto">
            <a:xfrm>
              <a:off x="4305300" y="2970213"/>
              <a:ext cx="250825" cy="274638"/>
            </a:xfrm>
            <a:custGeom>
              <a:avLst/>
              <a:gdLst>
                <a:gd name="T0" fmla="*/ 57 w 76"/>
                <a:gd name="T1" fmla="*/ 20 h 83"/>
                <a:gd name="T2" fmla="*/ 34 w 76"/>
                <a:gd name="T3" fmla="*/ 4 h 83"/>
                <a:gd name="T4" fmla="*/ 28 w 76"/>
                <a:gd name="T5" fmla="*/ 8 h 83"/>
                <a:gd name="T6" fmla="*/ 40 w 76"/>
                <a:gd name="T7" fmla="*/ 17 h 83"/>
                <a:gd name="T8" fmla="*/ 39 w 76"/>
                <a:gd name="T9" fmla="*/ 20 h 83"/>
                <a:gd name="T10" fmla="*/ 28 w 76"/>
                <a:gd name="T11" fmla="*/ 13 h 83"/>
                <a:gd name="T12" fmla="*/ 21 w 76"/>
                <a:gd name="T13" fmla="*/ 15 h 83"/>
                <a:gd name="T14" fmla="*/ 32 w 76"/>
                <a:gd name="T15" fmla="*/ 24 h 83"/>
                <a:gd name="T16" fmla="*/ 27 w 76"/>
                <a:gd name="T17" fmla="*/ 31 h 83"/>
                <a:gd name="T18" fmla="*/ 9 w 76"/>
                <a:gd name="T19" fmla="*/ 20 h 83"/>
                <a:gd name="T20" fmla="*/ 1 w 76"/>
                <a:gd name="T21" fmla="*/ 23 h 83"/>
                <a:gd name="T22" fmla="*/ 33 w 76"/>
                <a:gd name="T23" fmla="*/ 47 h 83"/>
                <a:gd name="T24" fmla="*/ 27 w 76"/>
                <a:gd name="T25" fmla="*/ 74 h 83"/>
                <a:gd name="T26" fmla="*/ 36 w 76"/>
                <a:gd name="T27" fmla="*/ 77 h 83"/>
                <a:gd name="T28" fmla="*/ 40 w 76"/>
                <a:gd name="T29" fmla="*/ 50 h 83"/>
                <a:gd name="T30" fmla="*/ 46 w 76"/>
                <a:gd name="T31" fmla="*/ 49 h 83"/>
                <a:gd name="T32" fmla="*/ 49 w 76"/>
                <a:gd name="T33" fmla="*/ 65 h 83"/>
                <a:gd name="T34" fmla="*/ 54 w 76"/>
                <a:gd name="T35" fmla="*/ 62 h 83"/>
                <a:gd name="T36" fmla="*/ 54 w 76"/>
                <a:gd name="T37" fmla="*/ 47 h 83"/>
                <a:gd name="T38" fmla="*/ 57 w 76"/>
                <a:gd name="T39" fmla="*/ 45 h 83"/>
                <a:gd name="T40" fmla="*/ 59 w 76"/>
                <a:gd name="T41" fmla="*/ 67 h 83"/>
                <a:gd name="T42" fmla="*/ 66 w 76"/>
                <a:gd name="T43" fmla="*/ 64 h 83"/>
                <a:gd name="T44" fmla="*/ 65 w 76"/>
                <a:gd name="T45" fmla="*/ 37 h 83"/>
                <a:gd name="T46" fmla="*/ 65 w 76"/>
                <a:gd name="T47" fmla="*/ 31 h 83"/>
                <a:gd name="T48" fmla="*/ 57 w 76"/>
                <a:gd name="T49" fmla="*/ 20 h 83"/>
                <a:gd name="T50" fmla="*/ 41 w 76"/>
                <a:gd name="T51" fmla="*/ 28 h 83"/>
                <a:gd name="T52" fmla="*/ 51 w 76"/>
                <a:gd name="T53" fmla="*/ 25 h 83"/>
                <a:gd name="T54" fmla="*/ 58 w 76"/>
                <a:gd name="T55" fmla="*/ 31 h 83"/>
                <a:gd name="T56" fmla="*/ 54 w 76"/>
                <a:gd name="T57" fmla="*/ 39 h 83"/>
                <a:gd name="T58" fmla="*/ 41 w 76"/>
                <a:gd name="T59" fmla="*/ 39 h 83"/>
                <a:gd name="T60" fmla="*/ 41 w 76"/>
                <a:gd name="T61" fmla="*/ 2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 h="83">
                  <a:moveTo>
                    <a:pt x="57" y="20"/>
                  </a:moveTo>
                  <a:cubicBezTo>
                    <a:pt x="51" y="22"/>
                    <a:pt x="42" y="10"/>
                    <a:pt x="34" y="4"/>
                  </a:cubicBezTo>
                  <a:cubicBezTo>
                    <a:pt x="26" y="0"/>
                    <a:pt x="24" y="1"/>
                    <a:pt x="28" y="8"/>
                  </a:cubicBezTo>
                  <a:cubicBezTo>
                    <a:pt x="32" y="11"/>
                    <a:pt x="36" y="14"/>
                    <a:pt x="40" y="17"/>
                  </a:cubicBezTo>
                  <a:cubicBezTo>
                    <a:pt x="42" y="19"/>
                    <a:pt x="42" y="20"/>
                    <a:pt x="39" y="20"/>
                  </a:cubicBezTo>
                  <a:cubicBezTo>
                    <a:pt x="35" y="20"/>
                    <a:pt x="31" y="15"/>
                    <a:pt x="28" y="13"/>
                  </a:cubicBezTo>
                  <a:cubicBezTo>
                    <a:pt x="24" y="9"/>
                    <a:pt x="20" y="11"/>
                    <a:pt x="21" y="15"/>
                  </a:cubicBezTo>
                  <a:cubicBezTo>
                    <a:pt x="25" y="18"/>
                    <a:pt x="28" y="21"/>
                    <a:pt x="32" y="24"/>
                  </a:cubicBezTo>
                  <a:cubicBezTo>
                    <a:pt x="36" y="28"/>
                    <a:pt x="32" y="33"/>
                    <a:pt x="27" y="31"/>
                  </a:cubicBezTo>
                  <a:cubicBezTo>
                    <a:pt x="21" y="27"/>
                    <a:pt x="15" y="23"/>
                    <a:pt x="9" y="20"/>
                  </a:cubicBezTo>
                  <a:cubicBezTo>
                    <a:pt x="2" y="16"/>
                    <a:pt x="0" y="20"/>
                    <a:pt x="1" y="23"/>
                  </a:cubicBezTo>
                  <a:cubicBezTo>
                    <a:pt x="7" y="33"/>
                    <a:pt x="33" y="29"/>
                    <a:pt x="33" y="47"/>
                  </a:cubicBezTo>
                  <a:cubicBezTo>
                    <a:pt x="34" y="56"/>
                    <a:pt x="31" y="67"/>
                    <a:pt x="27" y="74"/>
                  </a:cubicBezTo>
                  <a:cubicBezTo>
                    <a:pt x="26" y="82"/>
                    <a:pt x="35" y="83"/>
                    <a:pt x="36" y="77"/>
                  </a:cubicBezTo>
                  <a:cubicBezTo>
                    <a:pt x="38" y="68"/>
                    <a:pt x="39" y="59"/>
                    <a:pt x="40" y="50"/>
                  </a:cubicBezTo>
                  <a:cubicBezTo>
                    <a:pt x="41" y="46"/>
                    <a:pt x="44" y="46"/>
                    <a:pt x="46" y="49"/>
                  </a:cubicBezTo>
                  <a:cubicBezTo>
                    <a:pt x="50" y="52"/>
                    <a:pt x="45" y="61"/>
                    <a:pt x="49" y="65"/>
                  </a:cubicBezTo>
                  <a:cubicBezTo>
                    <a:pt x="51" y="69"/>
                    <a:pt x="54" y="66"/>
                    <a:pt x="54" y="62"/>
                  </a:cubicBezTo>
                  <a:cubicBezTo>
                    <a:pt x="54" y="57"/>
                    <a:pt x="54" y="52"/>
                    <a:pt x="54" y="47"/>
                  </a:cubicBezTo>
                  <a:cubicBezTo>
                    <a:pt x="54" y="45"/>
                    <a:pt x="55" y="44"/>
                    <a:pt x="57" y="45"/>
                  </a:cubicBezTo>
                  <a:cubicBezTo>
                    <a:pt x="60" y="48"/>
                    <a:pt x="55" y="63"/>
                    <a:pt x="59" y="67"/>
                  </a:cubicBezTo>
                  <a:cubicBezTo>
                    <a:pt x="63" y="70"/>
                    <a:pt x="67" y="69"/>
                    <a:pt x="66" y="64"/>
                  </a:cubicBezTo>
                  <a:cubicBezTo>
                    <a:pt x="63" y="54"/>
                    <a:pt x="64" y="45"/>
                    <a:pt x="65" y="37"/>
                  </a:cubicBezTo>
                  <a:cubicBezTo>
                    <a:pt x="65" y="35"/>
                    <a:pt x="64" y="33"/>
                    <a:pt x="65" y="31"/>
                  </a:cubicBezTo>
                  <a:cubicBezTo>
                    <a:pt x="65" y="25"/>
                    <a:pt x="76" y="20"/>
                    <a:pt x="57" y="20"/>
                  </a:cubicBezTo>
                  <a:close/>
                  <a:moveTo>
                    <a:pt x="41" y="28"/>
                  </a:moveTo>
                  <a:cubicBezTo>
                    <a:pt x="43" y="28"/>
                    <a:pt x="48" y="27"/>
                    <a:pt x="51" y="25"/>
                  </a:cubicBezTo>
                  <a:cubicBezTo>
                    <a:pt x="53" y="23"/>
                    <a:pt x="57" y="26"/>
                    <a:pt x="58" y="31"/>
                  </a:cubicBezTo>
                  <a:cubicBezTo>
                    <a:pt x="58" y="34"/>
                    <a:pt x="57" y="37"/>
                    <a:pt x="54" y="39"/>
                  </a:cubicBezTo>
                  <a:cubicBezTo>
                    <a:pt x="49" y="43"/>
                    <a:pt x="45" y="43"/>
                    <a:pt x="41" y="39"/>
                  </a:cubicBezTo>
                  <a:cubicBezTo>
                    <a:pt x="40" y="34"/>
                    <a:pt x="40" y="30"/>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4" name="îṧľïḑé">
              <a:extLst>
                <a:ext uri="{FF2B5EF4-FFF2-40B4-BE49-F238E27FC236}">
                  <a16:creationId xmlns:a16="http://schemas.microsoft.com/office/drawing/2014/main" id="{1861BA99-AD25-A31D-E466-3C4B5796AD1C}"/>
                </a:ext>
              </a:extLst>
            </p:cNvPr>
            <p:cNvSpPr/>
            <p:nvPr/>
          </p:nvSpPr>
          <p:spPr bwMode="auto">
            <a:xfrm>
              <a:off x="3054350" y="2955926"/>
              <a:ext cx="228600" cy="271463"/>
            </a:xfrm>
            <a:custGeom>
              <a:avLst/>
              <a:gdLst>
                <a:gd name="T0" fmla="*/ 29 w 69"/>
                <a:gd name="T1" fmla="*/ 79 h 82"/>
                <a:gd name="T2" fmla="*/ 24 w 69"/>
                <a:gd name="T3" fmla="*/ 39 h 82"/>
                <a:gd name="T4" fmla="*/ 14 w 69"/>
                <a:gd name="T5" fmla="*/ 35 h 82"/>
                <a:gd name="T6" fmla="*/ 9 w 69"/>
                <a:gd name="T7" fmla="*/ 30 h 82"/>
                <a:gd name="T8" fmla="*/ 16 w 69"/>
                <a:gd name="T9" fmla="*/ 14 h 82"/>
                <a:gd name="T10" fmla="*/ 34 w 69"/>
                <a:gd name="T11" fmla="*/ 7 h 82"/>
                <a:gd name="T12" fmla="*/ 37 w 69"/>
                <a:gd name="T13" fmla="*/ 28 h 82"/>
                <a:gd name="T14" fmla="*/ 68 w 69"/>
                <a:gd name="T15" fmla="*/ 16 h 82"/>
                <a:gd name="T16" fmla="*/ 27 w 69"/>
                <a:gd name="T17" fmla="*/ 53 h 82"/>
                <a:gd name="T18" fmla="*/ 52 w 69"/>
                <a:gd name="T19" fmla="*/ 61 h 82"/>
                <a:gd name="T20" fmla="*/ 59 w 69"/>
                <a:gd name="T21" fmla="*/ 44 h 82"/>
                <a:gd name="T22" fmla="*/ 53 w 69"/>
                <a:gd name="T23" fmla="*/ 42 h 82"/>
                <a:gd name="T24" fmla="*/ 44 w 69"/>
                <a:gd name="T25" fmla="*/ 30 h 82"/>
                <a:gd name="T26" fmla="*/ 43 w 69"/>
                <a:gd name="T27" fmla="*/ 50 h 82"/>
                <a:gd name="T28" fmla="*/ 36 w 69"/>
                <a:gd name="T29" fmla="*/ 61 h 82"/>
                <a:gd name="T30" fmla="*/ 52 w 69"/>
                <a:gd name="T31" fmla="*/ 61 h 82"/>
                <a:gd name="T32" fmla="*/ 38 w 69"/>
                <a:gd name="T33" fmla="*/ 46 h 82"/>
                <a:gd name="T34" fmla="*/ 46 w 69"/>
                <a:gd name="T35" fmla="*/ 40 h 82"/>
                <a:gd name="T36" fmla="*/ 17 w 69"/>
                <a:gd name="T37" fmla="*/ 48 h 82"/>
                <a:gd name="T38" fmla="*/ 14 w 69"/>
                <a:gd name="T39" fmla="*/ 44 h 82"/>
                <a:gd name="T40" fmla="*/ 8 w 69"/>
                <a:gd name="T41" fmla="*/ 48 h 82"/>
                <a:gd name="T42" fmla="*/ 5 w 69"/>
                <a:gd name="T43" fmla="*/ 37 h 82"/>
                <a:gd name="T44" fmla="*/ 3 w 69"/>
                <a:gd name="T45" fmla="*/ 55 h 82"/>
                <a:gd name="T46" fmla="*/ 22 w 69"/>
                <a:gd name="T47" fmla="*/ 45 h 82"/>
                <a:gd name="T48" fmla="*/ 17 w 69"/>
                <a:gd name="T49" fmla="*/ 48 h 82"/>
                <a:gd name="T50" fmla="*/ 17 w 69"/>
                <a:gd name="T51" fmla="*/ 25 h 82"/>
                <a:gd name="T52" fmla="*/ 24 w 69"/>
                <a:gd name="T53" fmla="*/ 27 h 82"/>
                <a:gd name="T54" fmla="*/ 32 w 69"/>
                <a:gd name="T55" fmla="*/ 21 h 82"/>
                <a:gd name="T56" fmla="*/ 31 w 69"/>
                <a:gd name="T57" fmla="*/ 16 h 82"/>
                <a:gd name="T58" fmla="*/ 26 w 69"/>
                <a:gd name="T59" fmla="*/ 16 h 82"/>
                <a:gd name="T60" fmla="*/ 22 w 69"/>
                <a:gd name="T61" fmla="*/ 13 h 82"/>
                <a:gd name="T62" fmla="*/ 17 w 69"/>
                <a:gd name="T63" fmla="*/ 21 h 82"/>
                <a:gd name="T64" fmla="*/ 26 w 69"/>
                <a:gd name="T65" fmla="*/ 37 h 82"/>
                <a:gd name="T66" fmla="*/ 31 w 69"/>
                <a:gd name="T67"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82">
                  <a:moveTo>
                    <a:pt x="32" y="72"/>
                  </a:moveTo>
                  <a:cubicBezTo>
                    <a:pt x="35" y="77"/>
                    <a:pt x="36" y="82"/>
                    <a:pt x="29" y="79"/>
                  </a:cubicBezTo>
                  <a:cubicBezTo>
                    <a:pt x="15" y="67"/>
                    <a:pt x="21" y="56"/>
                    <a:pt x="26" y="44"/>
                  </a:cubicBezTo>
                  <a:cubicBezTo>
                    <a:pt x="26" y="42"/>
                    <a:pt x="26" y="41"/>
                    <a:pt x="24" y="39"/>
                  </a:cubicBezTo>
                  <a:cubicBezTo>
                    <a:pt x="22" y="38"/>
                    <a:pt x="22" y="39"/>
                    <a:pt x="20" y="39"/>
                  </a:cubicBezTo>
                  <a:cubicBezTo>
                    <a:pt x="15" y="41"/>
                    <a:pt x="16" y="41"/>
                    <a:pt x="14" y="35"/>
                  </a:cubicBezTo>
                  <a:cubicBezTo>
                    <a:pt x="14" y="33"/>
                    <a:pt x="12" y="34"/>
                    <a:pt x="10" y="34"/>
                  </a:cubicBezTo>
                  <a:cubicBezTo>
                    <a:pt x="7" y="34"/>
                    <a:pt x="7" y="33"/>
                    <a:pt x="9" y="30"/>
                  </a:cubicBezTo>
                  <a:cubicBezTo>
                    <a:pt x="12" y="28"/>
                    <a:pt x="13" y="25"/>
                    <a:pt x="13" y="21"/>
                  </a:cubicBezTo>
                  <a:cubicBezTo>
                    <a:pt x="14" y="19"/>
                    <a:pt x="15" y="16"/>
                    <a:pt x="16" y="14"/>
                  </a:cubicBezTo>
                  <a:cubicBezTo>
                    <a:pt x="18" y="11"/>
                    <a:pt x="20" y="7"/>
                    <a:pt x="22" y="4"/>
                  </a:cubicBezTo>
                  <a:cubicBezTo>
                    <a:pt x="25" y="2"/>
                    <a:pt x="27" y="0"/>
                    <a:pt x="34" y="7"/>
                  </a:cubicBezTo>
                  <a:cubicBezTo>
                    <a:pt x="42" y="13"/>
                    <a:pt x="38" y="21"/>
                    <a:pt x="33" y="28"/>
                  </a:cubicBezTo>
                  <a:cubicBezTo>
                    <a:pt x="33" y="30"/>
                    <a:pt x="35" y="29"/>
                    <a:pt x="37" y="28"/>
                  </a:cubicBezTo>
                  <a:cubicBezTo>
                    <a:pt x="41" y="20"/>
                    <a:pt x="47" y="13"/>
                    <a:pt x="57" y="12"/>
                  </a:cubicBezTo>
                  <a:cubicBezTo>
                    <a:pt x="63" y="12"/>
                    <a:pt x="67" y="11"/>
                    <a:pt x="68" y="16"/>
                  </a:cubicBezTo>
                  <a:cubicBezTo>
                    <a:pt x="69" y="19"/>
                    <a:pt x="68" y="20"/>
                    <a:pt x="60" y="20"/>
                  </a:cubicBezTo>
                  <a:cubicBezTo>
                    <a:pt x="50" y="18"/>
                    <a:pt x="34" y="30"/>
                    <a:pt x="27" y="53"/>
                  </a:cubicBezTo>
                  <a:cubicBezTo>
                    <a:pt x="26" y="62"/>
                    <a:pt x="27" y="68"/>
                    <a:pt x="32" y="72"/>
                  </a:cubicBezTo>
                  <a:close/>
                  <a:moveTo>
                    <a:pt x="52" y="61"/>
                  </a:moveTo>
                  <a:cubicBezTo>
                    <a:pt x="52" y="68"/>
                    <a:pt x="58" y="63"/>
                    <a:pt x="59" y="59"/>
                  </a:cubicBezTo>
                  <a:cubicBezTo>
                    <a:pt x="60" y="52"/>
                    <a:pt x="54" y="48"/>
                    <a:pt x="59" y="44"/>
                  </a:cubicBezTo>
                  <a:cubicBezTo>
                    <a:pt x="66" y="23"/>
                    <a:pt x="55" y="25"/>
                    <a:pt x="55" y="30"/>
                  </a:cubicBezTo>
                  <a:cubicBezTo>
                    <a:pt x="56" y="34"/>
                    <a:pt x="55" y="38"/>
                    <a:pt x="53" y="42"/>
                  </a:cubicBezTo>
                  <a:cubicBezTo>
                    <a:pt x="51" y="44"/>
                    <a:pt x="49" y="44"/>
                    <a:pt x="50" y="41"/>
                  </a:cubicBezTo>
                  <a:cubicBezTo>
                    <a:pt x="50" y="35"/>
                    <a:pt x="50" y="29"/>
                    <a:pt x="44" y="30"/>
                  </a:cubicBezTo>
                  <a:cubicBezTo>
                    <a:pt x="39" y="33"/>
                    <a:pt x="32" y="48"/>
                    <a:pt x="33" y="52"/>
                  </a:cubicBezTo>
                  <a:cubicBezTo>
                    <a:pt x="35" y="58"/>
                    <a:pt x="41" y="55"/>
                    <a:pt x="43" y="50"/>
                  </a:cubicBezTo>
                  <a:cubicBezTo>
                    <a:pt x="45" y="47"/>
                    <a:pt x="49" y="51"/>
                    <a:pt x="46" y="53"/>
                  </a:cubicBezTo>
                  <a:cubicBezTo>
                    <a:pt x="41" y="56"/>
                    <a:pt x="38" y="58"/>
                    <a:pt x="36" y="61"/>
                  </a:cubicBezTo>
                  <a:cubicBezTo>
                    <a:pt x="34" y="69"/>
                    <a:pt x="43" y="65"/>
                    <a:pt x="45" y="61"/>
                  </a:cubicBezTo>
                  <a:cubicBezTo>
                    <a:pt x="49" y="54"/>
                    <a:pt x="51" y="56"/>
                    <a:pt x="52" y="61"/>
                  </a:cubicBezTo>
                  <a:close/>
                  <a:moveTo>
                    <a:pt x="42" y="38"/>
                  </a:moveTo>
                  <a:cubicBezTo>
                    <a:pt x="39" y="41"/>
                    <a:pt x="39" y="42"/>
                    <a:pt x="38" y="46"/>
                  </a:cubicBezTo>
                  <a:cubicBezTo>
                    <a:pt x="38" y="49"/>
                    <a:pt x="40" y="49"/>
                    <a:pt x="42" y="47"/>
                  </a:cubicBezTo>
                  <a:cubicBezTo>
                    <a:pt x="44" y="45"/>
                    <a:pt x="45" y="43"/>
                    <a:pt x="46" y="40"/>
                  </a:cubicBezTo>
                  <a:cubicBezTo>
                    <a:pt x="45" y="35"/>
                    <a:pt x="44" y="35"/>
                    <a:pt x="42" y="38"/>
                  </a:cubicBezTo>
                  <a:close/>
                  <a:moveTo>
                    <a:pt x="17" y="48"/>
                  </a:moveTo>
                  <a:cubicBezTo>
                    <a:pt x="17" y="50"/>
                    <a:pt x="15" y="50"/>
                    <a:pt x="15" y="50"/>
                  </a:cubicBezTo>
                  <a:cubicBezTo>
                    <a:pt x="12" y="50"/>
                    <a:pt x="13" y="46"/>
                    <a:pt x="14" y="44"/>
                  </a:cubicBezTo>
                  <a:cubicBezTo>
                    <a:pt x="15" y="42"/>
                    <a:pt x="15" y="42"/>
                    <a:pt x="14" y="41"/>
                  </a:cubicBezTo>
                  <a:cubicBezTo>
                    <a:pt x="11" y="38"/>
                    <a:pt x="10" y="48"/>
                    <a:pt x="8" y="48"/>
                  </a:cubicBezTo>
                  <a:cubicBezTo>
                    <a:pt x="2" y="51"/>
                    <a:pt x="4" y="44"/>
                    <a:pt x="7" y="41"/>
                  </a:cubicBezTo>
                  <a:cubicBezTo>
                    <a:pt x="9" y="40"/>
                    <a:pt x="7" y="36"/>
                    <a:pt x="5" y="37"/>
                  </a:cubicBezTo>
                  <a:cubicBezTo>
                    <a:pt x="2" y="38"/>
                    <a:pt x="0" y="47"/>
                    <a:pt x="0" y="47"/>
                  </a:cubicBezTo>
                  <a:cubicBezTo>
                    <a:pt x="0" y="52"/>
                    <a:pt x="1" y="54"/>
                    <a:pt x="3" y="55"/>
                  </a:cubicBezTo>
                  <a:cubicBezTo>
                    <a:pt x="8" y="57"/>
                    <a:pt x="12" y="57"/>
                    <a:pt x="14" y="58"/>
                  </a:cubicBezTo>
                  <a:cubicBezTo>
                    <a:pt x="19" y="58"/>
                    <a:pt x="23" y="49"/>
                    <a:pt x="22" y="45"/>
                  </a:cubicBezTo>
                  <a:cubicBezTo>
                    <a:pt x="22" y="42"/>
                    <a:pt x="19" y="43"/>
                    <a:pt x="18" y="44"/>
                  </a:cubicBezTo>
                  <a:cubicBezTo>
                    <a:pt x="17" y="46"/>
                    <a:pt x="17" y="48"/>
                    <a:pt x="17" y="48"/>
                  </a:cubicBezTo>
                  <a:close/>
                  <a:moveTo>
                    <a:pt x="17" y="21"/>
                  </a:moveTo>
                  <a:cubicBezTo>
                    <a:pt x="17" y="22"/>
                    <a:pt x="16" y="24"/>
                    <a:pt x="17" y="25"/>
                  </a:cubicBezTo>
                  <a:cubicBezTo>
                    <a:pt x="22" y="28"/>
                    <a:pt x="18" y="24"/>
                    <a:pt x="22" y="22"/>
                  </a:cubicBezTo>
                  <a:cubicBezTo>
                    <a:pt x="23" y="21"/>
                    <a:pt x="24" y="21"/>
                    <a:pt x="24" y="27"/>
                  </a:cubicBezTo>
                  <a:cubicBezTo>
                    <a:pt x="24" y="29"/>
                    <a:pt x="28" y="30"/>
                    <a:pt x="30" y="27"/>
                  </a:cubicBezTo>
                  <a:cubicBezTo>
                    <a:pt x="30" y="25"/>
                    <a:pt x="31" y="23"/>
                    <a:pt x="32" y="21"/>
                  </a:cubicBezTo>
                  <a:cubicBezTo>
                    <a:pt x="34" y="20"/>
                    <a:pt x="35" y="20"/>
                    <a:pt x="34" y="18"/>
                  </a:cubicBezTo>
                  <a:cubicBezTo>
                    <a:pt x="33" y="16"/>
                    <a:pt x="32" y="15"/>
                    <a:pt x="31" y="16"/>
                  </a:cubicBezTo>
                  <a:cubicBezTo>
                    <a:pt x="29" y="17"/>
                    <a:pt x="30" y="19"/>
                    <a:pt x="28" y="19"/>
                  </a:cubicBezTo>
                  <a:cubicBezTo>
                    <a:pt x="26" y="20"/>
                    <a:pt x="26" y="18"/>
                    <a:pt x="26" y="16"/>
                  </a:cubicBezTo>
                  <a:cubicBezTo>
                    <a:pt x="26" y="16"/>
                    <a:pt x="27" y="15"/>
                    <a:pt x="27" y="14"/>
                  </a:cubicBezTo>
                  <a:cubicBezTo>
                    <a:pt x="29" y="9"/>
                    <a:pt x="24" y="9"/>
                    <a:pt x="22" y="13"/>
                  </a:cubicBezTo>
                  <a:cubicBezTo>
                    <a:pt x="21" y="14"/>
                    <a:pt x="20" y="15"/>
                    <a:pt x="19" y="16"/>
                  </a:cubicBezTo>
                  <a:cubicBezTo>
                    <a:pt x="18" y="19"/>
                    <a:pt x="17" y="18"/>
                    <a:pt x="17" y="21"/>
                  </a:cubicBezTo>
                  <a:close/>
                  <a:moveTo>
                    <a:pt x="27" y="33"/>
                  </a:moveTo>
                  <a:cubicBezTo>
                    <a:pt x="26" y="35"/>
                    <a:pt x="25" y="36"/>
                    <a:pt x="26" y="37"/>
                  </a:cubicBezTo>
                  <a:cubicBezTo>
                    <a:pt x="26" y="39"/>
                    <a:pt x="27" y="39"/>
                    <a:pt x="28" y="39"/>
                  </a:cubicBezTo>
                  <a:cubicBezTo>
                    <a:pt x="30" y="38"/>
                    <a:pt x="30" y="37"/>
                    <a:pt x="31" y="35"/>
                  </a:cubicBezTo>
                  <a:cubicBezTo>
                    <a:pt x="32" y="32"/>
                    <a:pt x="31" y="32"/>
                    <a:pt x="27"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5" name="íṧľiḍê">
              <a:extLst>
                <a:ext uri="{FF2B5EF4-FFF2-40B4-BE49-F238E27FC236}">
                  <a16:creationId xmlns:a16="http://schemas.microsoft.com/office/drawing/2014/main" id="{3EAA2C50-6AEF-9C1E-EA78-A2400CD4DC22}"/>
                </a:ext>
              </a:extLst>
            </p:cNvPr>
            <p:cNvSpPr/>
            <p:nvPr/>
          </p:nvSpPr>
          <p:spPr bwMode="auto">
            <a:xfrm>
              <a:off x="4991100" y="3776663"/>
              <a:ext cx="198438" cy="207963"/>
            </a:xfrm>
            <a:custGeom>
              <a:avLst/>
              <a:gdLst>
                <a:gd name="T0" fmla="*/ 123 w 125"/>
                <a:gd name="T1" fmla="*/ 0 h 131"/>
                <a:gd name="T2" fmla="*/ 91 w 125"/>
                <a:gd name="T3" fmla="*/ 0 h 131"/>
                <a:gd name="T4" fmla="*/ 64 w 125"/>
                <a:gd name="T5" fmla="*/ 46 h 131"/>
                <a:gd name="T6" fmla="*/ 37 w 125"/>
                <a:gd name="T7" fmla="*/ 0 h 131"/>
                <a:gd name="T8" fmla="*/ 2 w 125"/>
                <a:gd name="T9" fmla="*/ 0 h 131"/>
                <a:gd name="T10" fmla="*/ 46 w 125"/>
                <a:gd name="T11" fmla="*/ 64 h 131"/>
                <a:gd name="T12" fmla="*/ 0 w 125"/>
                <a:gd name="T13" fmla="*/ 131 h 131"/>
                <a:gd name="T14" fmla="*/ 29 w 125"/>
                <a:gd name="T15" fmla="*/ 131 h 131"/>
                <a:gd name="T16" fmla="*/ 60 w 125"/>
                <a:gd name="T17" fmla="*/ 81 h 131"/>
                <a:gd name="T18" fmla="*/ 89 w 125"/>
                <a:gd name="T19" fmla="*/ 131 h 131"/>
                <a:gd name="T20" fmla="*/ 125 w 125"/>
                <a:gd name="T21" fmla="*/ 131 h 131"/>
                <a:gd name="T22" fmla="*/ 79 w 125"/>
                <a:gd name="T23" fmla="*/ 64 h 131"/>
                <a:gd name="T24" fmla="*/ 123 w 125"/>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31">
                  <a:moveTo>
                    <a:pt x="123" y="0"/>
                  </a:moveTo>
                  <a:lnTo>
                    <a:pt x="91" y="0"/>
                  </a:lnTo>
                  <a:lnTo>
                    <a:pt x="64" y="46"/>
                  </a:lnTo>
                  <a:lnTo>
                    <a:pt x="37" y="0"/>
                  </a:lnTo>
                  <a:lnTo>
                    <a:pt x="2" y="0"/>
                  </a:lnTo>
                  <a:lnTo>
                    <a:pt x="46" y="64"/>
                  </a:lnTo>
                  <a:lnTo>
                    <a:pt x="0" y="131"/>
                  </a:lnTo>
                  <a:lnTo>
                    <a:pt x="29" y="131"/>
                  </a:lnTo>
                  <a:lnTo>
                    <a:pt x="60" y="81"/>
                  </a:lnTo>
                  <a:lnTo>
                    <a:pt x="89" y="131"/>
                  </a:lnTo>
                  <a:lnTo>
                    <a:pt x="125" y="131"/>
                  </a:lnTo>
                  <a:lnTo>
                    <a:pt x="79" y="64"/>
                  </a:lnTo>
                  <a:lnTo>
                    <a:pt x="1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6" name="išlîdê">
              <a:extLst>
                <a:ext uri="{FF2B5EF4-FFF2-40B4-BE49-F238E27FC236}">
                  <a16:creationId xmlns:a16="http://schemas.microsoft.com/office/drawing/2014/main" id="{83C03077-2386-B178-85E8-E3B5C25D7974}"/>
                </a:ext>
              </a:extLst>
            </p:cNvPr>
            <p:cNvSpPr/>
            <p:nvPr/>
          </p:nvSpPr>
          <p:spPr bwMode="auto">
            <a:xfrm>
              <a:off x="5211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7" name="íṣḻîḋê">
              <a:extLst>
                <a:ext uri="{FF2B5EF4-FFF2-40B4-BE49-F238E27FC236}">
                  <a16:creationId xmlns:a16="http://schemas.microsoft.com/office/drawing/2014/main" id="{6ED98F32-1033-B517-BCDC-FCDF366F4320}"/>
                </a:ext>
              </a:extLst>
            </p:cNvPr>
            <p:cNvSpPr/>
            <p:nvPr/>
          </p:nvSpPr>
          <p:spPr bwMode="auto">
            <a:xfrm>
              <a:off x="5287963" y="3776663"/>
              <a:ext cx="39688"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48" name="ï$ľiḑé">
              <a:extLst>
                <a:ext uri="{FF2B5EF4-FFF2-40B4-BE49-F238E27FC236}">
                  <a16:creationId xmlns:a16="http://schemas.microsoft.com/office/drawing/2014/main" id="{5A7767EB-CBEB-D444-E3E9-126F2232A410}"/>
                </a:ext>
              </a:extLst>
            </p:cNvPr>
            <p:cNvSpPr/>
            <p:nvPr/>
          </p:nvSpPr>
          <p:spPr bwMode="auto">
            <a:xfrm>
              <a:off x="5343525" y="3776663"/>
              <a:ext cx="201613" cy="207963"/>
            </a:xfrm>
            <a:custGeom>
              <a:avLst/>
              <a:gdLst>
                <a:gd name="T0" fmla="*/ 48 w 127"/>
                <a:gd name="T1" fmla="*/ 0 h 131"/>
                <a:gd name="T2" fmla="*/ 0 w 127"/>
                <a:gd name="T3" fmla="*/ 131 h 131"/>
                <a:gd name="T4" fmla="*/ 27 w 127"/>
                <a:gd name="T5" fmla="*/ 131 h 131"/>
                <a:gd name="T6" fmla="*/ 38 w 127"/>
                <a:gd name="T7" fmla="*/ 104 h 131"/>
                <a:gd name="T8" fmla="*/ 90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3 w 127"/>
                <a:gd name="T21" fmla="*/ 25 h 131"/>
                <a:gd name="T22" fmla="*/ 65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8" y="104"/>
                  </a:lnTo>
                  <a:lnTo>
                    <a:pt x="90" y="104"/>
                  </a:lnTo>
                  <a:lnTo>
                    <a:pt x="98" y="131"/>
                  </a:lnTo>
                  <a:lnTo>
                    <a:pt x="127" y="131"/>
                  </a:lnTo>
                  <a:lnTo>
                    <a:pt x="81" y="0"/>
                  </a:lnTo>
                  <a:lnTo>
                    <a:pt x="48" y="0"/>
                  </a:lnTo>
                  <a:close/>
                  <a:moveTo>
                    <a:pt x="44" y="81"/>
                  </a:moveTo>
                  <a:lnTo>
                    <a:pt x="63" y="25"/>
                  </a:lnTo>
                  <a:lnTo>
                    <a:pt x="65"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49" name="îs1ïdè">
              <a:extLst>
                <a:ext uri="{FF2B5EF4-FFF2-40B4-BE49-F238E27FC236}">
                  <a16:creationId xmlns:a16="http://schemas.microsoft.com/office/drawing/2014/main" id="{08BE7580-8C53-1F51-2CCD-8959677047C0}"/>
                </a:ext>
              </a:extLst>
            </p:cNvPr>
            <p:cNvSpPr/>
            <p:nvPr/>
          </p:nvSpPr>
          <p:spPr bwMode="auto">
            <a:xfrm>
              <a:off x="5568950"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4 w 118"/>
                <a:gd name="T11" fmla="*/ 131 h 131"/>
                <a:gd name="T12" fmla="*/ 24 w 118"/>
                <a:gd name="T13" fmla="*/ 23 h 131"/>
                <a:gd name="T14" fmla="*/ 27 w 118"/>
                <a:gd name="T15" fmla="*/ 23 h 131"/>
                <a:gd name="T16" fmla="*/ 76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4" y="131"/>
                  </a:lnTo>
                  <a:lnTo>
                    <a:pt x="24" y="23"/>
                  </a:lnTo>
                  <a:lnTo>
                    <a:pt x="27" y="23"/>
                  </a:lnTo>
                  <a:lnTo>
                    <a:pt x="76"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0" name="íṥḷiḓe">
              <a:extLst>
                <a:ext uri="{FF2B5EF4-FFF2-40B4-BE49-F238E27FC236}">
                  <a16:creationId xmlns:a16="http://schemas.microsoft.com/office/drawing/2014/main" id="{93DC59D1-4F5A-8568-A087-50279C4B908A}"/>
                </a:ext>
              </a:extLst>
            </p:cNvPr>
            <p:cNvSpPr/>
            <p:nvPr/>
          </p:nvSpPr>
          <p:spPr bwMode="auto">
            <a:xfrm>
              <a:off x="5854700" y="3776663"/>
              <a:ext cx="139700" cy="211138"/>
            </a:xfrm>
            <a:custGeom>
              <a:avLst/>
              <a:gdLst>
                <a:gd name="T0" fmla="*/ 29 w 42"/>
                <a:gd name="T1" fmla="*/ 42 h 64"/>
                <a:gd name="T2" fmla="*/ 29 w 42"/>
                <a:gd name="T3" fmla="*/ 43 h 64"/>
                <a:gd name="T4" fmla="*/ 21 w 42"/>
                <a:gd name="T5" fmla="*/ 55 h 64"/>
                <a:gd name="T6" fmla="*/ 13 w 42"/>
                <a:gd name="T7" fmla="*/ 43 h 64"/>
                <a:gd name="T8" fmla="*/ 0 w 42"/>
                <a:gd name="T9" fmla="*/ 43 h 64"/>
                <a:gd name="T10" fmla="*/ 21 w 42"/>
                <a:gd name="T11" fmla="*/ 64 h 64"/>
                <a:gd name="T12" fmla="*/ 42 w 42"/>
                <a:gd name="T13" fmla="*/ 43 h 64"/>
                <a:gd name="T14" fmla="*/ 42 w 42"/>
                <a:gd name="T15" fmla="*/ 0 h 64"/>
                <a:gd name="T16" fmla="*/ 29 w 42"/>
                <a:gd name="T17" fmla="*/ 0 h 64"/>
                <a:gd name="T18" fmla="*/ 29 w 42"/>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64">
                  <a:moveTo>
                    <a:pt x="29" y="42"/>
                  </a:moveTo>
                  <a:cubicBezTo>
                    <a:pt x="29" y="42"/>
                    <a:pt x="29" y="43"/>
                    <a:pt x="29" y="43"/>
                  </a:cubicBezTo>
                  <a:cubicBezTo>
                    <a:pt x="28" y="51"/>
                    <a:pt x="26" y="55"/>
                    <a:pt x="21" y="55"/>
                  </a:cubicBezTo>
                  <a:cubicBezTo>
                    <a:pt x="16" y="55"/>
                    <a:pt x="13" y="51"/>
                    <a:pt x="13" y="43"/>
                  </a:cubicBezTo>
                  <a:cubicBezTo>
                    <a:pt x="0" y="43"/>
                    <a:pt x="0" y="43"/>
                    <a:pt x="0" y="43"/>
                  </a:cubicBezTo>
                  <a:cubicBezTo>
                    <a:pt x="0" y="57"/>
                    <a:pt x="8" y="64"/>
                    <a:pt x="21" y="64"/>
                  </a:cubicBezTo>
                  <a:cubicBezTo>
                    <a:pt x="35" y="64"/>
                    <a:pt x="42" y="56"/>
                    <a:pt x="42" y="43"/>
                  </a:cubicBezTo>
                  <a:cubicBezTo>
                    <a:pt x="42" y="0"/>
                    <a:pt x="42" y="0"/>
                    <a:pt x="42" y="0"/>
                  </a:cubicBezTo>
                  <a:cubicBezTo>
                    <a:pt x="29" y="0"/>
                    <a:pt x="29" y="0"/>
                    <a:pt x="29" y="0"/>
                  </a:cubicBezTo>
                  <a:lnTo>
                    <a:pt x="29"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1" name="íŝḷïdê">
              <a:extLst>
                <a:ext uri="{FF2B5EF4-FFF2-40B4-BE49-F238E27FC236}">
                  <a16:creationId xmlns:a16="http://schemas.microsoft.com/office/drawing/2014/main" id="{326634CB-6093-A41C-AF41-C8CFE4E9EEDC}"/>
                </a:ext>
              </a:extLst>
            </p:cNvPr>
            <p:cNvSpPr/>
            <p:nvPr/>
          </p:nvSpPr>
          <p:spPr bwMode="auto">
            <a:xfrm>
              <a:off x="6029325"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52" name="íŝļïḓé">
              <a:extLst>
                <a:ext uri="{FF2B5EF4-FFF2-40B4-BE49-F238E27FC236}">
                  <a16:creationId xmlns:a16="http://schemas.microsoft.com/office/drawing/2014/main" id="{D15A7ECE-3DA3-5C0A-2348-3D16F5281AA2}"/>
                </a:ext>
              </a:extLst>
            </p:cNvPr>
            <p:cNvSpPr/>
            <p:nvPr/>
          </p:nvSpPr>
          <p:spPr bwMode="auto">
            <a:xfrm>
              <a:off x="6096000" y="3776663"/>
              <a:ext cx="201613" cy="207963"/>
            </a:xfrm>
            <a:custGeom>
              <a:avLst/>
              <a:gdLst>
                <a:gd name="T0" fmla="*/ 48 w 127"/>
                <a:gd name="T1" fmla="*/ 0 h 131"/>
                <a:gd name="T2" fmla="*/ 0 w 127"/>
                <a:gd name="T3" fmla="*/ 131 h 131"/>
                <a:gd name="T4" fmla="*/ 27 w 127"/>
                <a:gd name="T5" fmla="*/ 131 h 131"/>
                <a:gd name="T6" fmla="*/ 37 w 127"/>
                <a:gd name="T7" fmla="*/ 104 h 131"/>
                <a:gd name="T8" fmla="*/ 89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2 w 127"/>
                <a:gd name="T21" fmla="*/ 25 h 131"/>
                <a:gd name="T22" fmla="*/ 64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7" y="104"/>
                  </a:lnTo>
                  <a:lnTo>
                    <a:pt x="89" y="104"/>
                  </a:lnTo>
                  <a:lnTo>
                    <a:pt x="98" y="131"/>
                  </a:lnTo>
                  <a:lnTo>
                    <a:pt x="127" y="131"/>
                  </a:lnTo>
                  <a:lnTo>
                    <a:pt x="81" y="0"/>
                  </a:lnTo>
                  <a:lnTo>
                    <a:pt x="48" y="0"/>
                  </a:lnTo>
                  <a:close/>
                  <a:moveTo>
                    <a:pt x="44" y="81"/>
                  </a:moveTo>
                  <a:lnTo>
                    <a:pt x="62" y="25"/>
                  </a:lnTo>
                  <a:lnTo>
                    <a:pt x="64"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3" name="iSľîdè">
              <a:extLst>
                <a:ext uri="{FF2B5EF4-FFF2-40B4-BE49-F238E27FC236}">
                  <a16:creationId xmlns:a16="http://schemas.microsoft.com/office/drawing/2014/main" id="{D79A8C86-0A51-24E8-649A-4FE8677576B8}"/>
                </a:ext>
              </a:extLst>
            </p:cNvPr>
            <p:cNvSpPr/>
            <p:nvPr/>
          </p:nvSpPr>
          <p:spPr bwMode="auto">
            <a:xfrm>
              <a:off x="6313488"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0" y="0"/>
                    <a:pt x="0" y="11"/>
                    <a:pt x="0" y="33"/>
                  </a:cubicBezTo>
                  <a:cubicBezTo>
                    <a:pt x="0" y="54"/>
                    <a:pt x="10" y="65"/>
                    <a:pt x="30" y="65"/>
                  </a:cubicBezTo>
                  <a:cubicBezTo>
                    <a:pt x="49" y="65"/>
                    <a:pt x="59" y="54"/>
                    <a:pt x="60" y="33"/>
                  </a:cubicBezTo>
                  <a:cubicBezTo>
                    <a:pt x="59" y="11"/>
                    <a:pt x="49" y="0"/>
                    <a:pt x="30" y="0"/>
                  </a:cubicBezTo>
                  <a:close/>
                  <a:moveTo>
                    <a:pt x="30" y="56"/>
                  </a:moveTo>
                  <a:cubicBezTo>
                    <a:pt x="19" y="56"/>
                    <a:pt x="14" y="48"/>
                    <a:pt x="14" y="33"/>
                  </a:cubicBezTo>
                  <a:cubicBezTo>
                    <a:pt x="14" y="17"/>
                    <a:pt x="19" y="10"/>
                    <a:pt x="30" y="10"/>
                  </a:cubicBezTo>
                  <a:cubicBezTo>
                    <a:pt x="40" y="10"/>
                    <a:pt x="46" y="17"/>
                    <a:pt x="46" y="33"/>
                  </a:cubicBezTo>
                  <a:cubicBezTo>
                    <a:pt x="46" y="48"/>
                    <a:pt x="40"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4" name="islïḑe">
              <a:extLst>
                <a:ext uri="{FF2B5EF4-FFF2-40B4-BE49-F238E27FC236}">
                  <a16:creationId xmlns:a16="http://schemas.microsoft.com/office/drawing/2014/main" id="{6071744E-E3EE-ED15-9320-3A7AC588F52C}"/>
                </a:ext>
              </a:extLst>
            </p:cNvPr>
            <p:cNvSpPr/>
            <p:nvPr/>
          </p:nvSpPr>
          <p:spPr bwMode="auto">
            <a:xfrm>
              <a:off x="6527800" y="3776663"/>
              <a:ext cx="168275" cy="207963"/>
            </a:xfrm>
            <a:custGeom>
              <a:avLst/>
              <a:gdLst>
                <a:gd name="T0" fmla="*/ 0 w 106"/>
                <a:gd name="T1" fmla="*/ 23 h 131"/>
                <a:gd name="T2" fmla="*/ 40 w 106"/>
                <a:gd name="T3" fmla="*/ 23 h 131"/>
                <a:gd name="T4" fmla="*/ 40 w 106"/>
                <a:gd name="T5" fmla="*/ 131 h 131"/>
                <a:gd name="T6" fmla="*/ 67 w 106"/>
                <a:gd name="T7" fmla="*/ 131 h 131"/>
                <a:gd name="T8" fmla="*/ 67 w 106"/>
                <a:gd name="T9" fmla="*/ 23 h 131"/>
                <a:gd name="T10" fmla="*/ 106 w 106"/>
                <a:gd name="T11" fmla="*/ 23 h 131"/>
                <a:gd name="T12" fmla="*/ 106 w 106"/>
                <a:gd name="T13" fmla="*/ 0 h 131"/>
                <a:gd name="T14" fmla="*/ 0 w 106"/>
                <a:gd name="T15" fmla="*/ 0 h 131"/>
                <a:gd name="T16" fmla="*/ 0 w 106"/>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31">
                  <a:moveTo>
                    <a:pt x="0" y="23"/>
                  </a:moveTo>
                  <a:lnTo>
                    <a:pt x="40" y="23"/>
                  </a:lnTo>
                  <a:lnTo>
                    <a:pt x="40" y="131"/>
                  </a:lnTo>
                  <a:lnTo>
                    <a:pt x="67" y="131"/>
                  </a:lnTo>
                  <a:lnTo>
                    <a:pt x="67" y="23"/>
                  </a:lnTo>
                  <a:lnTo>
                    <a:pt x="106" y="23"/>
                  </a:lnTo>
                  <a:lnTo>
                    <a:pt x="106"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5" name="ïṡḻiḋé">
              <a:extLst>
                <a:ext uri="{FF2B5EF4-FFF2-40B4-BE49-F238E27FC236}">
                  <a16:creationId xmlns:a16="http://schemas.microsoft.com/office/drawing/2014/main" id="{F9A49617-57A2-F302-AA08-6131C6CB2425}"/>
                </a:ext>
              </a:extLst>
            </p:cNvPr>
            <p:cNvSpPr/>
            <p:nvPr/>
          </p:nvSpPr>
          <p:spPr bwMode="auto">
            <a:xfrm>
              <a:off x="6711950"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1" y="0"/>
                    <a:pt x="1" y="11"/>
                    <a:pt x="0" y="33"/>
                  </a:cubicBezTo>
                  <a:cubicBezTo>
                    <a:pt x="0" y="54"/>
                    <a:pt x="10" y="65"/>
                    <a:pt x="30" y="65"/>
                  </a:cubicBezTo>
                  <a:cubicBezTo>
                    <a:pt x="50" y="65"/>
                    <a:pt x="60" y="54"/>
                    <a:pt x="60" y="33"/>
                  </a:cubicBezTo>
                  <a:cubicBezTo>
                    <a:pt x="60" y="11"/>
                    <a:pt x="50" y="0"/>
                    <a:pt x="30" y="0"/>
                  </a:cubicBezTo>
                  <a:close/>
                  <a:moveTo>
                    <a:pt x="30" y="56"/>
                  </a:moveTo>
                  <a:cubicBezTo>
                    <a:pt x="20" y="56"/>
                    <a:pt x="14" y="48"/>
                    <a:pt x="14" y="33"/>
                  </a:cubicBezTo>
                  <a:cubicBezTo>
                    <a:pt x="14" y="17"/>
                    <a:pt x="20" y="10"/>
                    <a:pt x="30" y="10"/>
                  </a:cubicBezTo>
                  <a:cubicBezTo>
                    <a:pt x="41" y="10"/>
                    <a:pt x="46" y="17"/>
                    <a:pt x="46" y="33"/>
                  </a:cubicBezTo>
                  <a:cubicBezTo>
                    <a:pt x="46" y="48"/>
                    <a:pt x="41"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6" name="iṩḻïdé">
              <a:extLst>
                <a:ext uri="{FF2B5EF4-FFF2-40B4-BE49-F238E27FC236}">
                  <a16:creationId xmlns:a16="http://schemas.microsoft.com/office/drawing/2014/main" id="{ADB9667A-039C-2945-7086-FF56E4969157}"/>
                </a:ext>
              </a:extLst>
            </p:cNvPr>
            <p:cNvSpPr/>
            <p:nvPr/>
          </p:nvSpPr>
          <p:spPr bwMode="auto">
            <a:xfrm>
              <a:off x="6943725"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7" y="131"/>
                  </a:lnTo>
                  <a:lnTo>
                    <a:pt x="27" y="23"/>
                  </a:lnTo>
                  <a:lnTo>
                    <a:pt x="27" y="23"/>
                  </a:lnTo>
                  <a:lnTo>
                    <a:pt x="79"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7" name="iş1îďê">
              <a:extLst>
                <a:ext uri="{FF2B5EF4-FFF2-40B4-BE49-F238E27FC236}">
                  <a16:creationId xmlns:a16="http://schemas.microsoft.com/office/drawing/2014/main" id="{81E27155-0EE9-C90E-92B1-452A2A2CCDAC}"/>
                </a:ext>
              </a:extLst>
            </p:cNvPr>
            <p:cNvSpPr/>
            <p:nvPr/>
          </p:nvSpPr>
          <p:spPr bwMode="auto">
            <a:xfrm>
              <a:off x="7161213" y="3773488"/>
              <a:ext cx="195263" cy="214313"/>
            </a:xfrm>
            <a:custGeom>
              <a:avLst/>
              <a:gdLst>
                <a:gd name="T0" fmla="*/ 32 w 59"/>
                <a:gd name="T1" fmla="*/ 10 h 65"/>
                <a:gd name="T2" fmla="*/ 44 w 59"/>
                <a:gd name="T3" fmla="*/ 20 h 65"/>
                <a:gd name="T4" fmla="*/ 59 w 59"/>
                <a:gd name="T5" fmla="*/ 20 h 65"/>
                <a:gd name="T6" fmla="*/ 29 w 59"/>
                <a:gd name="T7" fmla="*/ 0 h 65"/>
                <a:gd name="T8" fmla="*/ 0 w 59"/>
                <a:gd name="T9" fmla="*/ 33 h 65"/>
                <a:gd name="T10" fmla="*/ 29 w 59"/>
                <a:gd name="T11" fmla="*/ 65 h 65"/>
                <a:gd name="T12" fmla="*/ 44 w 59"/>
                <a:gd name="T13" fmla="*/ 64 h 65"/>
                <a:gd name="T14" fmla="*/ 58 w 59"/>
                <a:gd name="T15" fmla="*/ 62 h 65"/>
                <a:gd name="T16" fmla="*/ 58 w 59"/>
                <a:gd name="T17" fmla="*/ 31 h 65"/>
                <a:gd name="T18" fmla="*/ 32 w 59"/>
                <a:gd name="T19" fmla="*/ 31 h 65"/>
                <a:gd name="T20" fmla="*/ 32 w 59"/>
                <a:gd name="T21" fmla="*/ 41 h 65"/>
                <a:gd name="T22" fmla="*/ 44 w 59"/>
                <a:gd name="T23" fmla="*/ 41 h 65"/>
                <a:gd name="T24" fmla="*/ 44 w 59"/>
                <a:gd name="T25" fmla="*/ 54 h 65"/>
                <a:gd name="T26" fmla="*/ 44 w 59"/>
                <a:gd name="T27" fmla="*/ 54 h 65"/>
                <a:gd name="T28" fmla="*/ 32 w 59"/>
                <a:gd name="T29" fmla="*/ 56 h 65"/>
                <a:gd name="T30" fmla="*/ 14 w 59"/>
                <a:gd name="T31" fmla="*/ 33 h 65"/>
                <a:gd name="T32" fmla="*/ 32 w 59"/>
                <a:gd name="T33" fmla="*/ 1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65">
                  <a:moveTo>
                    <a:pt x="32" y="10"/>
                  </a:moveTo>
                  <a:cubicBezTo>
                    <a:pt x="40" y="10"/>
                    <a:pt x="44" y="13"/>
                    <a:pt x="44" y="20"/>
                  </a:cubicBezTo>
                  <a:cubicBezTo>
                    <a:pt x="59" y="20"/>
                    <a:pt x="59" y="20"/>
                    <a:pt x="59" y="20"/>
                  </a:cubicBezTo>
                  <a:cubicBezTo>
                    <a:pt x="59" y="7"/>
                    <a:pt x="49" y="0"/>
                    <a:pt x="29" y="0"/>
                  </a:cubicBezTo>
                  <a:cubicBezTo>
                    <a:pt x="10" y="1"/>
                    <a:pt x="0" y="12"/>
                    <a:pt x="0" y="33"/>
                  </a:cubicBezTo>
                  <a:cubicBezTo>
                    <a:pt x="0" y="53"/>
                    <a:pt x="10" y="64"/>
                    <a:pt x="29" y="65"/>
                  </a:cubicBezTo>
                  <a:cubicBezTo>
                    <a:pt x="35" y="65"/>
                    <a:pt x="40" y="65"/>
                    <a:pt x="44" y="64"/>
                  </a:cubicBezTo>
                  <a:cubicBezTo>
                    <a:pt x="48" y="64"/>
                    <a:pt x="53" y="64"/>
                    <a:pt x="58" y="62"/>
                  </a:cubicBezTo>
                  <a:cubicBezTo>
                    <a:pt x="58" y="31"/>
                    <a:pt x="58" y="31"/>
                    <a:pt x="58" y="31"/>
                  </a:cubicBezTo>
                  <a:cubicBezTo>
                    <a:pt x="32" y="31"/>
                    <a:pt x="32" y="31"/>
                    <a:pt x="32" y="31"/>
                  </a:cubicBezTo>
                  <a:cubicBezTo>
                    <a:pt x="32" y="41"/>
                    <a:pt x="32" y="41"/>
                    <a:pt x="32" y="41"/>
                  </a:cubicBezTo>
                  <a:cubicBezTo>
                    <a:pt x="44" y="41"/>
                    <a:pt x="44" y="41"/>
                    <a:pt x="44" y="41"/>
                  </a:cubicBezTo>
                  <a:cubicBezTo>
                    <a:pt x="44" y="54"/>
                    <a:pt x="44" y="54"/>
                    <a:pt x="44" y="54"/>
                  </a:cubicBezTo>
                  <a:cubicBezTo>
                    <a:pt x="44" y="55"/>
                    <a:pt x="43" y="55"/>
                    <a:pt x="44" y="54"/>
                  </a:cubicBezTo>
                  <a:cubicBezTo>
                    <a:pt x="39" y="55"/>
                    <a:pt x="35" y="56"/>
                    <a:pt x="32" y="56"/>
                  </a:cubicBezTo>
                  <a:cubicBezTo>
                    <a:pt x="20" y="56"/>
                    <a:pt x="14" y="48"/>
                    <a:pt x="14" y="33"/>
                  </a:cubicBezTo>
                  <a:cubicBezTo>
                    <a:pt x="14" y="18"/>
                    <a:pt x="20" y="10"/>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8" name="ïṣľíḓê">
              <a:extLst>
                <a:ext uri="{FF2B5EF4-FFF2-40B4-BE49-F238E27FC236}">
                  <a16:creationId xmlns:a16="http://schemas.microsoft.com/office/drawing/2014/main" id="{3C0F7B3F-FE5C-145D-30AB-4F933ABFE2D8}"/>
                </a:ext>
              </a:extLst>
            </p:cNvPr>
            <p:cNvSpPr/>
            <p:nvPr/>
          </p:nvSpPr>
          <p:spPr bwMode="auto">
            <a:xfrm>
              <a:off x="7473950" y="3776663"/>
              <a:ext cx="182563" cy="211138"/>
            </a:xfrm>
            <a:custGeom>
              <a:avLst/>
              <a:gdLst>
                <a:gd name="T0" fmla="*/ 41 w 55"/>
                <a:gd name="T1" fmla="*/ 35 h 64"/>
                <a:gd name="T2" fmla="*/ 39 w 55"/>
                <a:gd name="T3" fmla="*/ 50 h 64"/>
                <a:gd name="T4" fmla="*/ 28 w 55"/>
                <a:gd name="T5" fmla="*/ 55 h 64"/>
                <a:gd name="T6" fmla="*/ 16 w 55"/>
                <a:gd name="T7" fmla="*/ 50 h 64"/>
                <a:gd name="T8" fmla="*/ 14 w 55"/>
                <a:gd name="T9" fmla="*/ 35 h 64"/>
                <a:gd name="T10" fmla="*/ 14 w 55"/>
                <a:gd name="T11" fmla="*/ 0 h 64"/>
                <a:gd name="T12" fmla="*/ 0 w 55"/>
                <a:gd name="T13" fmla="*/ 0 h 64"/>
                <a:gd name="T14" fmla="*/ 0 w 55"/>
                <a:gd name="T15" fmla="*/ 40 h 64"/>
                <a:gd name="T16" fmla="*/ 28 w 55"/>
                <a:gd name="T17" fmla="*/ 64 h 64"/>
                <a:gd name="T18" fmla="*/ 55 w 55"/>
                <a:gd name="T19" fmla="*/ 40 h 64"/>
                <a:gd name="T20" fmla="*/ 55 w 55"/>
                <a:gd name="T21" fmla="*/ 0 h 64"/>
                <a:gd name="T22" fmla="*/ 41 w 55"/>
                <a:gd name="T23" fmla="*/ 0 h 64"/>
                <a:gd name="T24" fmla="*/ 41 w 55"/>
                <a:gd name="T25"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64">
                  <a:moveTo>
                    <a:pt x="41" y="35"/>
                  </a:moveTo>
                  <a:cubicBezTo>
                    <a:pt x="42" y="42"/>
                    <a:pt x="41" y="47"/>
                    <a:pt x="39" y="50"/>
                  </a:cubicBezTo>
                  <a:cubicBezTo>
                    <a:pt x="36" y="53"/>
                    <a:pt x="33" y="55"/>
                    <a:pt x="28" y="55"/>
                  </a:cubicBezTo>
                  <a:cubicBezTo>
                    <a:pt x="22" y="55"/>
                    <a:pt x="19" y="53"/>
                    <a:pt x="16" y="50"/>
                  </a:cubicBezTo>
                  <a:cubicBezTo>
                    <a:pt x="14" y="47"/>
                    <a:pt x="13" y="42"/>
                    <a:pt x="14" y="35"/>
                  </a:cubicBezTo>
                  <a:cubicBezTo>
                    <a:pt x="14" y="0"/>
                    <a:pt x="14" y="0"/>
                    <a:pt x="14" y="0"/>
                  </a:cubicBezTo>
                  <a:cubicBezTo>
                    <a:pt x="0" y="0"/>
                    <a:pt x="0" y="0"/>
                    <a:pt x="0" y="0"/>
                  </a:cubicBezTo>
                  <a:cubicBezTo>
                    <a:pt x="0" y="40"/>
                    <a:pt x="0" y="40"/>
                    <a:pt x="0" y="40"/>
                  </a:cubicBezTo>
                  <a:cubicBezTo>
                    <a:pt x="0" y="56"/>
                    <a:pt x="10" y="64"/>
                    <a:pt x="28" y="64"/>
                  </a:cubicBezTo>
                  <a:cubicBezTo>
                    <a:pt x="45" y="64"/>
                    <a:pt x="54" y="56"/>
                    <a:pt x="55" y="40"/>
                  </a:cubicBezTo>
                  <a:cubicBezTo>
                    <a:pt x="55" y="0"/>
                    <a:pt x="55" y="0"/>
                    <a:pt x="55" y="0"/>
                  </a:cubicBezTo>
                  <a:cubicBezTo>
                    <a:pt x="41" y="0"/>
                    <a:pt x="41" y="0"/>
                    <a:pt x="41" y="0"/>
                  </a:cubicBezTo>
                  <a:lnTo>
                    <a:pt x="4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59" name="ïŝľíḓé">
              <a:extLst>
                <a:ext uri="{FF2B5EF4-FFF2-40B4-BE49-F238E27FC236}">
                  <a16:creationId xmlns:a16="http://schemas.microsoft.com/office/drawing/2014/main" id="{1796D810-B0A6-8D8A-5B17-D6FA209D96A0}"/>
                </a:ext>
              </a:extLst>
            </p:cNvPr>
            <p:cNvSpPr/>
            <p:nvPr/>
          </p:nvSpPr>
          <p:spPr bwMode="auto">
            <a:xfrm>
              <a:off x="7696200" y="3776663"/>
              <a:ext cx="187325" cy="207963"/>
            </a:xfrm>
            <a:custGeom>
              <a:avLst/>
              <a:gdLst>
                <a:gd name="T0" fmla="*/ 93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3 w 118"/>
                <a:gd name="T23" fmla="*/ 0 h 131"/>
                <a:gd name="T24" fmla="*/ 93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3" y="104"/>
                  </a:moveTo>
                  <a:lnTo>
                    <a:pt x="91" y="104"/>
                  </a:lnTo>
                  <a:lnTo>
                    <a:pt x="41" y="0"/>
                  </a:lnTo>
                  <a:lnTo>
                    <a:pt x="0" y="0"/>
                  </a:lnTo>
                  <a:lnTo>
                    <a:pt x="0" y="131"/>
                  </a:lnTo>
                  <a:lnTo>
                    <a:pt x="27" y="131"/>
                  </a:lnTo>
                  <a:lnTo>
                    <a:pt x="27" y="23"/>
                  </a:lnTo>
                  <a:lnTo>
                    <a:pt x="27" y="23"/>
                  </a:lnTo>
                  <a:lnTo>
                    <a:pt x="79" y="131"/>
                  </a:lnTo>
                  <a:lnTo>
                    <a:pt x="118" y="131"/>
                  </a:lnTo>
                  <a:lnTo>
                    <a:pt x="118" y="0"/>
                  </a:lnTo>
                  <a:lnTo>
                    <a:pt x="93" y="0"/>
                  </a:lnTo>
                  <a:lnTo>
                    <a:pt x="93"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0" name="ïṩ1îdê">
              <a:extLst>
                <a:ext uri="{FF2B5EF4-FFF2-40B4-BE49-F238E27FC236}">
                  <a16:creationId xmlns:a16="http://schemas.microsoft.com/office/drawing/2014/main" id="{55DDAB6E-3029-C498-ADF6-C940AB51C08F}"/>
                </a:ext>
              </a:extLst>
            </p:cNvPr>
            <p:cNvSpPr/>
            <p:nvPr/>
          </p:nvSpPr>
          <p:spPr bwMode="auto">
            <a:xfrm>
              <a:off x="7920038"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1" name="iśľiḑe">
              <a:extLst>
                <a:ext uri="{FF2B5EF4-FFF2-40B4-BE49-F238E27FC236}">
                  <a16:creationId xmlns:a16="http://schemas.microsoft.com/office/drawing/2014/main" id="{0D8D8DD7-4588-88FF-DF08-BA73CF04FF5B}"/>
                </a:ext>
              </a:extLst>
            </p:cNvPr>
            <p:cNvSpPr/>
            <p:nvPr/>
          </p:nvSpPr>
          <p:spPr bwMode="auto">
            <a:xfrm>
              <a:off x="7985125" y="3776663"/>
              <a:ext cx="201613" cy="207963"/>
            </a:xfrm>
            <a:custGeom>
              <a:avLst/>
              <a:gdLst>
                <a:gd name="T0" fmla="*/ 65 w 127"/>
                <a:gd name="T1" fmla="*/ 104 h 131"/>
                <a:gd name="T2" fmla="*/ 65 w 127"/>
                <a:gd name="T3" fmla="*/ 104 h 131"/>
                <a:gd name="T4" fmla="*/ 30 w 127"/>
                <a:gd name="T5" fmla="*/ 0 h 131"/>
                <a:gd name="T6" fmla="*/ 0 w 127"/>
                <a:gd name="T7" fmla="*/ 0 h 131"/>
                <a:gd name="T8" fmla="*/ 48 w 127"/>
                <a:gd name="T9" fmla="*/ 131 h 131"/>
                <a:gd name="T10" fmla="*/ 79 w 127"/>
                <a:gd name="T11" fmla="*/ 131 h 131"/>
                <a:gd name="T12" fmla="*/ 127 w 127"/>
                <a:gd name="T13" fmla="*/ 0 h 131"/>
                <a:gd name="T14" fmla="*/ 100 w 127"/>
                <a:gd name="T15" fmla="*/ 0 h 131"/>
                <a:gd name="T16" fmla="*/ 65 w 127"/>
                <a:gd name="T17"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31">
                  <a:moveTo>
                    <a:pt x="65" y="104"/>
                  </a:moveTo>
                  <a:lnTo>
                    <a:pt x="65" y="104"/>
                  </a:lnTo>
                  <a:lnTo>
                    <a:pt x="30" y="0"/>
                  </a:lnTo>
                  <a:lnTo>
                    <a:pt x="0" y="0"/>
                  </a:lnTo>
                  <a:lnTo>
                    <a:pt x="48" y="131"/>
                  </a:lnTo>
                  <a:lnTo>
                    <a:pt x="79" y="131"/>
                  </a:lnTo>
                  <a:lnTo>
                    <a:pt x="127" y="0"/>
                  </a:lnTo>
                  <a:lnTo>
                    <a:pt x="100" y="0"/>
                  </a:lnTo>
                  <a:lnTo>
                    <a:pt x="6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2" name="ï$ḻïḑe">
              <a:extLst>
                <a:ext uri="{FF2B5EF4-FFF2-40B4-BE49-F238E27FC236}">
                  <a16:creationId xmlns:a16="http://schemas.microsoft.com/office/drawing/2014/main" id="{76981863-1255-DE31-110E-AA4857F3BEB2}"/>
                </a:ext>
              </a:extLst>
            </p:cNvPr>
            <p:cNvSpPr/>
            <p:nvPr/>
          </p:nvSpPr>
          <p:spPr bwMode="auto">
            <a:xfrm>
              <a:off x="8207375" y="3776663"/>
              <a:ext cx="141288" cy="207963"/>
            </a:xfrm>
            <a:custGeom>
              <a:avLst/>
              <a:gdLst>
                <a:gd name="T0" fmla="*/ 27 w 89"/>
                <a:gd name="T1" fmla="*/ 75 h 131"/>
                <a:gd name="T2" fmla="*/ 83 w 89"/>
                <a:gd name="T3" fmla="*/ 75 h 131"/>
                <a:gd name="T4" fmla="*/ 83 w 89"/>
                <a:gd name="T5" fmla="*/ 52 h 131"/>
                <a:gd name="T6" fmla="*/ 27 w 89"/>
                <a:gd name="T7" fmla="*/ 52 h 131"/>
                <a:gd name="T8" fmla="*/ 27 w 89"/>
                <a:gd name="T9" fmla="*/ 23 h 131"/>
                <a:gd name="T10" fmla="*/ 87 w 89"/>
                <a:gd name="T11" fmla="*/ 23 h 131"/>
                <a:gd name="T12" fmla="*/ 87 w 89"/>
                <a:gd name="T13" fmla="*/ 0 h 131"/>
                <a:gd name="T14" fmla="*/ 0 w 89"/>
                <a:gd name="T15" fmla="*/ 0 h 131"/>
                <a:gd name="T16" fmla="*/ 0 w 89"/>
                <a:gd name="T17" fmla="*/ 131 h 131"/>
                <a:gd name="T18" fmla="*/ 89 w 89"/>
                <a:gd name="T19" fmla="*/ 131 h 131"/>
                <a:gd name="T20" fmla="*/ 89 w 89"/>
                <a:gd name="T21" fmla="*/ 110 h 131"/>
                <a:gd name="T22" fmla="*/ 27 w 89"/>
                <a:gd name="T23" fmla="*/ 110 h 131"/>
                <a:gd name="T24" fmla="*/ 27 w 89"/>
                <a:gd name="T25" fmla="*/ 7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131">
                  <a:moveTo>
                    <a:pt x="27" y="75"/>
                  </a:moveTo>
                  <a:lnTo>
                    <a:pt x="83" y="75"/>
                  </a:lnTo>
                  <a:lnTo>
                    <a:pt x="83" y="52"/>
                  </a:lnTo>
                  <a:lnTo>
                    <a:pt x="27" y="52"/>
                  </a:lnTo>
                  <a:lnTo>
                    <a:pt x="27" y="23"/>
                  </a:lnTo>
                  <a:lnTo>
                    <a:pt x="87" y="23"/>
                  </a:lnTo>
                  <a:lnTo>
                    <a:pt x="87" y="0"/>
                  </a:lnTo>
                  <a:lnTo>
                    <a:pt x="0" y="0"/>
                  </a:lnTo>
                  <a:lnTo>
                    <a:pt x="0" y="131"/>
                  </a:lnTo>
                  <a:lnTo>
                    <a:pt x="89" y="131"/>
                  </a:lnTo>
                  <a:lnTo>
                    <a:pt x="89" y="110"/>
                  </a:lnTo>
                  <a:lnTo>
                    <a:pt x="27" y="110"/>
                  </a:lnTo>
                  <a:lnTo>
                    <a:pt x="2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3" name="íŝlídê">
              <a:extLst>
                <a:ext uri="{FF2B5EF4-FFF2-40B4-BE49-F238E27FC236}">
                  <a16:creationId xmlns:a16="http://schemas.microsoft.com/office/drawing/2014/main" id="{BD456A5A-E988-E4ED-1288-F9F861CDB934}"/>
                </a:ext>
              </a:extLst>
            </p:cNvPr>
            <p:cNvSpPr/>
            <p:nvPr/>
          </p:nvSpPr>
          <p:spPr bwMode="auto">
            <a:xfrm>
              <a:off x="8382000" y="3776663"/>
              <a:ext cx="168275" cy="207963"/>
            </a:xfrm>
            <a:custGeom>
              <a:avLst/>
              <a:gdLst>
                <a:gd name="T0" fmla="*/ 47 w 51"/>
                <a:gd name="T1" fmla="*/ 46 h 63"/>
                <a:gd name="T2" fmla="*/ 36 w 51"/>
                <a:gd name="T3" fmla="*/ 32 h 63"/>
                <a:gd name="T4" fmla="*/ 36 w 51"/>
                <a:gd name="T5" fmla="*/ 32 h 63"/>
                <a:gd name="T6" fmla="*/ 49 w 51"/>
                <a:gd name="T7" fmla="*/ 17 h 63"/>
                <a:gd name="T8" fmla="*/ 27 w 51"/>
                <a:gd name="T9" fmla="*/ 0 h 63"/>
                <a:gd name="T10" fmla="*/ 0 w 51"/>
                <a:gd name="T11" fmla="*/ 0 h 63"/>
                <a:gd name="T12" fmla="*/ 0 w 51"/>
                <a:gd name="T13" fmla="*/ 63 h 63"/>
                <a:gd name="T14" fmla="*/ 14 w 51"/>
                <a:gd name="T15" fmla="*/ 63 h 63"/>
                <a:gd name="T16" fmla="*/ 14 w 51"/>
                <a:gd name="T17" fmla="*/ 38 h 63"/>
                <a:gd name="T18" fmla="*/ 28 w 51"/>
                <a:gd name="T19" fmla="*/ 38 h 63"/>
                <a:gd name="T20" fmla="*/ 34 w 51"/>
                <a:gd name="T21" fmla="*/ 46 h 63"/>
                <a:gd name="T22" fmla="*/ 36 w 51"/>
                <a:gd name="T23" fmla="*/ 63 h 63"/>
                <a:gd name="T24" fmla="*/ 51 w 51"/>
                <a:gd name="T25" fmla="*/ 63 h 63"/>
                <a:gd name="T26" fmla="*/ 48 w 51"/>
                <a:gd name="T27" fmla="*/ 48 h 63"/>
                <a:gd name="T28" fmla="*/ 47 w 51"/>
                <a:gd name="T29" fmla="*/ 46 h 63"/>
                <a:gd name="T30" fmla="*/ 25 w 51"/>
                <a:gd name="T31" fmla="*/ 28 h 63"/>
                <a:gd name="T32" fmla="*/ 14 w 51"/>
                <a:gd name="T33" fmla="*/ 28 h 63"/>
                <a:gd name="T34" fmla="*/ 14 w 51"/>
                <a:gd name="T35" fmla="*/ 11 h 63"/>
                <a:gd name="T36" fmla="*/ 25 w 51"/>
                <a:gd name="T37" fmla="*/ 11 h 63"/>
                <a:gd name="T38" fmla="*/ 35 w 51"/>
                <a:gd name="T39" fmla="*/ 19 h 63"/>
                <a:gd name="T40" fmla="*/ 25 w 51"/>
                <a:gd name="T41" fmla="*/ 2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3">
                  <a:moveTo>
                    <a:pt x="47" y="46"/>
                  </a:moveTo>
                  <a:cubicBezTo>
                    <a:pt x="47" y="37"/>
                    <a:pt x="43" y="33"/>
                    <a:pt x="36" y="32"/>
                  </a:cubicBezTo>
                  <a:cubicBezTo>
                    <a:pt x="36" y="32"/>
                    <a:pt x="36" y="32"/>
                    <a:pt x="36" y="32"/>
                  </a:cubicBezTo>
                  <a:cubicBezTo>
                    <a:pt x="44" y="30"/>
                    <a:pt x="49" y="25"/>
                    <a:pt x="49" y="17"/>
                  </a:cubicBezTo>
                  <a:cubicBezTo>
                    <a:pt x="49" y="6"/>
                    <a:pt x="41" y="0"/>
                    <a:pt x="27" y="0"/>
                  </a:cubicBezTo>
                  <a:cubicBezTo>
                    <a:pt x="0" y="0"/>
                    <a:pt x="0" y="0"/>
                    <a:pt x="0" y="0"/>
                  </a:cubicBezTo>
                  <a:cubicBezTo>
                    <a:pt x="0" y="63"/>
                    <a:pt x="0" y="63"/>
                    <a:pt x="0" y="63"/>
                  </a:cubicBezTo>
                  <a:cubicBezTo>
                    <a:pt x="14" y="63"/>
                    <a:pt x="14" y="63"/>
                    <a:pt x="14" y="63"/>
                  </a:cubicBezTo>
                  <a:cubicBezTo>
                    <a:pt x="14" y="38"/>
                    <a:pt x="14" y="38"/>
                    <a:pt x="14" y="38"/>
                  </a:cubicBezTo>
                  <a:cubicBezTo>
                    <a:pt x="28" y="38"/>
                    <a:pt x="28" y="38"/>
                    <a:pt x="28" y="38"/>
                  </a:cubicBezTo>
                  <a:cubicBezTo>
                    <a:pt x="32" y="38"/>
                    <a:pt x="33" y="41"/>
                    <a:pt x="34" y="46"/>
                  </a:cubicBezTo>
                  <a:cubicBezTo>
                    <a:pt x="34" y="52"/>
                    <a:pt x="35" y="58"/>
                    <a:pt x="36" y="63"/>
                  </a:cubicBezTo>
                  <a:cubicBezTo>
                    <a:pt x="51" y="63"/>
                    <a:pt x="51" y="63"/>
                    <a:pt x="51" y="63"/>
                  </a:cubicBezTo>
                  <a:cubicBezTo>
                    <a:pt x="49" y="61"/>
                    <a:pt x="48" y="56"/>
                    <a:pt x="48" y="48"/>
                  </a:cubicBezTo>
                  <a:cubicBezTo>
                    <a:pt x="48" y="48"/>
                    <a:pt x="47" y="47"/>
                    <a:pt x="47" y="46"/>
                  </a:cubicBezTo>
                  <a:close/>
                  <a:moveTo>
                    <a:pt x="25" y="28"/>
                  </a:moveTo>
                  <a:cubicBezTo>
                    <a:pt x="14" y="28"/>
                    <a:pt x="14" y="28"/>
                    <a:pt x="14" y="28"/>
                  </a:cubicBezTo>
                  <a:cubicBezTo>
                    <a:pt x="14" y="11"/>
                    <a:pt x="14" y="11"/>
                    <a:pt x="14" y="11"/>
                  </a:cubicBezTo>
                  <a:cubicBezTo>
                    <a:pt x="25" y="11"/>
                    <a:pt x="25" y="11"/>
                    <a:pt x="25" y="11"/>
                  </a:cubicBezTo>
                  <a:cubicBezTo>
                    <a:pt x="31" y="11"/>
                    <a:pt x="35" y="13"/>
                    <a:pt x="35" y="19"/>
                  </a:cubicBezTo>
                  <a:cubicBezTo>
                    <a:pt x="35" y="25"/>
                    <a:pt x="31" y="28"/>
                    <a:pt x="2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4" name="ïṩḷïḋé">
              <a:extLst>
                <a:ext uri="{FF2B5EF4-FFF2-40B4-BE49-F238E27FC236}">
                  <a16:creationId xmlns:a16="http://schemas.microsoft.com/office/drawing/2014/main" id="{92114C12-7BC1-F058-1971-7F6B0685224A}"/>
                </a:ext>
              </a:extLst>
            </p:cNvPr>
            <p:cNvSpPr/>
            <p:nvPr/>
          </p:nvSpPr>
          <p:spPr bwMode="auto">
            <a:xfrm>
              <a:off x="8566150" y="3773488"/>
              <a:ext cx="171450" cy="214313"/>
            </a:xfrm>
            <a:custGeom>
              <a:avLst/>
              <a:gdLst>
                <a:gd name="T0" fmla="*/ 30 w 52"/>
                <a:gd name="T1" fmla="*/ 27 h 65"/>
                <a:gd name="T2" fmla="*/ 28 w 52"/>
                <a:gd name="T3" fmla="*/ 27 h 65"/>
                <a:gd name="T4" fmla="*/ 16 w 52"/>
                <a:gd name="T5" fmla="*/ 18 h 65"/>
                <a:gd name="T6" fmla="*/ 26 w 52"/>
                <a:gd name="T7" fmla="*/ 10 h 65"/>
                <a:gd name="T8" fmla="*/ 37 w 52"/>
                <a:gd name="T9" fmla="*/ 19 h 65"/>
                <a:gd name="T10" fmla="*/ 50 w 52"/>
                <a:gd name="T11" fmla="*/ 19 h 65"/>
                <a:gd name="T12" fmla="*/ 28 w 52"/>
                <a:gd name="T13" fmla="*/ 0 h 65"/>
                <a:gd name="T14" fmla="*/ 2 w 52"/>
                <a:gd name="T15" fmla="*/ 21 h 65"/>
                <a:gd name="T16" fmla="*/ 23 w 52"/>
                <a:gd name="T17" fmla="*/ 38 h 65"/>
                <a:gd name="T18" fmla="*/ 25 w 52"/>
                <a:gd name="T19" fmla="*/ 39 h 65"/>
                <a:gd name="T20" fmla="*/ 37 w 52"/>
                <a:gd name="T21" fmla="*/ 48 h 65"/>
                <a:gd name="T22" fmla="*/ 24 w 52"/>
                <a:gd name="T23" fmla="*/ 56 h 65"/>
                <a:gd name="T24" fmla="*/ 14 w 52"/>
                <a:gd name="T25" fmla="*/ 44 h 65"/>
                <a:gd name="T26" fmla="*/ 0 w 52"/>
                <a:gd name="T27" fmla="*/ 44 h 65"/>
                <a:gd name="T28" fmla="*/ 24 w 52"/>
                <a:gd name="T29" fmla="*/ 65 h 65"/>
                <a:gd name="T30" fmla="*/ 51 w 52"/>
                <a:gd name="T31" fmla="*/ 45 h 65"/>
                <a:gd name="T32" fmla="*/ 30 w 52"/>
                <a:gd name="T33"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5">
                  <a:moveTo>
                    <a:pt x="30" y="27"/>
                  </a:moveTo>
                  <a:cubicBezTo>
                    <a:pt x="29" y="27"/>
                    <a:pt x="28" y="27"/>
                    <a:pt x="28" y="27"/>
                  </a:cubicBezTo>
                  <a:cubicBezTo>
                    <a:pt x="20" y="26"/>
                    <a:pt x="16" y="23"/>
                    <a:pt x="16" y="18"/>
                  </a:cubicBezTo>
                  <a:cubicBezTo>
                    <a:pt x="16" y="13"/>
                    <a:pt x="20" y="10"/>
                    <a:pt x="26" y="10"/>
                  </a:cubicBezTo>
                  <a:cubicBezTo>
                    <a:pt x="33" y="10"/>
                    <a:pt x="36" y="13"/>
                    <a:pt x="37" y="19"/>
                  </a:cubicBezTo>
                  <a:cubicBezTo>
                    <a:pt x="50" y="19"/>
                    <a:pt x="50" y="19"/>
                    <a:pt x="50" y="19"/>
                  </a:cubicBezTo>
                  <a:cubicBezTo>
                    <a:pt x="49" y="7"/>
                    <a:pt x="42" y="0"/>
                    <a:pt x="28" y="0"/>
                  </a:cubicBezTo>
                  <a:cubicBezTo>
                    <a:pt x="11" y="1"/>
                    <a:pt x="3" y="8"/>
                    <a:pt x="2" y="21"/>
                  </a:cubicBezTo>
                  <a:cubicBezTo>
                    <a:pt x="2" y="29"/>
                    <a:pt x="9" y="35"/>
                    <a:pt x="23" y="38"/>
                  </a:cubicBezTo>
                  <a:cubicBezTo>
                    <a:pt x="23" y="38"/>
                    <a:pt x="24" y="39"/>
                    <a:pt x="25" y="39"/>
                  </a:cubicBezTo>
                  <a:cubicBezTo>
                    <a:pt x="33" y="40"/>
                    <a:pt x="37" y="43"/>
                    <a:pt x="37" y="48"/>
                  </a:cubicBezTo>
                  <a:cubicBezTo>
                    <a:pt x="37" y="53"/>
                    <a:pt x="33" y="56"/>
                    <a:pt x="24" y="56"/>
                  </a:cubicBezTo>
                  <a:cubicBezTo>
                    <a:pt x="17" y="55"/>
                    <a:pt x="14" y="52"/>
                    <a:pt x="14" y="44"/>
                  </a:cubicBezTo>
                  <a:cubicBezTo>
                    <a:pt x="0" y="44"/>
                    <a:pt x="0" y="44"/>
                    <a:pt x="0" y="44"/>
                  </a:cubicBezTo>
                  <a:cubicBezTo>
                    <a:pt x="0" y="58"/>
                    <a:pt x="8" y="65"/>
                    <a:pt x="24" y="65"/>
                  </a:cubicBezTo>
                  <a:cubicBezTo>
                    <a:pt x="42" y="65"/>
                    <a:pt x="51" y="58"/>
                    <a:pt x="51" y="45"/>
                  </a:cubicBezTo>
                  <a:cubicBezTo>
                    <a:pt x="52" y="36"/>
                    <a:pt x="44" y="30"/>
                    <a:pt x="3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5" name="išḷídé">
              <a:extLst>
                <a:ext uri="{FF2B5EF4-FFF2-40B4-BE49-F238E27FC236}">
                  <a16:creationId xmlns:a16="http://schemas.microsoft.com/office/drawing/2014/main" id="{2AADBDF9-C06E-16C2-5D03-2CB73E1A822C}"/>
                </a:ext>
              </a:extLst>
            </p:cNvPr>
            <p:cNvSpPr/>
            <p:nvPr/>
          </p:nvSpPr>
          <p:spPr bwMode="auto">
            <a:xfrm>
              <a:off x="8767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66" name="íṥḻiḍé">
              <a:extLst>
                <a:ext uri="{FF2B5EF4-FFF2-40B4-BE49-F238E27FC236}">
                  <a16:creationId xmlns:a16="http://schemas.microsoft.com/office/drawing/2014/main" id="{C6C8D0F3-A269-2685-F5E3-317C533DADE2}"/>
                </a:ext>
              </a:extLst>
            </p:cNvPr>
            <p:cNvSpPr/>
            <p:nvPr/>
          </p:nvSpPr>
          <p:spPr bwMode="auto">
            <a:xfrm>
              <a:off x="8829675" y="3776663"/>
              <a:ext cx="171450" cy="207963"/>
            </a:xfrm>
            <a:custGeom>
              <a:avLst/>
              <a:gdLst>
                <a:gd name="T0" fmla="*/ 0 w 108"/>
                <a:gd name="T1" fmla="*/ 23 h 131"/>
                <a:gd name="T2" fmla="*/ 40 w 108"/>
                <a:gd name="T3" fmla="*/ 23 h 131"/>
                <a:gd name="T4" fmla="*/ 40 w 108"/>
                <a:gd name="T5" fmla="*/ 131 h 131"/>
                <a:gd name="T6" fmla="*/ 69 w 108"/>
                <a:gd name="T7" fmla="*/ 131 h 131"/>
                <a:gd name="T8" fmla="*/ 69 w 108"/>
                <a:gd name="T9" fmla="*/ 23 h 131"/>
                <a:gd name="T10" fmla="*/ 108 w 108"/>
                <a:gd name="T11" fmla="*/ 23 h 131"/>
                <a:gd name="T12" fmla="*/ 108 w 108"/>
                <a:gd name="T13" fmla="*/ 0 h 131"/>
                <a:gd name="T14" fmla="*/ 0 w 108"/>
                <a:gd name="T15" fmla="*/ 0 h 131"/>
                <a:gd name="T16" fmla="*/ 0 w 108"/>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1">
                  <a:moveTo>
                    <a:pt x="0" y="23"/>
                  </a:moveTo>
                  <a:lnTo>
                    <a:pt x="40" y="23"/>
                  </a:lnTo>
                  <a:lnTo>
                    <a:pt x="40" y="131"/>
                  </a:lnTo>
                  <a:lnTo>
                    <a:pt x="69" y="131"/>
                  </a:lnTo>
                  <a:lnTo>
                    <a:pt x="69" y="23"/>
                  </a:lnTo>
                  <a:lnTo>
                    <a:pt x="108" y="23"/>
                  </a:lnTo>
                  <a:lnTo>
                    <a:pt x="108"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íšḻiḑè">
              <a:extLst>
                <a:ext uri="{FF2B5EF4-FFF2-40B4-BE49-F238E27FC236}">
                  <a16:creationId xmlns:a16="http://schemas.microsoft.com/office/drawing/2014/main" id="{239C0B47-EC8E-D8D3-4AD0-72719093962D}"/>
                </a:ext>
              </a:extLst>
            </p:cNvPr>
            <p:cNvSpPr/>
            <p:nvPr/>
          </p:nvSpPr>
          <p:spPr bwMode="auto">
            <a:xfrm>
              <a:off x="9009063" y="3776663"/>
              <a:ext cx="184150" cy="207963"/>
            </a:xfrm>
            <a:custGeom>
              <a:avLst/>
              <a:gdLst>
                <a:gd name="T0" fmla="*/ 87 w 116"/>
                <a:gd name="T1" fmla="*/ 0 h 131"/>
                <a:gd name="T2" fmla="*/ 60 w 116"/>
                <a:gd name="T3" fmla="*/ 60 h 131"/>
                <a:gd name="T4" fmla="*/ 33 w 116"/>
                <a:gd name="T5" fmla="*/ 0 h 131"/>
                <a:gd name="T6" fmla="*/ 0 w 116"/>
                <a:gd name="T7" fmla="*/ 0 h 131"/>
                <a:gd name="T8" fmla="*/ 43 w 116"/>
                <a:gd name="T9" fmla="*/ 89 h 131"/>
                <a:gd name="T10" fmla="*/ 43 w 116"/>
                <a:gd name="T11" fmla="*/ 131 h 131"/>
                <a:gd name="T12" fmla="*/ 72 w 116"/>
                <a:gd name="T13" fmla="*/ 131 h 131"/>
                <a:gd name="T14" fmla="*/ 72 w 116"/>
                <a:gd name="T15" fmla="*/ 89 h 131"/>
                <a:gd name="T16" fmla="*/ 116 w 116"/>
                <a:gd name="T17" fmla="*/ 0 h 131"/>
                <a:gd name="T18" fmla="*/ 87 w 116"/>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31">
                  <a:moveTo>
                    <a:pt x="87" y="0"/>
                  </a:moveTo>
                  <a:lnTo>
                    <a:pt x="60" y="60"/>
                  </a:lnTo>
                  <a:lnTo>
                    <a:pt x="33" y="0"/>
                  </a:lnTo>
                  <a:lnTo>
                    <a:pt x="0" y="0"/>
                  </a:lnTo>
                  <a:lnTo>
                    <a:pt x="43" y="89"/>
                  </a:lnTo>
                  <a:lnTo>
                    <a:pt x="43" y="131"/>
                  </a:lnTo>
                  <a:lnTo>
                    <a:pt x="72" y="131"/>
                  </a:lnTo>
                  <a:lnTo>
                    <a:pt x="72" y="89"/>
                  </a:lnTo>
                  <a:lnTo>
                    <a:pt x="116" y="0"/>
                  </a:ln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extLst>
      <p:ext uri="{BB962C8B-B14F-4D97-AF65-F5344CB8AC3E}">
        <p14:creationId xmlns:p14="http://schemas.microsoft.com/office/powerpoint/2010/main" val="1973120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3" name="图片 2" descr="雪地上的风景&#10;&#10;描述已自动生成">
            <a:extLst>
              <a:ext uri="{FF2B5EF4-FFF2-40B4-BE49-F238E27FC236}">
                <a16:creationId xmlns:a16="http://schemas.microsoft.com/office/drawing/2014/main" id="{98752F16-B9D3-4823-B45A-EE844FDCECC2}"/>
              </a:ext>
            </a:extLst>
          </p:cNvPr>
          <p:cNvPicPr>
            <a:picLocks noChangeAspect="1"/>
          </p:cNvPicPr>
          <p:nvPr userDrawn="1"/>
        </p:nvPicPr>
        <p:blipFill>
          <a:blip r:embed="rId2">
            <a:alphaModFix amt="50000"/>
            <a:extLst>
              <a:ext uri="{BEBA8EAE-BF5A-486C-A8C5-ECC9F3942E4B}">
                <a14:imgProps xmlns:a14="http://schemas.microsoft.com/office/drawing/2010/main">
                  <a14:imgLayer r:embed="rId3">
                    <a14:imgEffect>
                      <a14:brightnessContrast contrast="20000"/>
                    </a14:imgEffect>
                  </a14:imgLayer>
                </a14:imgProps>
              </a:ext>
              <a:ext uri="{28A0092B-C50C-407E-A947-70E740481C1C}">
                <a14:useLocalDpi xmlns:a14="http://schemas.microsoft.com/office/drawing/2010/main" val="0"/>
              </a:ext>
            </a:extLst>
          </a:blip>
          <a:srcRect l="11845" t="8499" r="18248" b="8555"/>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任意多边形: 形状 3">
            <a:extLst>
              <a:ext uri="{FF2B5EF4-FFF2-40B4-BE49-F238E27FC236}">
                <a16:creationId xmlns:a16="http://schemas.microsoft.com/office/drawing/2014/main" id="{2CCCD481-2436-4440-8D37-F252B32760BD}"/>
              </a:ext>
            </a:extLst>
          </p:cNvPr>
          <p:cNvSpPr/>
          <p:nvPr userDrawn="1"/>
        </p:nvSpPr>
        <p:spPr>
          <a:xfrm>
            <a:off x="0" y="0"/>
            <a:ext cx="12192000" cy="6857567"/>
          </a:xfrm>
          <a:custGeom>
            <a:avLst/>
            <a:gdLst>
              <a:gd name="connsiteX0" fmla="*/ 0 w 12192000"/>
              <a:gd name="connsiteY0" fmla="*/ 0 h 6857567"/>
              <a:gd name="connsiteX1" fmla="*/ 12192000 w 12192000"/>
              <a:gd name="connsiteY1" fmla="*/ 0 h 6857567"/>
              <a:gd name="connsiteX2" fmla="*/ 12192000 w 12192000"/>
              <a:gd name="connsiteY2" fmla="*/ 6857567 h 6857567"/>
              <a:gd name="connsiteX3" fmla="*/ 0 w 12192000"/>
              <a:gd name="connsiteY3" fmla="*/ 6857567 h 6857567"/>
            </a:gdLst>
            <a:ahLst/>
            <a:cxnLst>
              <a:cxn ang="0">
                <a:pos x="connsiteX0" y="connsiteY0"/>
              </a:cxn>
              <a:cxn ang="0">
                <a:pos x="connsiteX1" y="connsiteY1"/>
              </a:cxn>
              <a:cxn ang="0">
                <a:pos x="connsiteX2" y="connsiteY2"/>
              </a:cxn>
              <a:cxn ang="0">
                <a:pos x="connsiteX3" y="connsiteY3"/>
              </a:cxn>
            </a:cxnLst>
            <a:rect l="l" t="t" r="r" b="b"/>
            <a:pathLst>
              <a:path w="12192000" h="6857567">
                <a:moveTo>
                  <a:pt x="0" y="0"/>
                </a:moveTo>
                <a:lnTo>
                  <a:pt x="12192000" y="0"/>
                </a:lnTo>
                <a:lnTo>
                  <a:pt x="12192000" y="6857567"/>
                </a:lnTo>
                <a:lnTo>
                  <a:pt x="0" y="6857567"/>
                </a:lnTo>
                <a:close/>
              </a:path>
            </a:pathLst>
          </a:custGeom>
          <a:gradFill>
            <a:gsLst>
              <a:gs pos="38000">
                <a:schemeClr val="accent3">
                  <a:alpha val="0"/>
                </a:schemeClr>
              </a:gs>
              <a:gs pos="100000">
                <a:schemeClr val="accent1">
                  <a:alpha val="9000"/>
                </a:schemeClr>
              </a:gs>
            </a:gsLst>
            <a:path path="circle">
              <a:fillToRect l="50000" t="50000" r="50000" b="50000"/>
            </a:path>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nvGrpSpPr>
          <p:cNvPr id="11" name="组合 10">
            <a:extLst>
              <a:ext uri="{FF2B5EF4-FFF2-40B4-BE49-F238E27FC236}">
                <a16:creationId xmlns:a16="http://schemas.microsoft.com/office/drawing/2014/main" id="{745CE4ED-0863-4CEE-9DD7-EB04E41E85CA}"/>
              </a:ext>
            </a:extLst>
          </p:cNvPr>
          <p:cNvGrpSpPr/>
          <p:nvPr userDrawn="1"/>
        </p:nvGrpSpPr>
        <p:grpSpPr>
          <a:xfrm>
            <a:off x="0" y="5687395"/>
            <a:ext cx="12192000" cy="1170606"/>
            <a:chOff x="0" y="5687395"/>
            <a:chExt cx="12192000" cy="1170606"/>
          </a:xfrm>
        </p:grpSpPr>
        <p:sp>
          <p:nvSpPr>
            <p:cNvPr id="12" name="任意多边形: 形状 11">
              <a:extLst>
                <a:ext uri="{FF2B5EF4-FFF2-40B4-BE49-F238E27FC236}">
                  <a16:creationId xmlns:a16="http://schemas.microsoft.com/office/drawing/2014/main" id="{1BA5814F-6EC7-4B3B-9077-3CC3D5C4FEB5}"/>
                </a:ext>
              </a:extLst>
            </p:cNvPr>
            <p:cNvSpPr/>
            <p:nvPr/>
          </p:nvSpPr>
          <p:spPr>
            <a:xfrm>
              <a:off x="0" y="5687395"/>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a:outerShdw blurRad="127000" dist="101600" dir="15000000" sx="95000" sy="95000" rotWithShape="0">
                <a:schemeClr val="accent3">
                  <a:alpha val="5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3" name="任意多边形: 形状 12">
              <a:extLst>
                <a:ext uri="{FF2B5EF4-FFF2-40B4-BE49-F238E27FC236}">
                  <a16:creationId xmlns:a16="http://schemas.microsoft.com/office/drawing/2014/main" id="{1FFA81BA-D263-47EC-AFCC-38E313EE503F}"/>
                </a:ext>
              </a:extLst>
            </p:cNvPr>
            <p:cNvSpPr/>
            <p:nvPr/>
          </p:nvSpPr>
          <p:spPr>
            <a:xfrm>
              <a:off x="0" y="5976514"/>
              <a:ext cx="12192000" cy="881487"/>
            </a:xfrm>
            <a:custGeom>
              <a:avLst/>
              <a:gdLst>
                <a:gd name="connsiteX0" fmla="*/ 0 w 12192000"/>
                <a:gd name="connsiteY0" fmla="*/ 0 h 881487"/>
                <a:gd name="connsiteX1" fmla="*/ 43626 w 12192000"/>
                <a:gd name="connsiteY1" fmla="*/ 13101 h 881487"/>
                <a:gd name="connsiteX2" fmla="*/ 6106789 w 12192000"/>
                <a:gd name="connsiteY2" fmla="*/ 605905 h 881487"/>
                <a:gd name="connsiteX3" fmla="*/ 12010382 w 12192000"/>
                <a:gd name="connsiteY3" fmla="*/ 55347 h 881487"/>
                <a:gd name="connsiteX4" fmla="*/ 12192000 w 12192000"/>
                <a:gd name="connsiteY4" fmla="*/ 5512 h 881487"/>
                <a:gd name="connsiteX5" fmla="*/ 12192000 w 12192000"/>
                <a:gd name="connsiteY5" fmla="*/ 881487 h 881487"/>
                <a:gd name="connsiteX6" fmla="*/ 0 w 12192000"/>
                <a:gd name="connsiteY6" fmla="*/ 881487 h 881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81487">
                  <a:moveTo>
                    <a:pt x="0" y="0"/>
                  </a:moveTo>
                  <a:lnTo>
                    <a:pt x="43626" y="13101"/>
                  </a:lnTo>
                  <a:cubicBezTo>
                    <a:pt x="1336103" y="370056"/>
                    <a:pt x="3568939" y="605905"/>
                    <a:pt x="6106789" y="605905"/>
                  </a:cubicBezTo>
                  <a:cubicBezTo>
                    <a:pt x="8543126" y="605905"/>
                    <a:pt x="10698361" y="388547"/>
                    <a:pt x="12010382" y="55347"/>
                  </a:cubicBezTo>
                  <a:lnTo>
                    <a:pt x="12192000" y="5512"/>
                  </a:lnTo>
                  <a:lnTo>
                    <a:pt x="12192000" y="881487"/>
                  </a:lnTo>
                  <a:lnTo>
                    <a:pt x="0" y="881487"/>
                  </a:lnTo>
                  <a:close/>
                </a:path>
              </a:pathLst>
            </a:cu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64" name="组合 63"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51688F9D-B3A4-4D54-7188-2ACB0FD9E966}"/>
              </a:ext>
            </a:extLst>
          </p:cNvPr>
          <p:cNvGrpSpPr>
            <a:grpSpLocks noChangeAspect="1"/>
          </p:cNvGrpSpPr>
          <p:nvPr userDrawn="1"/>
        </p:nvGrpSpPr>
        <p:grpSpPr>
          <a:xfrm>
            <a:off x="9032735" y="436939"/>
            <a:ext cx="2507967" cy="725210"/>
            <a:chOff x="2873375" y="2500313"/>
            <a:chExt cx="6445251" cy="1863725"/>
          </a:xfrm>
          <a:solidFill>
            <a:schemeClr val="accent1"/>
          </a:solidFill>
        </p:grpSpPr>
        <p:sp>
          <p:nvSpPr>
            <p:cNvPr id="65" name="ïṧḷídè">
              <a:extLst>
                <a:ext uri="{FF2B5EF4-FFF2-40B4-BE49-F238E27FC236}">
                  <a16:creationId xmlns:a16="http://schemas.microsoft.com/office/drawing/2014/main" id="{2105603F-1639-9BB2-59CA-4ACD848A6D13}"/>
                </a:ext>
              </a:extLst>
            </p:cNvPr>
            <p:cNvSpPr/>
            <p:nvPr/>
          </p:nvSpPr>
          <p:spPr bwMode="auto">
            <a:xfrm>
              <a:off x="5021263" y="2711451"/>
              <a:ext cx="615950" cy="774700"/>
            </a:xfrm>
            <a:custGeom>
              <a:avLst/>
              <a:gdLst>
                <a:gd name="T0" fmla="*/ 161 w 187"/>
                <a:gd name="T1" fmla="*/ 118 h 234"/>
                <a:gd name="T2" fmla="*/ 145 w 187"/>
                <a:gd name="T3" fmla="*/ 90 h 234"/>
                <a:gd name="T4" fmla="*/ 110 w 187"/>
                <a:gd name="T5" fmla="*/ 107 h 234"/>
                <a:gd name="T6" fmla="*/ 86 w 187"/>
                <a:gd name="T7" fmla="*/ 67 h 234"/>
                <a:gd name="T8" fmla="*/ 113 w 187"/>
                <a:gd name="T9" fmla="*/ 51 h 234"/>
                <a:gd name="T10" fmla="*/ 103 w 187"/>
                <a:gd name="T11" fmla="*/ 66 h 234"/>
                <a:gd name="T12" fmla="*/ 123 w 187"/>
                <a:gd name="T13" fmla="*/ 57 h 234"/>
                <a:gd name="T14" fmla="*/ 187 w 187"/>
                <a:gd name="T15" fmla="*/ 18 h 234"/>
                <a:gd name="T16" fmla="*/ 171 w 187"/>
                <a:gd name="T17" fmla="*/ 2 h 234"/>
                <a:gd name="T18" fmla="*/ 140 w 187"/>
                <a:gd name="T19" fmla="*/ 18 h 234"/>
                <a:gd name="T20" fmla="*/ 46 w 187"/>
                <a:gd name="T21" fmla="*/ 57 h 234"/>
                <a:gd name="T22" fmla="*/ 48 w 187"/>
                <a:gd name="T23" fmla="*/ 82 h 234"/>
                <a:gd name="T24" fmla="*/ 74 w 187"/>
                <a:gd name="T25" fmla="*/ 77 h 234"/>
                <a:gd name="T26" fmla="*/ 85 w 187"/>
                <a:gd name="T27" fmla="*/ 116 h 234"/>
                <a:gd name="T28" fmla="*/ 63 w 187"/>
                <a:gd name="T29" fmla="*/ 131 h 234"/>
                <a:gd name="T30" fmla="*/ 45 w 187"/>
                <a:gd name="T31" fmla="*/ 123 h 234"/>
                <a:gd name="T32" fmla="*/ 19 w 187"/>
                <a:gd name="T33" fmla="*/ 173 h 234"/>
                <a:gd name="T34" fmla="*/ 7 w 187"/>
                <a:gd name="T35" fmla="*/ 160 h 234"/>
                <a:gd name="T36" fmla="*/ 0 w 187"/>
                <a:gd name="T37" fmla="*/ 208 h 234"/>
                <a:gd name="T38" fmla="*/ 20 w 187"/>
                <a:gd name="T39" fmla="*/ 234 h 234"/>
                <a:gd name="T40" fmla="*/ 30 w 187"/>
                <a:gd name="T41" fmla="*/ 210 h 234"/>
                <a:gd name="T42" fmla="*/ 49 w 187"/>
                <a:gd name="T43" fmla="*/ 164 h 234"/>
                <a:gd name="T44" fmla="*/ 58 w 187"/>
                <a:gd name="T45" fmla="*/ 179 h 234"/>
                <a:gd name="T46" fmla="*/ 63 w 187"/>
                <a:gd name="T47" fmla="*/ 181 h 234"/>
                <a:gd name="T48" fmla="*/ 62 w 187"/>
                <a:gd name="T49" fmla="*/ 219 h 234"/>
                <a:gd name="T50" fmla="*/ 86 w 187"/>
                <a:gd name="T51" fmla="*/ 213 h 234"/>
                <a:gd name="T52" fmla="*/ 79 w 187"/>
                <a:gd name="T53" fmla="*/ 223 h 234"/>
                <a:gd name="T54" fmla="*/ 109 w 187"/>
                <a:gd name="T55" fmla="*/ 209 h 234"/>
                <a:gd name="T56" fmla="*/ 98 w 187"/>
                <a:gd name="T57" fmla="*/ 196 h 234"/>
                <a:gd name="T58" fmla="*/ 83 w 187"/>
                <a:gd name="T59" fmla="*/ 175 h 234"/>
                <a:gd name="T60" fmla="*/ 101 w 187"/>
                <a:gd name="T61" fmla="*/ 192 h 234"/>
                <a:gd name="T62" fmla="*/ 112 w 187"/>
                <a:gd name="T63" fmla="*/ 196 h 234"/>
                <a:gd name="T64" fmla="*/ 150 w 187"/>
                <a:gd name="T65" fmla="*/ 138 h 234"/>
                <a:gd name="T66" fmla="*/ 76 w 187"/>
                <a:gd name="T67" fmla="*/ 146 h 234"/>
                <a:gd name="T68" fmla="*/ 71 w 187"/>
                <a:gd name="T69" fmla="*/ 162 h 234"/>
                <a:gd name="T70" fmla="*/ 69 w 187"/>
                <a:gd name="T71" fmla="*/ 150 h 234"/>
                <a:gd name="T72" fmla="*/ 99 w 187"/>
                <a:gd name="T73" fmla="*/ 174 h 234"/>
                <a:gd name="T74" fmla="*/ 89 w 187"/>
                <a:gd name="T75" fmla="*/ 162 h 234"/>
                <a:gd name="T76" fmla="*/ 103 w 187"/>
                <a:gd name="T77" fmla="*/ 134 h 234"/>
                <a:gd name="T78" fmla="*/ 103 w 187"/>
                <a:gd name="T79" fmla="*/ 132 h 234"/>
                <a:gd name="T80" fmla="*/ 105 w 187"/>
                <a:gd name="T81" fmla="*/ 128 h 234"/>
                <a:gd name="T82" fmla="*/ 122 w 187"/>
                <a:gd name="T83" fmla="*/ 114 h 234"/>
                <a:gd name="T84" fmla="*/ 129 w 187"/>
                <a:gd name="T85" fmla="*/ 11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234">
                  <a:moveTo>
                    <a:pt x="150" y="138"/>
                  </a:moveTo>
                  <a:cubicBezTo>
                    <a:pt x="158" y="123"/>
                    <a:pt x="157" y="127"/>
                    <a:pt x="161" y="118"/>
                  </a:cubicBezTo>
                  <a:cubicBezTo>
                    <a:pt x="162" y="116"/>
                    <a:pt x="163" y="114"/>
                    <a:pt x="163" y="111"/>
                  </a:cubicBezTo>
                  <a:cubicBezTo>
                    <a:pt x="163" y="103"/>
                    <a:pt x="152" y="93"/>
                    <a:pt x="145" y="90"/>
                  </a:cubicBezTo>
                  <a:cubicBezTo>
                    <a:pt x="138" y="89"/>
                    <a:pt x="133" y="91"/>
                    <a:pt x="129" y="95"/>
                  </a:cubicBezTo>
                  <a:cubicBezTo>
                    <a:pt x="122" y="99"/>
                    <a:pt x="110" y="110"/>
                    <a:pt x="110" y="107"/>
                  </a:cubicBezTo>
                  <a:cubicBezTo>
                    <a:pt x="110" y="101"/>
                    <a:pt x="112" y="82"/>
                    <a:pt x="109" y="78"/>
                  </a:cubicBezTo>
                  <a:cubicBezTo>
                    <a:pt x="106" y="74"/>
                    <a:pt x="93" y="68"/>
                    <a:pt x="86" y="67"/>
                  </a:cubicBezTo>
                  <a:cubicBezTo>
                    <a:pt x="86" y="67"/>
                    <a:pt x="86" y="66"/>
                    <a:pt x="88" y="64"/>
                  </a:cubicBezTo>
                  <a:cubicBezTo>
                    <a:pt x="96" y="60"/>
                    <a:pt x="101" y="59"/>
                    <a:pt x="113" y="51"/>
                  </a:cubicBezTo>
                  <a:cubicBezTo>
                    <a:pt x="115" y="50"/>
                    <a:pt x="116" y="50"/>
                    <a:pt x="114" y="53"/>
                  </a:cubicBezTo>
                  <a:cubicBezTo>
                    <a:pt x="111" y="57"/>
                    <a:pt x="107" y="61"/>
                    <a:pt x="103" y="66"/>
                  </a:cubicBezTo>
                  <a:cubicBezTo>
                    <a:pt x="103" y="67"/>
                    <a:pt x="101" y="70"/>
                    <a:pt x="102" y="71"/>
                  </a:cubicBezTo>
                  <a:cubicBezTo>
                    <a:pt x="111" y="70"/>
                    <a:pt x="117" y="61"/>
                    <a:pt x="123" y="57"/>
                  </a:cubicBezTo>
                  <a:cubicBezTo>
                    <a:pt x="132" y="50"/>
                    <a:pt x="136" y="54"/>
                    <a:pt x="145" y="44"/>
                  </a:cubicBezTo>
                  <a:cubicBezTo>
                    <a:pt x="152" y="38"/>
                    <a:pt x="187" y="28"/>
                    <a:pt x="187" y="18"/>
                  </a:cubicBezTo>
                  <a:cubicBezTo>
                    <a:pt x="187" y="16"/>
                    <a:pt x="187" y="13"/>
                    <a:pt x="187" y="10"/>
                  </a:cubicBezTo>
                  <a:cubicBezTo>
                    <a:pt x="187" y="7"/>
                    <a:pt x="178" y="4"/>
                    <a:pt x="171" y="2"/>
                  </a:cubicBezTo>
                  <a:cubicBezTo>
                    <a:pt x="163" y="0"/>
                    <a:pt x="163" y="1"/>
                    <a:pt x="156" y="6"/>
                  </a:cubicBezTo>
                  <a:cubicBezTo>
                    <a:pt x="150" y="11"/>
                    <a:pt x="142" y="17"/>
                    <a:pt x="140" y="18"/>
                  </a:cubicBezTo>
                  <a:cubicBezTo>
                    <a:pt x="136" y="21"/>
                    <a:pt x="116" y="30"/>
                    <a:pt x="110" y="32"/>
                  </a:cubicBezTo>
                  <a:cubicBezTo>
                    <a:pt x="99" y="37"/>
                    <a:pt x="53" y="57"/>
                    <a:pt x="46" y="57"/>
                  </a:cubicBezTo>
                  <a:cubicBezTo>
                    <a:pt x="36" y="57"/>
                    <a:pt x="32" y="53"/>
                    <a:pt x="35" y="65"/>
                  </a:cubicBezTo>
                  <a:cubicBezTo>
                    <a:pt x="37" y="73"/>
                    <a:pt x="43" y="82"/>
                    <a:pt x="48" y="82"/>
                  </a:cubicBezTo>
                  <a:cubicBezTo>
                    <a:pt x="54" y="82"/>
                    <a:pt x="61" y="77"/>
                    <a:pt x="67" y="75"/>
                  </a:cubicBezTo>
                  <a:cubicBezTo>
                    <a:pt x="71" y="73"/>
                    <a:pt x="71" y="73"/>
                    <a:pt x="74" y="77"/>
                  </a:cubicBezTo>
                  <a:cubicBezTo>
                    <a:pt x="77" y="80"/>
                    <a:pt x="80" y="83"/>
                    <a:pt x="83" y="86"/>
                  </a:cubicBezTo>
                  <a:cubicBezTo>
                    <a:pt x="89" y="89"/>
                    <a:pt x="87" y="106"/>
                    <a:pt x="85" y="116"/>
                  </a:cubicBezTo>
                  <a:cubicBezTo>
                    <a:pt x="85" y="121"/>
                    <a:pt x="85" y="125"/>
                    <a:pt x="80" y="129"/>
                  </a:cubicBezTo>
                  <a:cubicBezTo>
                    <a:pt x="75" y="133"/>
                    <a:pt x="66" y="136"/>
                    <a:pt x="63" y="131"/>
                  </a:cubicBezTo>
                  <a:cubicBezTo>
                    <a:pt x="58" y="126"/>
                    <a:pt x="56" y="113"/>
                    <a:pt x="48" y="109"/>
                  </a:cubicBezTo>
                  <a:cubicBezTo>
                    <a:pt x="42" y="109"/>
                    <a:pt x="45" y="117"/>
                    <a:pt x="45" y="123"/>
                  </a:cubicBezTo>
                  <a:cubicBezTo>
                    <a:pt x="45" y="133"/>
                    <a:pt x="45" y="142"/>
                    <a:pt x="45" y="152"/>
                  </a:cubicBezTo>
                  <a:cubicBezTo>
                    <a:pt x="45" y="157"/>
                    <a:pt x="26" y="167"/>
                    <a:pt x="19" y="173"/>
                  </a:cubicBezTo>
                  <a:cubicBezTo>
                    <a:pt x="12" y="179"/>
                    <a:pt x="14" y="172"/>
                    <a:pt x="13" y="167"/>
                  </a:cubicBezTo>
                  <a:cubicBezTo>
                    <a:pt x="11" y="160"/>
                    <a:pt x="10" y="157"/>
                    <a:pt x="7" y="160"/>
                  </a:cubicBezTo>
                  <a:cubicBezTo>
                    <a:pt x="4" y="175"/>
                    <a:pt x="0" y="187"/>
                    <a:pt x="0" y="193"/>
                  </a:cubicBezTo>
                  <a:cubicBezTo>
                    <a:pt x="0" y="198"/>
                    <a:pt x="0" y="203"/>
                    <a:pt x="0" y="208"/>
                  </a:cubicBezTo>
                  <a:cubicBezTo>
                    <a:pt x="0" y="217"/>
                    <a:pt x="3" y="234"/>
                    <a:pt x="14" y="234"/>
                  </a:cubicBezTo>
                  <a:cubicBezTo>
                    <a:pt x="16" y="234"/>
                    <a:pt x="18" y="234"/>
                    <a:pt x="20" y="234"/>
                  </a:cubicBezTo>
                  <a:cubicBezTo>
                    <a:pt x="25" y="234"/>
                    <a:pt x="30" y="229"/>
                    <a:pt x="30" y="222"/>
                  </a:cubicBezTo>
                  <a:cubicBezTo>
                    <a:pt x="30" y="218"/>
                    <a:pt x="30" y="214"/>
                    <a:pt x="30" y="210"/>
                  </a:cubicBezTo>
                  <a:cubicBezTo>
                    <a:pt x="30" y="202"/>
                    <a:pt x="21" y="194"/>
                    <a:pt x="20" y="185"/>
                  </a:cubicBezTo>
                  <a:cubicBezTo>
                    <a:pt x="26" y="181"/>
                    <a:pt x="43" y="168"/>
                    <a:pt x="49" y="164"/>
                  </a:cubicBezTo>
                  <a:cubicBezTo>
                    <a:pt x="49" y="167"/>
                    <a:pt x="49" y="170"/>
                    <a:pt x="49" y="173"/>
                  </a:cubicBezTo>
                  <a:cubicBezTo>
                    <a:pt x="49" y="178"/>
                    <a:pt x="54" y="179"/>
                    <a:pt x="58" y="179"/>
                  </a:cubicBezTo>
                  <a:cubicBezTo>
                    <a:pt x="59" y="179"/>
                    <a:pt x="59" y="178"/>
                    <a:pt x="60" y="178"/>
                  </a:cubicBezTo>
                  <a:cubicBezTo>
                    <a:pt x="63" y="178"/>
                    <a:pt x="64" y="179"/>
                    <a:pt x="63" y="181"/>
                  </a:cubicBezTo>
                  <a:cubicBezTo>
                    <a:pt x="61" y="187"/>
                    <a:pt x="56" y="196"/>
                    <a:pt x="55" y="200"/>
                  </a:cubicBezTo>
                  <a:cubicBezTo>
                    <a:pt x="53" y="208"/>
                    <a:pt x="54" y="219"/>
                    <a:pt x="62" y="219"/>
                  </a:cubicBezTo>
                  <a:cubicBezTo>
                    <a:pt x="63" y="219"/>
                    <a:pt x="65" y="219"/>
                    <a:pt x="66" y="219"/>
                  </a:cubicBezTo>
                  <a:cubicBezTo>
                    <a:pt x="76" y="219"/>
                    <a:pt x="76" y="211"/>
                    <a:pt x="86" y="213"/>
                  </a:cubicBezTo>
                  <a:cubicBezTo>
                    <a:pt x="86" y="213"/>
                    <a:pt x="86" y="214"/>
                    <a:pt x="86" y="214"/>
                  </a:cubicBezTo>
                  <a:cubicBezTo>
                    <a:pt x="87" y="217"/>
                    <a:pt x="82" y="221"/>
                    <a:pt x="79" y="223"/>
                  </a:cubicBezTo>
                  <a:cubicBezTo>
                    <a:pt x="76" y="225"/>
                    <a:pt x="75" y="227"/>
                    <a:pt x="81" y="227"/>
                  </a:cubicBezTo>
                  <a:cubicBezTo>
                    <a:pt x="88" y="227"/>
                    <a:pt x="107" y="214"/>
                    <a:pt x="109" y="209"/>
                  </a:cubicBezTo>
                  <a:cubicBezTo>
                    <a:pt x="109" y="204"/>
                    <a:pt x="110" y="200"/>
                    <a:pt x="106" y="198"/>
                  </a:cubicBezTo>
                  <a:cubicBezTo>
                    <a:pt x="104" y="197"/>
                    <a:pt x="100" y="196"/>
                    <a:pt x="98" y="196"/>
                  </a:cubicBezTo>
                  <a:cubicBezTo>
                    <a:pt x="89" y="197"/>
                    <a:pt x="67" y="199"/>
                    <a:pt x="76" y="190"/>
                  </a:cubicBezTo>
                  <a:cubicBezTo>
                    <a:pt x="79" y="185"/>
                    <a:pt x="82" y="180"/>
                    <a:pt x="83" y="175"/>
                  </a:cubicBezTo>
                  <a:cubicBezTo>
                    <a:pt x="85" y="171"/>
                    <a:pt x="86" y="173"/>
                    <a:pt x="87" y="175"/>
                  </a:cubicBezTo>
                  <a:cubicBezTo>
                    <a:pt x="91" y="180"/>
                    <a:pt x="95" y="186"/>
                    <a:pt x="101" y="192"/>
                  </a:cubicBezTo>
                  <a:cubicBezTo>
                    <a:pt x="102" y="194"/>
                    <a:pt x="106" y="196"/>
                    <a:pt x="110" y="196"/>
                  </a:cubicBezTo>
                  <a:cubicBezTo>
                    <a:pt x="111" y="196"/>
                    <a:pt x="111" y="196"/>
                    <a:pt x="112" y="196"/>
                  </a:cubicBezTo>
                  <a:cubicBezTo>
                    <a:pt x="125" y="198"/>
                    <a:pt x="135" y="166"/>
                    <a:pt x="144" y="151"/>
                  </a:cubicBezTo>
                  <a:cubicBezTo>
                    <a:pt x="147" y="144"/>
                    <a:pt x="146" y="146"/>
                    <a:pt x="150" y="138"/>
                  </a:cubicBezTo>
                  <a:close/>
                  <a:moveTo>
                    <a:pt x="69" y="150"/>
                  </a:moveTo>
                  <a:cubicBezTo>
                    <a:pt x="69" y="149"/>
                    <a:pt x="72" y="147"/>
                    <a:pt x="76" y="146"/>
                  </a:cubicBezTo>
                  <a:cubicBezTo>
                    <a:pt x="78" y="145"/>
                    <a:pt x="76" y="149"/>
                    <a:pt x="75" y="151"/>
                  </a:cubicBezTo>
                  <a:cubicBezTo>
                    <a:pt x="74" y="155"/>
                    <a:pt x="73" y="159"/>
                    <a:pt x="71" y="162"/>
                  </a:cubicBezTo>
                  <a:cubicBezTo>
                    <a:pt x="70" y="164"/>
                    <a:pt x="69" y="163"/>
                    <a:pt x="69" y="161"/>
                  </a:cubicBezTo>
                  <a:cubicBezTo>
                    <a:pt x="69" y="158"/>
                    <a:pt x="69" y="154"/>
                    <a:pt x="69" y="150"/>
                  </a:cubicBezTo>
                  <a:close/>
                  <a:moveTo>
                    <a:pt x="129" y="114"/>
                  </a:moveTo>
                  <a:cubicBezTo>
                    <a:pt x="122" y="130"/>
                    <a:pt x="105" y="173"/>
                    <a:pt x="99" y="174"/>
                  </a:cubicBezTo>
                  <a:cubicBezTo>
                    <a:pt x="95" y="173"/>
                    <a:pt x="92" y="169"/>
                    <a:pt x="88" y="167"/>
                  </a:cubicBezTo>
                  <a:cubicBezTo>
                    <a:pt x="85" y="165"/>
                    <a:pt x="88" y="164"/>
                    <a:pt x="89" y="162"/>
                  </a:cubicBezTo>
                  <a:cubicBezTo>
                    <a:pt x="93" y="154"/>
                    <a:pt x="95" y="147"/>
                    <a:pt x="99" y="139"/>
                  </a:cubicBezTo>
                  <a:cubicBezTo>
                    <a:pt x="101" y="137"/>
                    <a:pt x="102" y="136"/>
                    <a:pt x="103" y="134"/>
                  </a:cubicBezTo>
                  <a:cubicBezTo>
                    <a:pt x="103" y="134"/>
                    <a:pt x="103" y="134"/>
                    <a:pt x="103" y="134"/>
                  </a:cubicBezTo>
                  <a:cubicBezTo>
                    <a:pt x="103" y="133"/>
                    <a:pt x="103" y="133"/>
                    <a:pt x="103" y="132"/>
                  </a:cubicBezTo>
                  <a:cubicBezTo>
                    <a:pt x="103" y="132"/>
                    <a:pt x="104" y="132"/>
                    <a:pt x="104" y="132"/>
                  </a:cubicBezTo>
                  <a:cubicBezTo>
                    <a:pt x="104" y="131"/>
                    <a:pt x="105" y="130"/>
                    <a:pt x="105" y="128"/>
                  </a:cubicBezTo>
                  <a:cubicBezTo>
                    <a:pt x="106" y="126"/>
                    <a:pt x="108" y="124"/>
                    <a:pt x="109" y="122"/>
                  </a:cubicBezTo>
                  <a:cubicBezTo>
                    <a:pt x="113" y="116"/>
                    <a:pt x="119" y="117"/>
                    <a:pt x="122" y="114"/>
                  </a:cubicBezTo>
                  <a:cubicBezTo>
                    <a:pt x="123" y="113"/>
                    <a:pt x="123" y="112"/>
                    <a:pt x="123" y="111"/>
                  </a:cubicBezTo>
                  <a:cubicBezTo>
                    <a:pt x="127" y="108"/>
                    <a:pt x="133" y="110"/>
                    <a:pt x="129"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6" name="iŝḷîḋé">
              <a:extLst>
                <a:ext uri="{FF2B5EF4-FFF2-40B4-BE49-F238E27FC236}">
                  <a16:creationId xmlns:a16="http://schemas.microsoft.com/office/drawing/2014/main" id="{6C8C2AEE-B892-4092-7185-C1B9725C15D3}"/>
                </a:ext>
              </a:extLst>
            </p:cNvPr>
            <p:cNvSpPr/>
            <p:nvPr/>
          </p:nvSpPr>
          <p:spPr bwMode="auto">
            <a:xfrm>
              <a:off x="5664200" y="2649538"/>
              <a:ext cx="823913" cy="1020763"/>
            </a:xfrm>
            <a:custGeom>
              <a:avLst/>
              <a:gdLst>
                <a:gd name="T0" fmla="*/ 94 w 250"/>
                <a:gd name="T1" fmla="*/ 286 h 309"/>
                <a:gd name="T2" fmla="*/ 156 w 250"/>
                <a:gd name="T3" fmla="*/ 234 h 309"/>
                <a:gd name="T4" fmla="*/ 155 w 250"/>
                <a:gd name="T5" fmla="*/ 204 h 309"/>
                <a:gd name="T6" fmla="*/ 165 w 250"/>
                <a:gd name="T7" fmla="*/ 177 h 309"/>
                <a:gd name="T8" fmla="*/ 151 w 250"/>
                <a:gd name="T9" fmla="*/ 154 h 309"/>
                <a:gd name="T10" fmla="*/ 189 w 250"/>
                <a:gd name="T11" fmla="*/ 138 h 309"/>
                <a:gd name="T12" fmla="*/ 188 w 250"/>
                <a:gd name="T13" fmla="*/ 143 h 309"/>
                <a:gd name="T14" fmla="*/ 210 w 250"/>
                <a:gd name="T15" fmla="*/ 138 h 309"/>
                <a:gd name="T16" fmla="*/ 237 w 250"/>
                <a:gd name="T17" fmla="*/ 132 h 309"/>
                <a:gd name="T18" fmla="*/ 244 w 250"/>
                <a:gd name="T19" fmla="*/ 108 h 309"/>
                <a:gd name="T20" fmla="*/ 177 w 250"/>
                <a:gd name="T21" fmla="*/ 121 h 309"/>
                <a:gd name="T22" fmla="*/ 149 w 250"/>
                <a:gd name="T23" fmla="*/ 125 h 309"/>
                <a:gd name="T24" fmla="*/ 164 w 250"/>
                <a:gd name="T25" fmla="*/ 99 h 309"/>
                <a:gd name="T26" fmla="*/ 179 w 250"/>
                <a:gd name="T27" fmla="*/ 110 h 309"/>
                <a:gd name="T28" fmla="*/ 210 w 250"/>
                <a:gd name="T29" fmla="*/ 80 h 309"/>
                <a:gd name="T30" fmla="*/ 212 w 250"/>
                <a:gd name="T31" fmla="*/ 43 h 309"/>
                <a:gd name="T32" fmla="*/ 179 w 250"/>
                <a:gd name="T33" fmla="*/ 49 h 309"/>
                <a:gd name="T34" fmla="*/ 157 w 250"/>
                <a:gd name="T35" fmla="*/ 0 h 309"/>
                <a:gd name="T36" fmla="*/ 153 w 250"/>
                <a:gd name="T37" fmla="*/ 30 h 309"/>
                <a:gd name="T38" fmla="*/ 130 w 250"/>
                <a:gd name="T39" fmla="*/ 72 h 309"/>
                <a:gd name="T40" fmla="*/ 99 w 250"/>
                <a:gd name="T41" fmla="*/ 49 h 309"/>
                <a:gd name="T42" fmla="*/ 95 w 250"/>
                <a:gd name="T43" fmla="*/ 61 h 309"/>
                <a:gd name="T44" fmla="*/ 91 w 250"/>
                <a:gd name="T45" fmla="*/ 85 h 309"/>
                <a:gd name="T46" fmla="*/ 85 w 250"/>
                <a:gd name="T47" fmla="*/ 105 h 309"/>
                <a:gd name="T48" fmla="*/ 86 w 250"/>
                <a:gd name="T49" fmla="*/ 114 h 309"/>
                <a:gd name="T50" fmla="*/ 112 w 250"/>
                <a:gd name="T51" fmla="*/ 112 h 309"/>
                <a:gd name="T52" fmla="*/ 134 w 250"/>
                <a:gd name="T53" fmla="*/ 91 h 309"/>
                <a:gd name="T54" fmla="*/ 133 w 250"/>
                <a:gd name="T55" fmla="*/ 108 h 309"/>
                <a:gd name="T56" fmla="*/ 113 w 250"/>
                <a:gd name="T57" fmla="*/ 142 h 309"/>
                <a:gd name="T58" fmla="*/ 61 w 250"/>
                <a:gd name="T59" fmla="*/ 161 h 309"/>
                <a:gd name="T60" fmla="*/ 2 w 250"/>
                <a:gd name="T61" fmla="*/ 179 h 309"/>
                <a:gd name="T62" fmla="*/ 0 w 250"/>
                <a:gd name="T63" fmla="*/ 188 h 309"/>
                <a:gd name="T64" fmla="*/ 22 w 250"/>
                <a:gd name="T65" fmla="*/ 214 h 309"/>
                <a:gd name="T66" fmla="*/ 63 w 250"/>
                <a:gd name="T67" fmla="*/ 188 h 309"/>
                <a:gd name="T68" fmla="*/ 109 w 250"/>
                <a:gd name="T69" fmla="*/ 168 h 309"/>
                <a:gd name="T70" fmla="*/ 110 w 250"/>
                <a:gd name="T71" fmla="*/ 220 h 309"/>
                <a:gd name="T72" fmla="*/ 85 w 250"/>
                <a:gd name="T73" fmla="*/ 266 h 309"/>
                <a:gd name="T74" fmla="*/ 28 w 250"/>
                <a:gd name="T75" fmla="*/ 280 h 309"/>
                <a:gd name="T76" fmla="*/ 51 w 250"/>
                <a:gd name="T77" fmla="*/ 307 h 309"/>
                <a:gd name="T78" fmla="*/ 141 w 250"/>
                <a:gd name="T79" fmla="*/ 177 h 309"/>
                <a:gd name="T80" fmla="*/ 126 w 250"/>
                <a:gd name="T81" fmla="*/ 202 h 309"/>
                <a:gd name="T82" fmla="*/ 136 w 250"/>
                <a:gd name="T83" fmla="*/ 157 h 309"/>
                <a:gd name="T84" fmla="*/ 187 w 250"/>
                <a:gd name="T85" fmla="*/ 60 h 309"/>
                <a:gd name="T86" fmla="*/ 172 w 250"/>
                <a:gd name="T87" fmla="*/ 91 h 309"/>
                <a:gd name="T88" fmla="*/ 164 w 250"/>
                <a:gd name="T89" fmla="*/ 88 h 309"/>
                <a:gd name="T90" fmla="*/ 183 w 250"/>
                <a:gd name="T91" fmla="*/ 61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50" h="309">
                  <a:moveTo>
                    <a:pt x="51" y="307"/>
                  </a:moveTo>
                  <a:cubicBezTo>
                    <a:pt x="66" y="307"/>
                    <a:pt x="85" y="294"/>
                    <a:pt x="94" y="286"/>
                  </a:cubicBezTo>
                  <a:cubicBezTo>
                    <a:pt x="106" y="275"/>
                    <a:pt x="135" y="244"/>
                    <a:pt x="144" y="229"/>
                  </a:cubicBezTo>
                  <a:cubicBezTo>
                    <a:pt x="147" y="229"/>
                    <a:pt x="153" y="234"/>
                    <a:pt x="156" y="234"/>
                  </a:cubicBezTo>
                  <a:cubicBezTo>
                    <a:pt x="166" y="237"/>
                    <a:pt x="171" y="230"/>
                    <a:pt x="171" y="221"/>
                  </a:cubicBezTo>
                  <a:cubicBezTo>
                    <a:pt x="171" y="210"/>
                    <a:pt x="163" y="204"/>
                    <a:pt x="155" y="204"/>
                  </a:cubicBezTo>
                  <a:cubicBezTo>
                    <a:pt x="157" y="196"/>
                    <a:pt x="162" y="189"/>
                    <a:pt x="163" y="182"/>
                  </a:cubicBezTo>
                  <a:cubicBezTo>
                    <a:pt x="163" y="178"/>
                    <a:pt x="163" y="179"/>
                    <a:pt x="165" y="177"/>
                  </a:cubicBezTo>
                  <a:cubicBezTo>
                    <a:pt x="168" y="173"/>
                    <a:pt x="169" y="168"/>
                    <a:pt x="164" y="164"/>
                  </a:cubicBezTo>
                  <a:cubicBezTo>
                    <a:pt x="160" y="161"/>
                    <a:pt x="155" y="158"/>
                    <a:pt x="151" y="154"/>
                  </a:cubicBezTo>
                  <a:cubicBezTo>
                    <a:pt x="149" y="153"/>
                    <a:pt x="148" y="152"/>
                    <a:pt x="151" y="151"/>
                  </a:cubicBezTo>
                  <a:cubicBezTo>
                    <a:pt x="164" y="145"/>
                    <a:pt x="176" y="141"/>
                    <a:pt x="189" y="138"/>
                  </a:cubicBezTo>
                  <a:cubicBezTo>
                    <a:pt x="192" y="137"/>
                    <a:pt x="193" y="137"/>
                    <a:pt x="191" y="140"/>
                  </a:cubicBezTo>
                  <a:cubicBezTo>
                    <a:pt x="188" y="143"/>
                    <a:pt x="188" y="143"/>
                    <a:pt x="188" y="143"/>
                  </a:cubicBezTo>
                  <a:cubicBezTo>
                    <a:pt x="186" y="146"/>
                    <a:pt x="190" y="147"/>
                    <a:pt x="191" y="146"/>
                  </a:cubicBezTo>
                  <a:cubicBezTo>
                    <a:pt x="196" y="142"/>
                    <a:pt x="203" y="138"/>
                    <a:pt x="210" y="138"/>
                  </a:cubicBezTo>
                  <a:cubicBezTo>
                    <a:pt x="218" y="139"/>
                    <a:pt x="225" y="138"/>
                    <a:pt x="230" y="135"/>
                  </a:cubicBezTo>
                  <a:cubicBezTo>
                    <a:pt x="237" y="132"/>
                    <a:pt x="237" y="132"/>
                    <a:pt x="237" y="132"/>
                  </a:cubicBezTo>
                  <a:cubicBezTo>
                    <a:pt x="242" y="129"/>
                    <a:pt x="249" y="127"/>
                    <a:pt x="249" y="119"/>
                  </a:cubicBezTo>
                  <a:cubicBezTo>
                    <a:pt x="249" y="111"/>
                    <a:pt x="250" y="112"/>
                    <a:pt x="244" y="108"/>
                  </a:cubicBezTo>
                  <a:cubicBezTo>
                    <a:pt x="240" y="105"/>
                    <a:pt x="235" y="103"/>
                    <a:pt x="225" y="103"/>
                  </a:cubicBezTo>
                  <a:cubicBezTo>
                    <a:pt x="217" y="102"/>
                    <a:pt x="211" y="112"/>
                    <a:pt x="177" y="121"/>
                  </a:cubicBezTo>
                  <a:cubicBezTo>
                    <a:pt x="168" y="125"/>
                    <a:pt x="161" y="129"/>
                    <a:pt x="151" y="131"/>
                  </a:cubicBezTo>
                  <a:cubicBezTo>
                    <a:pt x="146" y="132"/>
                    <a:pt x="147" y="128"/>
                    <a:pt x="149" y="125"/>
                  </a:cubicBezTo>
                  <a:cubicBezTo>
                    <a:pt x="154" y="117"/>
                    <a:pt x="156" y="108"/>
                    <a:pt x="160" y="99"/>
                  </a:cubicBezTo>
                  <a:cubicBezTo>
                    <a:pt x="162" y="95"/>
                    <a:pt x="162" y="95"/>
                    <a:pt x="164" y="99"/>
                  </a:cubicBezTo>
                  <a:cubicBezTo>
                    <a:pt x="167" y="103"/>
                    <a:pt x="169" y="107"/>
                    <a:pt x="172" y="111"/>
                  </a:cubicBezTo>
                  <a:cubicBezTo>
                    <a:pt x="173" y="112"/>
                    <a:pt x="176" y="112"/>
                    <a:pt x="179" y="110"/>
                  </a:cubicBezTo>
                  <a:cubicBezTo>
                    <a:pt x="181" y="107"/>
                    <a:pt x="184" y="105"/>
                    <a:pt x="187" y="102"/>
                  </a:cubicBezTo>
                  <a:cubicBezTo>
                    <a:pt x="194" y="97"/>
                    <a:pt x="202" y="89"/>
                    <a:pt x="210" y="80"/>
                  </a:cubicBezTo>
                  <a:cubicBezTo>
                    <a:pt x="218" y="73"/>
                    <a:pt x="223" y="67"/>
                    <a:pt x="223" y="63"/>
                  </a:cubicBezTo>
                  <a:cubicBezTo>
                    <a:pt x="221" y="53"/>
                    <a:pt x="213" y="52"/>
                    <a:pt x="212" y="43"/>
                  </a:cubicBezTo>
                  <a:cubicBezTo>
                    <a:pt x="211" y="38"/>
                    <a:pt x="211" y="37"/>
                    <a:pt x="205" y="37"/>
                  </a:cubicBezTo>
                  <a:cubicBezTo>
                    <a:pt x="196" y="38"/>
                    <a:pt x="188" y="47"/>
                    <a:pt x="179" y="49"/>
                  </a:cubicBezTo>
                  <a:cubicBezTo>
                    <a:pt x="181" y="46"/>
                    <a:pt x="190" y="28"/>
                    <a:pt x="190" y="24"/>
                  </a:cubicBezTo>
                  <a:cubicBezTo>
                    <a:pt x="188" y="9"/>
                    <a:pt x="174" y="0"/>
                    <a:pt x="157" y="0"/>
                  </a:cubicBezTo>
                  <a:cubicBezTo>
                    <a:pt x="150" y="0"/>
                    <a:pt x="149" y="0"/>
                    <a:pt x="148" y="7"/>
                  </a:cubicBezTo>
                  <a:cubicBezTo>
                    <a:pt x="148" y="14"/>
                    <a:pt x="160" y="13"/>
                    <a:pt x="153" y="30"/>
                  </a:cubicBezTo>
                  <a:cubicBezTo>
                    <a:pt x="152" y="35"/>
                    <a:pt x="150" y="51"/>
                    <a:pt x="148" y="55"/>
                  </a:cubicBezTo>
                  <a:cubicBezTo>
                    <a:pt x="142" y="70"/>
                    <a:pt x="142" y="65"/>
                    <a:pt x="130" y="72"/>
                  </a:cubicBezTo>
                  <a:cubicBezTo>
                    <a:pt x="126" y="75"/>
                    <a:pt x="119" y="81"/>
                    <a:pt x="112" y="85"/>
                  </a:cubicBezTo>
                  <a:cubicBezTo>
                    <a:pt x="113" y="75"/>
                    <a:pt x="104" y="49"/>
                    <a:pt x="99" y="49"/>
                  </a:cubicBezTo>
                  <a:cubicBezTo>
                    <a:pt x="93" y="49"/>
                    <a:pt x="93" y="51"/>
                    <a:pt x="93" y="56"/>
                  </a:cubicBezTo>
                  <a:cubicBezTo>
                    <a:pt x="93" y="60"/>
                    <a:pt x="95" y="57"/>
                    <a:pt x="95" y="61"/>
                  </a:cubicBezTo>
                  <a:cubicBezTo>
                    <a:pt x="95" y="65"/>
                    <a:pt x="95" y="69"/>
                    <a:pt x="95" y="73"/>
                  </a:cubicBezTo>
                  <a:cubicBezTo>
                    <a:pt x="95" y="79"/>
                    <a:pt x="94" y="82"/>
                    <a:pt x="91" y="85"/>
                  </a:cubicBezTo>
                  <a:cubicBezTo>
                    <a:pt x="89" y="88"/>
                    <a:pt x="89" y="90"/>
                    <a:pt x="89" y="93"/>
                  </a:cubicBezTo>
                  <a:cubicBezTo>
                    <a:pt x="90" y="101"/>
                    <a:pt x="87" y="103"/>
                    <a:pt x="85" y="105"/>
                  </a:cubicBezTo>
                  <a:cubicBezTo>
                    <a:pt x="82" y="107"/>
                    <a:pt x="84" y="108"/>
                    <a:pt x="84" y="111"/>
                  </a:cubicBezTo>
                  <a:cubicBezTo>
                    <a:pt x="84" y="113"/>
                    <a:pt x="86" y="112"/>
                    <a:pt x="86" y="114"/>
                  </a:cubicBezTo>
                  <a:cubicBezTo>
                    <a:pt x="86" y="119"/>
                    <a:pt x="88" y="134"/>
                    <a:pt x="97" y="131"/>
                  </a:cubicBezTo>
                  <a:cubicBezTo>
                    <a:pt x="105" y="128"/>
                    <a:pt x="108" y="119"/>
                    <a:pt x="112" y="112"/>
                  </a:cubicBezTo>
                  <a:cubicBezTo>
                    <a:pt x="115" y="108"/>
                    <a:pt x="117" y="106"/>
                    <a:pt x="121" y="103"/>
                  </a:cubicBezTo>
                  <a:cubicBezTo>
                    <a:pt x="125" y="100"/>
                    <a:pt x="131" y="95"/>
                    <a:pt x="134" y="91"/>
                  </a:cubicBezTo>
                  <a:cubicBezTo>
                    <a:pt x="137" y="88"/>
                    <a:pt x="141" y="82"/>
                    <a:pt x="138" y="91"/>
                  </a:cubicBezTo>
                  <a:cubicBezTo>
                    <a:pt x="136" y="98"/>
                    <a:pt x="135" y="101"/>
                    <a:pt x="133" y="108"/>
                  </a:cubicBezTo>
                  <a:cubicBezTo>
                    <a:pt x="130" y="117"/>
                    <a:pt x="128" y="124"/>
                    <a:pt x="124" y="134"/>
                  </a:cubicBezTo>
                  <a:cubicBezTo>
                    <a:pt x="122" y="139"/>
                    <a:pt x="121" y="140"/>
                    <a:pt x="113" y="142"/>
                  </a:cubicBezTo>
                  <a:cubicBezTo>
                    <a:pt x="79" y="154"/>
                    <a:pt x="79" y="154"/>
                    <a:pt x="79" y="154"/>
                  </a:cubicBezTo>
                  <a:cubicBezTo>
                    <a:pt x="77" y="155"/>
                    <a:pt x="65" y="160"/>
                    <a:pt x="61" y="161"/>
                  </a:cubicBezTo>
                  <a:cubicBezTo>
                    <a:pt x="54" y="163"/>
                    <a:pt x="50" y="166"/>
                    <a:pt x="43" y="169"/>
                  </a:cubicBezTo>
                  <a:cubicBezTo>
                    <a:pt x="25" y="176"/>
                    <a:pt x="29" y="179"/>
                    <a:pt x="2" y="179"/>
                  </a:cubicBezTo>
                  <a:cubicBezTo>
                    <a:pt x="1" y="181"/>
                    <a:pt x="0" y="182"/>
                    <a:pt x="0" y="186"/>
                  </a:cubicBezTo>
                  <a:cubicBezTo>
                    <a:pt x="0" y="187"/>
                    <a:pt x="0" y="187"/>
                    <a:pt x="0" y="188"/>
                  </a:cubicBezTo>
                  <a:cubicBezTo>
                    <a:pt x="0" y="195"/>
                    <a:pt x="14" y="214"/>
                    <a:pt x="21" y="214"/>
                  </a:cubicBezTo>
                  <a:cubicBezTo>
                    <a:pt x="22" y="214"/>
                    <a:pt x="22" y="214"/>
                    <a:pt x="22" y="214"/>
                  </a:cubicBezTo>
                  <a:cubicBezTo>
                    <a:pt x="28" y="214"/>
                    <a:pt x="37" y="203"/>
                    <a:pt x="41" y="199"/>
                  </a:cubicBezTo>
                  <a:cubicBezTo>
                    <a:pt x="48" y="194"/>
                    <a:pt x="55" y="192"/>
                    <a:pt x="63" y="188"/>
                  </a:cubicBezTo>
                  <a:cubicBezTo>
                    <a:pt x="70" y="184"/>
                    <a:pt x="79" y="182"/>
                    <a:pt x="86" y="178"/>
                  </a:cubicBezTo>
                  <a:cubicBezTo>
                    <a:pt x="95" y="175"/>
                    <a:pt x="101" y="170"/>
                    <a:pt x="109" y="168"/>
                  </a:cubicBezTo>
                  <a:cubicBezTo>
                    <a:pt x="109" y="181"/>
                    <a:pt x="98" y="184"/>
                    <a:pt x="98" y="201"/>
                  </a:cubicBezTo>
                  <a:cubicBezTo>
                    <a:pt x="98" y="208"/>
                    <a:pt x="107" y="216"/>
                    <a:pt x="110" y="220"/>
                  </a:cubicBezTo>
                  <a:cubicBezTo>
                    <a:pt x="114" y="221"/>
                    <a:pt x="118" y="223"/>
                    <a:pt x="122" y="224"/>
                  </a:cubicBezTo>
                  <a:cubicBezTo>
                    <a:pt x="113" y="236"/>
                    <a:pt x="113" y="237"/>
                    <a:pt x="85" y="266"/>
                  </a:cubicBezTo>
                  <a:cubicBezTo>
                    <a:pt x="77" y="275"/>
                    <a:pt x="61" y="286"/>
                    <a:pt x="52" y="286"/>
                  </a:cubicBezTo>
                  <a:cubicBezTo>
                    <a:pt x="44" y="286"/>
                    <a:pt x="35" y="282"/>
                    <a:pt x="28" y="280"/>
                  </a:cubicBezTo>
                  <a:cubicBezTo>
                    <a:pt x="19" y="277"/>
                    <a:pt x="17" y="283"/>
                    <a:pt x="17" y="293"/>
                  </a:cubicBezTo>
                  <a:cubicBezTo>
                    <a:pt x="18" y="309"/>
                    <a:pt x="37" y="306"/>
                    <a:pt x="51" y="307"/>
                  </a:cubicBezTo>
                  <a:close/>
                  <a:moveTo>
                    <a:pt x="138" y="157"/>
                  </a:moveTo>
                  <a:cubicBezTo>
                    <a:pt x="141" y="165"/>
                    <a:pt x="144" y="163"/>
                    <a:pt x="141" y="177"/>
                  </a:cubicBezTo>
                  <a:cubicBezTo>
                    <a:pt x="139" y="181"/>
                    <a:pt x="136" y="188"/>
                    <a:pt x="133" y="197"/>
                  </a:cubicBezTo>
                  <a:cubicBezTo>
                    <a:pt x="132" y="202"/>
                    <a:pt x="130" y="202"/>
                    <a:pt x="126" y="202"/>
                  </a:cubicBezTo>
                  <a:cubicBezTo>
                    <a:pt x="123" y="202"/>
                    <a:pt x="122" y="198"/>
                    <a:pt x="122" y="193"/>
                  </a:cubicBezTo>
                  <a:cubicBezTo>
                    <a:pt x="125" y="183"/>
                    <a:pt x="134" y="162"/>
                    <a:pt x="136" y="157"/>
                  </a:cubicBezTo>
                  <a:cubicBezTo>
                    <a:pt x="137" y="154"/>
                    <a:pt x="137" y="155"/>
                    <a:pt x="138" y="157"/>
                  </a:cubicBezTo>
                  <a:close/>
                  <a:moveTo>
                    <a:pt x="187" y="60"/>
                  </a:moveTo>
                  <a:cubicBezTo>
                    <a:pt x="192" y="59"/>
                    <a:pt x="191" y="58"/>
                    <a:pt x="188" y="63"/>
                  </a:cubicBezTo>
                  <a:cubicBezTo>
                    <a:pt x="184" y="71"/>
                    <a:pt x="173" y="91"/>
                    <a:pt x="172" y="91"/>
                  </a:cubicBezTo>
                  <a:cubicBezTo>
                    <a:pt x="168" y="91"/>
                    <a:pt x="169" y="90"/>
                    <a:pt x="165" y="90"/>
                  </a:cubicBezTo>
                  <a:cubicBezTo>
                    <a:pt x="164" y="90"/>
                    <a:pt x="164" y="90"/>
                    <a:pt x="164" y="88"/>
                  </a:cubicBezTo>
                  <a:cubicBezTo>
                    <a:pt x="167" y="84"/>
                    <a:pt x="169" y="73"/>
                    <a:pt x="173" y="69"/>
                  </a:cubicBezTo>
                  <a:cubicBezTo>
                    <a:pt x="177" y="67"/>
                    <a:pt x="181" y="66"/>
                    <a:pt x="183" y="61"/>
                  </a:cubicBezTo>
                  <a:lnTo>
                    <a:pt x="187"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7" name="í$ḻîdê">
              <a:extLst>
                <a:ext uri="{FF2B5EF4-FFF2-40B4-BE49-F238E27FC236}">
                  <a16:creationId xmlns:a16="http://schemas.microsoft.com/office/drawing/2014/main" id="{72B931E4-04C0-551E-4A55-DCC47F699615}"/>
                </a:ext>
              </a:extLst>
            </p:cNvPr>
            <p:cNvSpPr/>
            <p:nvPr/>
          </p:nvSpPr>
          <p:spPr bwMode="auto">
            <a:xfrm>
              <a:off x="6459538" y="2708276"/>
              <a:ext cx="714375" cy="855663"/>
            </a:xfrm>
            <a:custGeom>
              <a:avLst/>
              <a:gdLst>
                <a:gd name="T0" fmla="*/ 81 w 217"/>
                <a:gd name="T1" fmla="*/ 129 h 259"/>
                <a:gd name="T2" fmla="*/ 94 w 217"/>
                <a:gd name="T3" fmla="*/ 123 h 259"/>
                <a:gd name="T4" fmla="*/ 106 w 217"/>
                <a:gd name="T5" fmla="*/ 123 h 259"/>
                <a:gd name="T6" fmla="*/ 137 w 217"/>
                <a:gd name="T7" fmla="*/ 99 h 259"/>
                <a:gd name="T8" fmla="*/ 130 w 217"/>
                <a:gd name="T9" fmla="*/ 120 h 259"/>
                <a:gd name="T10" fmla="*/ 156 w 217"/>
                <a:gd name="T11" fmla="*/ 109 h 259"/>
                <a:gd name="T12" fmla="*/ 173 w 217"/>
                <a:gd name="T13" fmla="*/ 89 h 259"/>
                <a:gd name="T14" fmla="*/ 149 w 217"/>
                <a:gd name="T15" fmla="*/ 77 h 259"/>
                <a:gd name="T16" fmla="*/ 140 w 217"/>
                <a:gd name="T17" fmla="*/ 75 h 259"/>
                <a:gd name="T18" fmla="*/ 100 w 217"/>
                <a:gd name="T19" fmla="*/ 99 h 259"/>
                <a:gd name="T20" fmla="*/ 96 w 217"/>
                <a:gd name="T21" fmla="*/ 80 h 259"/>
                <a:gd name="T22" fmla="*/ 78 w 217"/>
                <a:gd name="T23" fmla="*/ 106 h 259"/>
                <a:gd name="T24" fmla="*/ 58 w 217"/>
                <a:gd name="T25" fmla="*/ 142 h 259"/>
                <a:gd name="T26" fmla="*/ 135 w 217"/>
                <a:gd name="T27" fmla="*/ 57 h 259"/>
                <a:gd name="T28" fmla="*/ 68 w 217"/>
                <a:gd name="T29" fmla="*/ 62 h 259"/>
                <a:gd name="T30" fmla="*/ 97 w 217"/>
                <a:gd name="T31" fmla="*/ 52 h 259"/>
                <a:gd name="T32" fmla="*/ 103 w 217"/>
                <a:gd name="T33" fmla="*/ 17 h 259"/>
                <a:gd name="T34" fmla="*/ 103 w 217"/>
                <a:gd name="T35" fmla="*/ 1 h 259"/>
                <a:gd name="T36" fmla="*/ 143 w 217"/>
                <a:gd name="T37" fmla="*/ 25 h 259"/>
                <a:gd name="T38" fmla="*/ 164 w 217"/>
                <a:gd name="T39" fmla="*/ 22 h 259"/>
                <a:gd name="T40" fmla="*/ 183 w 217"/>
                <a:gd name="T41" fmla="*/ 43 h 259"/>
                <a:gd name="T42" fmla="*/ 137 w 217"/>
                <a:gd name="T43" fmla="*/ 64 h 259"/>
                <a:gd name="T44" fmla="*/ 28 w 217"/>
                <a:gd name="T45" fmla="*/ 257 h 259"/>
                <a:gd name="T46" fmla="*/ 24 w 217"/>
                <a:gd name="T47" fmla="*/ 247 h 259"/>
                <a:gd name="T48" fmla="*/ 99 w 217"/>
                <a:gd name="T49" fmla="*/ 165 h 259"/>
                <a:gd name="T50" fmla="*/ 84 w 217"/>
                <a:gd name="T51" fmla="*/ 134 h 259"/>
                <a:gd name="T52" fmla="*/ 113 w 217"/>
                <a:gd name="T53" fmla="*/ 150 h 259"/>
                <a:gd name="T54" fmla="*/ 124 w 217"/>
                <a:gd name="T55" fmla="*/ 122 h 259"/>
                <a:gd name="T56" fmla="*/ 138 w 217"/>
                <a:gd name="T57" fmla="*/ 131 h 259"/>
                <a:gd name="T58" fmla="*/ 146 w 217"/>
                <a:gd name="T59" fmla="*/ 148 h 259"/>
                <a:gd name="T60" fmla="*/ 133 w 217"/>
                <a:gd name="T61" fmla="*/ 173 h 259"/>
                <a:gd name="T62" fmla="*/ 207 w 217"/>
                <a:gd name="T63" fmla="*/ 236 h 259"/>
                <a:gd name="T64" fmla="*/ 173 w 217"/>
                <a:gd name="T65" fmla="*/ 251 h 259"/>
                <a:gd name="T66" fmla="*/ 136 w 217"/>
                <a:gd name="T67" fmla="*/ 224 h 259"/>
                <a:gd name="T68" fmla="*/ 113 w 217"/>
                <a:gd name="T69" fmla="*/ 194 h 259"/>
                <a:gd name="T70" fmla="*/ 95 w 217"/>
                <a:gd name="T71" fmla="*/ 213 h 259"/>
                <a:gd name="T72" fmla="*/ 28 w 217"/>
                <a:gd name="T73" fmla="*/ 257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17" h="259">
                  <a:moveTo>
                    <a:pt x="64" y="143"/>
                  </a:moveTo>
                  <a:cubicBezTo>
                    <a:pt x="68" y="141"/>
                    <a:pt x="75" y="134"/>
                    <a:pt x="81" y="129"/>
                  </a:cubicBezTo>
                  <a:cubicBezTo>
                    <a:pt x="81" y="128"/>
                    <a:pt x="83" y="129"/>
                    <a:pt x="84" y="129"/>
                  </a:cubicBezTo>
                  <a:cubicBezTo>
                    <a:pt x="88" y="127"/>
                    <a:pt x="91" y="124"/>
                    <a:pt x="94" y="123"/>
                  </a:cubicBezTo>
                  <a:cubicBezTo>
                    <a:pt x="96" y="123"/>
                    <a:pt x="98" y="125"/>
                    <a:pt x="100" y="125"/>
                  </a:cubicBezTo>
                  <a:cubicBezTo>
                    <a:pt x="101" y="126"/>
                    <a:pt x="105" y="124"/>
                    <a:pt x="106" y="123"/>
                  </a:cubicBezTo>
                  <a:cubicBezTo>
                    <a:pt x="113" y="121"/>
                    <a:pt x="114" y="115"/>
                    <a:pt x="121" y="113"/>
                  </a:cubicBezTo>
                  <a:cubicBezTo>
                    <a:pt x="122" y="113"/>
                    <a:pt x="134" y="99"/>
                    <a:pt x="137" y="99"/>
                  </a:cubicBezTo>
                  <a:cubicBezTo>
                    <a:pt x="138" y="99"/>
                    <a:pt x="140" y="102"/>
                    <a:pt x="130" y="112"/>
                  </a:cubicBezTo>
                  <a:cubicBezTo>
                    <a:pt x="128" y="114"/>
                    <a:pt x="128" y="118"/>
                    <a:pt x="130" y="120"/>
                  </a:cubicBezTo>
                  <a:cubicBezTo>
                    <a:pt x="132" y="121"/>
                    <a:pt x="135" y="121"/>
                    <a:pt x="138" y="120"/>
                  </a:cubicBezTo>
                  <a:cubicBezTo>
                    <a:pt x="144" y="117"/>
                    <a:pt x="150" y="112"/>
                    <a:pt x="156" y="109"/>
                  </a:cubicBezTo>
                  <a:cubicBezTo>
                    <a:pt x="162" y="105"/>
                    <a:pt x="168" y="106"/>
                    <a:pt x="173" y="101"/>
                  </a:cubicBezTo>
                  <a:cubicBezTo>
                    <a:pt x="175" y="100"/>
                    <a:pt x="174" y="91"/>
                    <a:pt x="173" y="89"/>
                  </a:cubicBezTo>
                  <a:cubicBezTo>
                    <a:pt x="170" y="86"/>
                    <a:pt x="167" y="86"/>
                    <a:pt x="163" y="83"/>
                  </a:cubicBezTo>
                  <a:cubicBezTo>
                    <a:pt x="160" y="82"/>
                    <a:pt x="153" y="80"/>
                    <a:pt x="149" y="77"/>
                  </a:cubicBezTo>
                  <a:cubicBezTo>
                    <a:pt x="148" y="76"/>
                    <a:pt x="150" y="75"/>
                    <a:pt x="148" y="75"/>
                  </a:cubicBezTo>
                  <a:cubicBezTo>
                    <a:pt x="146" y="74"/>
                    <a:pt x="142" y="73"/>
                    <a:pt x="140" y="75"/>
                  </a:cubicBezTo>
                  <a:cubicBezTo>
                    <a:pt x="126" y="87"/>
                    <a:pt x="115" y="99"/>
                    <a:pt x="108" y="101"/>
                  </a:cubicBezTo>
                  <a:cubicBezTo>
                    <a:pt x="106" y="102"/>
                    <a:pt x="101" y="102"/>
                    <a:pt x="100" y="99"/>
                  </a:cubicBezTo>
                  <a:cubicBezTo>
                    <a:pt x="100" y="93"/>
                    <a:pt x="103" y="89"/>
                    <a:pt x="102" y="84"/>
                  </a:cubicBezTo>
                  <a:cubicBezTo>
                    <a:pt x="101" y="82"/>
                    <a:pt x="97" y="79"/>
                    <a:pt x="96" y="80"/>
                  </a:cubicBezTo>
                  <a:cubicBezTo>
                    <a:pt x="91" y="84"/>
                    <a:pt x="93" y="88"/>
                    <a:pt x="89" y="92"/>
                  </a:cubicBezTo>
                  <a:cubicBezTo>
                    <a:pt x="86" y="97"/>
                    <a:pt x="83" y="103"/>
                    <a:pt x="78" y="106"/>
                  </a:cubicBezTo>
                  <a:cubicBezTo>
                    <a:pt x="74" y="110"/>
                    <a:pt x="54" y="128"/>
                    <a:pt x="56" y="136"/>
                  </a:cubicBezTo>
                  <a:cubicBezTo>
                    <a:pt x="55" y="138"/>
                    <a:pt x="56" y="141"/>
                    <a:pt x="58" y="142"/>
                  </a:cubicBezTo>
                  <a:cubicBezTo>
                    <a:pt x="59" y="143"/>
                    <a:pt x="63" y="144"/>
                    <a:pt x="64" y="143"/>
                  </a:cubicBezTo>
                  <a:close/>
                  <a:moveTo>
                    <a:pt x="135" y="57"/>
                  </a:moveTo>
                  <a:cubicBezTo>
                    <a:pt x="117" y="66"/>
                    <a:pt x="83" y="81"/>
                    <a:pt x="66" y="73"/>
                  </a:cubicBezTo>
                  <a:cubicBezTo>
                    <a:pt x="54" y="63"/>
                    <a:pt x="61" y="60"/>
                    <a:pt x="68" y="62"/>
                  </a:cubicBezTo>
                  <a:cubicBezTo>
                    <a:pt x="71" y="62"/>
                    <a:pt x="72" y="63"/>
                    <a:pt x="74" y="61"/>
                  </a:cubicBezTo>
                  <a:cubicBezTo>
                    <a:pt x="81" y="58"/>
                    <a:pt x="91" y="53"/>
                    <a:pt x="97" y="52"/>
                  </a:cubicBezTo>
                  <a:cubicBezTo>
                    <a:pt x="100" y="50"/>
                    <a:pt x="103" y="48"/>
                    <a:pt x="103" y="46"/>
                  </a:cubicBezTo>
                  <a:cubicBezTo>
                    <a:pt x="106" y="42"/>
                    <a:pt x="104" y="21"/>
                    <a:pt x="103" y="17"/>
                  </a:cubicBezTo>
                  <a:cubicBezTo>
                    <a:pt x="102" y="12"/>
                    <a:pt x="100" y="9"/>
                    <a:pt x="100" y="4"/>
                  </a:cubicBezTo>
                  <a:cubicBezTo>
                    <a:pt x="99" y="3"/>
                    <a:pt x="101" y="0"/>
                    <a:pt x="103" y="1"/>
                  </a:cubicBezTo>
                  <a:cubicBezTo>
                    <a:pt x="116" y="2"/>
                    <a:pt x="125" y="6"/>
                    <a:pt x="137" y="14"/>
                  </a:cubicBezTo>
                  <a:cubicBezTo>
                    <a:pt x="141" y="16"/>
                    <a:pt x="145" y="21"/>
                    <a:pt x="143" y="25"/>
                  </a:cubicBezTo>
                  <a:cubicBezTo>
                    <a:pt x="140" y="29"/>
                    <a:pt x="134" y="36"/>
                    <a:pt x="142" y="32"/>
                  </a:cubicBezTo>
                  <a:cubicBezTo>
                    <a:pt x="149" y="29"/>
                    <a:pt x="157" y="25"/>
                    <a:pt x="164" y="22"/>
                  </a:cubicBezTo>
                  <a:cubicBezTo>
                    <a:pt x="172" y="21"/>
                    <a:pt x="181" y="25"/>
                    <a:pt x="188" y="28"/>
                  </a:cubicBezTo>
                  <a:cubicBezTo>
                    <a:pt x="199" y="37"/>
                    <a:pt x="190" y="42"/>
                    <a:pt x="183" y="43"/>
                  </a:cubicBezTo>
                  <a:cubicBezTo>
                    <a:pt x="176" y="45"/>
                    <a:pt x="171" y="48"/>
                    <a:pt x="165" y="50"/>
                  </a:cubicBezTo>
                  <a:cubicBezTo>
                    <a:pt x="155" y="54"/>
                    <a:pt x="147" y="61"/>
                    <a:pt x="137" y="64"/>
                  </a:cubicBezTo>
                  <a:cubicBezTo>
                    <a:pt x="135" y="64"/>
                    <a:pt x="137" y="57"/>
                    <a:pt x="135" y="57"/>
                  </a:cubicBezTo>
                  <a:close/>
                  <a:moveTo>
                    <a:pt x="28" y="257"/>
                  </a:moveTo>
                  <a:cubicBezTo>
                    <a:pt x="23" y="259"/>
                    <a:pt x="0" y="259"/>
                    <a:pt x="12" y="252"/>
                  </a:cubicBezTo>
                  <a:cubicBezTo>
                    <a:pt x="15" y="249"/>
                    <a:pt x="20" y="249"/>
                    <a:pt x="24" y="247"/>
                  </a:cubicBezTo>
                  <a:cubicBezTo>
                    <a:pt x="57" y="230"/>
                    <a:pt x="79" y="202"/>
                    <a:pt x="100" y="176"/>
                  </a:cubicBezTo>
                  <a:cubicBezTo>
                    <a:pt x="103" y="172"/>
                    <a:pt x="102" y="170"/>
                    <a:pt x="99" y="165"/>
                  </a:cubicBezTo>
                  <a:cubicBezTo>
                    <a:pt x="92" y="154"/>
                    <a:pt x="85" y="148"/>
                    <a:pt x="78" y="140"/>
                  </a:cubicBezTo>
                  <a:cubicBezTo>
                    <a:pt x="73" y="135"/>
                    <a:pt x="80" y="132"/>
                    <a:pt x="84" y="134"/>
                  </a:cubicBezTo>
                  <a:cubicBezTo>
                    <a:pt x="91" y="139"/>
                    <a:pt x="102" y="147"/>
                    <a:pt x="108" y="152"/>
                  </a:cubicBezTo>
                  <a:cubicBezTo>
                    <a:pt x="112" y="155"/>
                    <a:pt x="111" y="155"/>
                    <a:pt x="113" y="150"/>
                  </a:cubicBezTo>
                  <a:cubicBezTo>
                    <a:pt x="117" y="142"/>
                    <a:pt x="120" y="133"/>
                    <a:pt x="119" y="125"/>
                  </a:cubicBezTo>
                  <a:cubicBezTo>
                    <a:pt x="121" y="122"/>
                    <a:pt x="121" y="122"/>
                    <a:pt x="124" y="122"/>
                  </a:cubicBezTo>
                  <a:cubicBezTo>
                    <a:pt x="127" y="122"/>
                    <a:pt x="127" y="122"/>
                    <a:pt x="130" y="124"/>
                  </a:cubicBezTo>
                  <a:cubicBezTo>
                    <a:pt x="132" y="126"/>
                    <a:pt x="135" y="128"/>
                    <a:pt x="138" y="131"/>
                  </a:cubicBezTo>
                  <a:cubicBezTo>
                    <a:pt x="140" y="133"/>
                    <a:pt x="142" y="135"/>
                    <a:pt x="144" y="138"/>
                  </a:cubicBezTo>
                  <a:cubicBezTo>
                    <a:pt x="148" y="142"/>
                    <a:pt x="148" y="142"/>
                    <a:pt x="146" y="148"/>
                  </a:cubicBezTo>
                  <a:cubicBezTo>
                    <a:pt x="143" y="156"/>
                    <a:pt x="136" y="162"/>
                    <a:pt x="132" y="168"/>
                  </a:cubicBezTo>
                  <a:cubicBezTo>
                    <a:pt x="129" y="172"/>
                    <a:pt x="131" y="171"/>
                    <a:pt x="133" y="173"/>
                  </a:cubicBezTo>
                  <a:cubicBezTo>
                    <a:pt x="143" y="182"/>
                    <a:pt x="155" y="198"/>
                    <a:pt x="166" y="209"/>
                  </a:cubicBezTo>
                  <a:cubicBezTo>
                    <a:pt x="180" y="222"/>
                    <a:pt x="197" y="233"/>
                    <a:pt x="207" y="236"/>
                  </a:cubicBezTo>
                  <a:cubicBezTo>
                    <a:pt x="217" y="239"/>
                    <a:pt x="215" y="245"/>
                    <a:pt x="210" y="245"/>
                  </a:cubicBezTo>
                  <a:cubicBezTo>
                    <a:pt x="200" y="246"/>
                    <a:pt x="182" y="249"/>
                    <a:pt x="173" y="251"/>
                  </a:cubicBezTo>
                  <a:cubicBezTo>
                    <a:pt x="166" y="253"/>
                    <a:pt x="163" y="249"/>
                    <a:pt x="158" y="247"/>
                  </a:cubicBezTo>
                  <a:cubicBezTo>
                    <a:pt x="150" y="241"/>
                    <a:pt x="142" y="234"/>
                    <a:pt x="136" y="224"/>
                  </a:cubicBezTo>
                  <a:cubicBezTo>
                    <a:pt x="130" y="214"/>
                    <a:pt x="124" y="204"/>
                    <a:pt x="118" y="194"/>
                  </a:cubicBezTo>
                  <a:cubicBezTo>
                    <a:pt x="115" y="191"/>
                    <a:pt x="116" y="191"/>
                    <a:pt x="113" y="194"/>
                  </a:cubicBezTo>
                  <a:cubicBezTo>
                    <a:pt x="111" y="196"/>
                    <a:pt x="109" y="201"/>
                    <a:pt x="106" y="203"/>
                  </a:cubicBezTo>
                  <a:cubicBezTo>
                    <a:pt x="103" y="205"/>
                    <a:pt x="99" y="209"/>
                    <a:pt x="95" y="213"/>
                  </a:cubicBezTo>
                  <a:cubicBezTo>
                    <a:pt x="88" y="219"/>
                    <a:pt x="82" y="226"/>
                    <a:pt x="74" y="232"/>
                  </a:cubicBezTo>
                  <a:cubicBezTo>
                    <a:pt x="55" y="248"/>
                    <a:pt x="38" y="254"/>
                    <a:pt x="28" y="2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8" name="ï$1íḋe">
              <a:extLst>
                <a:ext uri="{FF2B5EF4-FFF2-40B4-BE49-F238E27FC236}">
                  <a16:creationId xmlns:a16="http://schemas.microsoft.com/office/drawing/2014/main" id="{515831DC-8515-3A5D-BBDD-935DCE64B22F}"/>
                </a:ext>
              </a:extLst>
            </p:cNvPr>
            <p:cNvSpPr/>
            <p:nvPr/>
          </p:nvSpPr>
          <p:spPr bwMode="auto">
            <a:xfrm>
              <a:off x="7197725" y="2711451"/>
              <a:ext cx="666750" cy="866775"/>
            </a:xfrm>
            <a:custGeom>
              <a:avLst/>
              <a:gdLst>
                <a:gd name="T0" fmla="*/ 45 w 202"/>
                <a:gd name="T1" fmla="*/ 155 h 262"/>
                <a:gd name="T2" fmla="*/ 14 w 202"/>
                <a:gd name="T3" fmla="*/ 126 h 262"/>
                <a:gd name="T4" fmla="*/ 20 w 202"/>
                <a:gd name="T5" fmla="*/ 149 h 262"/>
                <a:gd name="T6" fmla="*/ 37 w 202"/>
                <a:gd name="T7" fmla="*/ 169 h 262"/>
                <a:gd name="T8" fmla="*/ 114 w 202"/>
                <a:gd name="T9" fmla="*/ 143 h 262"/>
                <a:gd name="T10" fmla="*/ 117 w 202"/>
                <a:gd name="T11" fmla="*/ 141 h 262"/>
                <a:gd name="T12" fmla="*/ 115 w 202"/>
                <a:gd name="T13" fmla="*/ 137 h 262"/>
                <a:gd name="T14" fmla="*/ 91 w 202"/>
                <a:gd name="T15" fmla="*/ 121 h 262"/>
                <a:gd name="T16" fmla="*/ 103 w 202"/>
                <a:gd name="T17" fmla="*/ 122 h 262"/>
                <a:gd name="T18" fmla="*/ 91 w 202"/>
                <a:gd name="T19" fmla="*/ 121 h 262"/>
                <a:gd name="T20" fmla="*/ 5 w 202"/>
                <a:gd name="T21" fmla="*/ 211 h 262"/>
                <a:gd name="T22" fmla="*/ 40 w 202"/>
                <a:gd name="T23" fmla="*/ 221 h 262"/>
                <a:gd name="T24" fmla="*/ 110 w 202"/>
                <a:gd name="T25" fmla="*/ 247 h 262"/>
                <a:gd name="T26" fmla="*/ 143 w 202"/>
                <a:gd name="T27" fmla="*/ 259 h 262"/>
                <a:gd name="T28" fmla="*/ 175 w 202"/>
                <a:gd name="T29" fmla="*/ 242 h 262"/>
                <a:gd name="T30" fmla="*/ 193 w 202"/>
                <a:gd name="T31" fmla="*/ 223 h 262"/>
                <a:gd name="T32" fmla="*/ 119 w 202"/>
                <a:gd name="T33" fmla="*/ 224 h 262"/>
                <a:gd name="T34" fmla="*/ 45 w 202"/>
                <a:gd name="T35" fmla="*/ 207 h 262"/>
                <a:gd name="T36" fmla="*/ 53 w 202"/>
                <a:gd name="T37" fmla="*/ 193 h 262"/>
                <a:gd name="T38" fmla="*/ 30 w 202"/>
                <a:gd name="T39" fmla="*/ 181 h 262"/>
                <a:gd name="T40" fmla="*/ 38 w 202"/>
                <a:gd name="T41" fmla="*/ 195 h 262"/>
                <a:gd name="T42" fmla="*/ 32 w 202"/>
                <a:gd name="T43" fmla="*/ 205 h 262"/>
                <a:gd name="T44" fmla="*/ 114 w 202"/>
                <a:gd name="T45" fmla="*/ 57 h 262"/>
                <a:gd name="T46" fmla="*/ 118 w 202"/>
                <a:gd name="T47" fmla="*/ 66 h 262"/>
                <a:gd name="T48" fmla="*/ 104 w 202"/>
                <a:gd name="T49" fmla="*/ 83 h 262"/>
                <a:gd name="T50" fmla="*/ 151 w 202"/>
                <a:gd name="T51" fmla="*/ 61 h 262"/>
                <a:gd name="T52" fmla="*/ 162 w 202"/>
                <a:gd name="T53" fmla="*/ 10 h 262"/>
                <a:gd name="T54" fmla="*/ 145 w 202"/>
                <a:gd name="T55" fmla="*/ 2 h 262"/>
                <a:gd name="T56" fmla="*/ 103 w 202"/>
                <a:gd name="T57" fmla="*/ 29 h 262"/>
                <a:gd name="T58" fmla="*/ 37 w 202"/>
                <a:gd name="T59" fmla="*/ 67 h 262"/>
                <a:gd name="T60" fmla="*/ 61 w 202"/>
                <a:gd name="T61" fmla="*/ 82 h 262"/>
                <a:gd name="T62" fmla="*/ 130 w 202"/>
                <a:gd name="T63" fmla="*/ 26 h 262"/>
                <a:gd name="T64" fmla="*/ 114 w 202"/>
                <a:gd name="T65" fmla="*/ 57 h 262"/>
                <a:gd name="T66" fmla="*/ 128 w 202"/>
                <a:gd name="T67" fmla="*/ 91 h 262"/>
                <a:gd name="T68" fmla="*/ 136 w 202"/>
                <a:gd name="T69" fmla="*/ 108 h 262"/>
                <a:gd name="T70" fmla="*/ 133 w 202"/>
                <a:gd name="T71" fmla="*/ 191 h 262"/>
                <a:gd name="T72" fmla="*/ 118 w 202"/>
                <a:gd name="T73" fmla="*/ 194 h 262"/>
                <a:gd name="T74" fmla="*/ 118 w 202"/>
                <a:gd name="T75" fmla="*/ 170 h 262"/>
                <a:gd name="T76" fmla="*/ 116 w 202"/>
                <a:gd name="T77" fmla="*/ 158 h 262"/>
                <a:gd name="T78" fmla="*/ 128 w 202"/>
                <a:gd name="T79" fmla="*/ 145 h 262"/>
                <a:gd name="T80" fmla="*/ 116 w 202"/>
                <a:gd name="T81" fmla="*/ 123 h 262"/>
                <a:gd name="T82" fmla="*/ 113 w 202"/>
                <a:gd name="T83" fmla="*/ 107 h 262"/>
                <a:gd name="T84" fmla="*/ 112 w 202"/>
                <a:gd name="T85" fmla="*/ 101 h 262"/>
                <a:gd name="T86" fmla="*/ 154 w 202"/>
                <a:gd name="T87" fmla="*/ 119 h 262"/>
                <a:gd name="T88" fmla="*/ 135 w 202"/>
                <a:gd name="T89" fmla="*/ 215 h 262"/>
                <a:gd name="T90" fmla="*/ 113 w 202"/>
                <a:gd name="T91" fmla="*/ 200 h 262"/>
                <a:gd name="T92" fmla="*/ 101 w 202"/>
                <a:gd name="T93" fmla="*/ 192 h 262"/>
                <a:gd name="T94" fmla="*/ 100 w 202"/>
                <a:gd name="T95" fmla="*/ 165 h 262"/>
                <a:gd name="T96" fmla="*/ 93 w 202"/>
                <a:gd name="T97" fmla="*/ 166 h 262"/>
                <a:gd name="T98" fmla="*/ 95 w 202"/>
                <a:gd name="T99" fmla="*/ 143 h 262"/>
                <a:gd name="T100" fmla="*/ 89 w 202"/>
                <a:gd name="T101" fmla="*/ 128 h 262"/>
                <a:gd name="T102" fmla="*/ 81 w 202"/>
                <a:gd name="T103" fmla="*/ 135 h 262"/>
                <a:gd name="T104" fmla="*/ 86 w 202"/>
                <a:gd name="T105" fmla="*/ 169 h 262"/>
                <a:gd name="T106" fmla="*/ 76 w 202"/>
                <a:gd name="T107" fmla="*/ 191 h 262"/>
                <a:gd name="T108" fmla="*/ 61 w 202"/>
                <a:gd name="T109" fmla="*/ 170 h 262"/>
                <a:gd name="T110" fmla="*/ 66 w 202"/>
                <a:gd name="T111" fmla="*/ 141 h 262"/>
                <a:gd name="T112" fmla="*/ 71 w 202"/>
                <a:gd name="T113" fmla="*/ 109 h 262"/>
                <a:gd name="T114" fmla="*/ 74 w 202"/>
                <a:gd name="T115" fmla="*/ 102 h 262"/>
                <a:gd name="T116" fmla="*/ 78 w 202"/>
                <a:gd name="T117" fmla="*/ 118 h 262"/>
                <a:gd name="T118" fmla="*/ 96 w 202"/>
                <a:gd name="T119" fmla="*/ 100 h 262"/>
                <a:gd name="T120" fmla="*/ 146 w 202"/>
                <a:gd name="T121" fmla="*/ 78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2" h="262">
                  <a:moveTo>
                    <a:pt x="37" y="169"/>
                  </a:moveTo>
                  <a:cubicBezTo>
                    <a:pt x="43" y="169"/>
                    <a:pt x="45" y="160"/>
                    <a:pt x="45" y="155"/>
                  </a:cubicBezTo>
                  <a:cubicBezTo>
                    <a:pt x="46" y="147"/>
                    <a:pt x="44" y="145"/>
                    <a:pt x="40" y="142"/>
                  </a:cubicBezTo>
                  <a:cubicBezTo>
                    <a:pt x="32" y="135"/>
                    <a:pt x="26" y="126"/>
                    <a:pt x="14" y="126"/>
                  </a:cubicBezTo>
                  <a:cubicBezTo>
                    <a:pt x="11" y="126"/>
                    <a:pt x="10" y="127"/>
                    <a:pt x="11" y="130"/>
                  </a:cubicBezTo>
                  <a:cubicBezTo>
                    <a:pt x="13" y="134"/>
                    <a:pt x="19" y="146"/>
                    <a:pt x="20" y="149"/>
                  </a:cubicBezTo>
                  <a:cubicBezTo>
                    <a:pt x="23" y="155"/>
                    <a:pt x="24" y="169"/>
                    <a:pt x="30" y="169"/>
                  </a:cubicBezTo>
                  <a:cubicBezTo>
                    <a:pt x="33" y="169"/>
                    <a:pt x="35" y="169"/>
                    <a:pt x="37" y="169"/>
                  </a:cubicBezTo>
                  <a:close/>
                  <a:moveTo>
                    <a:pt x="114" y="138"/>
                  </a:moveTo>
                  <a:cubicBezTo>
                    <a:pt x="114" y="140"/>
                    <a:pt x="114" y="141"/>
                    <a:pt x="114" y="143"/>
                  </a:cubicBezTo>
                  <a:cubicBezTo>
                    <a:pt x="114" y="144"/>
                    <a:pt x="114" y="144"/>
                    <a:pt x="116" y="143"/>
                  </a:cubicBezTo>
                  <a:cubicBezTo>
                    <a:pt x="116" y="142"/>
                    <a:pt x="117" y="141"/>
                    <a:pt x="117" y="141"/>
                  </a:cubicBezTo>
                  <a:cubicBezTo>
                    <a:pt x="118" y="140"/>
                    <a:pt x="118" y="140"/>
                    <a:pt x="117" y="139"/>
                  </a:cubicBezTo>
                  <a:cubicBezTo>
                    <a:pt x="116" y="138"/>
                    <a:pt x="116" y="138"/>
                    <a:pt x="115" y="137"/>
                  </a:cubicBezTo>
                  <a:cubicBezTo>
                    <a:pt x="114" y="137"/>
                    <a:pt x="114" y="137"/>
                    <a:pt x="114" y="138"/>
                  </a:cubicBezTo>
                  <a:close/>
                  <a:moveTo>
                    <a:pt x="91" y="121"/>
                  </a:moveTo>
                  <a:cubicBezTo>
                    <a:pt x="94" y="118"/>
                    <a:pt x="97" y="116"/>
                    <a:pt x="100" y="113"/>
                  </a:cubicBezTo>
                  <a:cubicBezTo>
                    <a:pt x="101" y="116"/>
                    <a:pt x="102" y="119"/>
                    <a:pt x="103" y="122"/>
                  </a:cubicBezTo>
                  <a:cubicBezTo>
                    <a:pt x="103" y="123"/>
                    <a:pt x="103" y="125"/>
                    <a:pt x="101" y="123"/>
                  </a:cubicBezTo>
                  <a:cubicBezTo>
                    <a:pt x="96" y="123"/>
                    <a:pt x="91" y="122"/>
                    <a:pt x="91" y="121"/>
                  </a:cubicBezTo>
                  <a:close/>
                  <a:moveTo>
                    <a:pt x="8" y="205"/>
                  </a:moveTo>
                  <a:cubicBezTo>
                    <a:pt x="4" y="205"/>
                    <a:pt x="0" y="209"/>
                    <a:pt x="5" y="211"/>
                  </a:cubicBezTo>
                  <a:cubicBezTo>
                    <a:pt x="11" y="214"/>
                    <a:pt x="15" y="211"/>
                    <a:pt x="23" y="214"/>
                  </a:cubicBezTo>
                  <a:cubicBezTo>
                    <a:pt x="30" y="216"/>
                    <a:pt x="33" y="219"/>
                    <a:pt x="40" y="221"/>
                  </a:cubicBezTo>
                  <a:cubicBezTo>
                    <a:pt x="52" y="225"/>
                    <a:pt x="63" y="229"/>
                    <a:pt x="76" y="233"/>
                  </a:cubicBezTo>
                  <a:cubicBezTo>
                    <a:pt x="89" y="238"/>
                    <a:pt x="98" y="242"/>
                    <a:pt x="110" y="247"/>
                  </a:cubicBezTo>
                  <a:cubicBezTo>
                    <a:pt x="121" y="252"/>
                    <a:pt x="131" y="261"/>
                    <a:pt x="143" y="262"/>
                  </a:cubicBezTo>
                  <a:cubicBezTo>
                    <a:pt x="143" y="261"/>
                    <a:pt x="143" y="260"/>
                    <a:pt x="143" y="259"/>
                  </a:cubicBezTo>
                  <a:cubicBezTo>
                    <a:pt x="145" y="259"/>
                    <a:pt x="146" y="259"/>
                    <a:pt x="148" y="259"/>
                  </a:cubicBezTo>
                  <a:cubicBezTo>
                    <a:pt x="148" y="259"/>
                    <a:pt x="172" y="244"/>
                    <a:pt x="175" y="242"/>
                  </a:cubicBezTo>
                  <a:cubicBezTo>
                    <a:pt x="181" y="239"/>
                    <a:pt x="193" y="235"/>
                    <a:pt x="199" y="229"/>
                  </a:cubicBezTo>
                  <a:cubicBezTo>
                    <a:pt x="202" y="224"/>
                    <a:pt x="198" y="223"/>
                    <a:pt x="193" y="223"/>
                  </a:cubicBezTo>
                  <a:cubicBezTo>
                    <a:pt x="183" y="225"/>
                    <a:pt x="172" y="230"/>
                    <a:pt x="159" y="230"/>
                  </a:cubicBezTo>
                  <a:cubicBezTo>
                    <a:pt x="146" y="230"/>
                    <a:pt x="130" y="226"/>
                    <a:pt x="119" y="224"/>
                  </a:cubicBezTo>
                  <a:cubicBezTo>
                    <a:pt x="107" y="222"/>
                    <a:pt x="90" y="220"/>
                    <a:pt x="80" y="217"/>
                  </a:cubicBezTo>
                  <a:cubicBezTo>
                    <a:pt x="70" y="215"/>
                    <a:pt x="54" y="208"/>
                    <a:pt x="45" y="207"/>
                  </a:cubicBezTo>
                  <a:cubicBezTo>
                    <a:pt x="43" y="208"/>
                    <a:pt x="43" y="205"/>
                    <a:pt x="44" y="205"/>
                  </a:cubicBezTo>
                  <a:cubicBezTo>
                    <a:pt x="47" y="204"/>
                    <a:pt x="53" y="199"/>
                    <a:pt x="53" y="193"/>
                  </a:cubicBezTo>
                  <a:cubicBezTo>
                    <a:pt x="53" y="192"/>
                    <a:pt x="53" y="191"/>
                    <a:pt x="53" y="190"/>
                  </a:cubicBezTo>
                  <a:cubicBezTo>
                    <a:pt x="52" y="180"/>
                    <a:pt x="31" y="173"/>
                    <a:pt x="30" y="181"/>
                  </a:cubicBezTo>
                  <a:cubicBezTo>
                    <a:pt x="30" y="182"/>
                    <a:pt x="30" y="183"/>
                    <a:pt x="30" y="184"/>
                  </a:cubicBezTo>
                  <a:cubicBezTo>
                    <a:pt x="30" y="189"/>
                    <a:pt x="38" y="191"/>
                    <a:pt x="38" y="195"/>
                  </a:cubicBezTo>
                  <a:cubicBezTo>
                    <a:pt x="38" y="197"/>
                    <a:pt x="38" y="198"/>
                    <a:pt x="38" y="200"/>
                  </a:cubicBezTo>
                  <a:cubicBezTo>
                    <a:pt x="38" y="203"/>
                    <a:pt x="35" y="205"/>
                    <a:pt x="32" y="205"/>
                  </a:cubicBezTo>
                  <a:cubicBezTo>
                    <a:pt x="23" y="204"/>
                    <a:pt x="17" y="204"/>
                    <a:pt x="8" y="205"/>
                  </a:cubicBezTo>
                  <a:close/>
                  <a:moveTo>
                    <a:pt x="114" y="57"/>
                  </a:moveTo>
                  <a:cubicBezTo>
                    <a:pt x="114" y="60"/>
                    <a:pt x="116" y="60"/>
                    <a:pt x="118" y="62"/>
                  </a:cubicBezTo>
                  <a:cubicBezTo>
                    <a:pt x="120" y="63"/>
                    <a:pt x="120" y="64"/>
                    <a:pt x="118" y="66"/>
                  </a:cubicBezTo>
                  <a:cubicBezTo>
                    <a:pt x="113" y="71"/>
                    <a:pt x="103" y="74"/>
                    <a:pt x="100" y="80"/>
                  </a:cubicBezTo>
                  <a:cubicBezTo>
                    <a:pt x="98" y="83"/>
                    <a:pt x="102" y="83"/>
                    <a:pt x="104" y="83"/>
                  </a:cubicBezTo>
                  <a:cubicBezTo>
                    <a:pt x="114" y="79"/>
                    <a:pt x="121" y="75"/>
                    <a:pt x="129" y="73"/>
                  </a:cubicBezTo>
                  <a:cubicBezTo>
                    <a:pt x="136" y="72"/>
                    <a:pt x="151" y="73"/>
                    <a:pt x="151" y="61"/>
                  </a:cubicBezTo>
                  <a:cubicBezTo>
                    <a:pt x="151" y="53"/>
                    <a:pt x="143" y="51"/>
                    <a:pt x="140" y="46"/>
                  </a:cubicBezTo>
                  <a:cubicBezTo>
                    <a:pt x="145" y="38"/>
                    <a:pt x="162" y="21"/>
                    <a:pt x="162" y="10"/>
                  </a:cubicBezTo>
                  <a:cubicBezTo>
                    <a:pt x="162" y="10"/>
                    <a:pt x="162" y="9"/>
                    <a:pt x="162" y="9"/>
                  </a:cubicBezTo>
                  <a:cubicBezTo>
                    <a:pt x="162" y="5"/>
                    <a:pt x="150" y="3"/>
                    <a:pt x="145" y="2"/>
                  </a:cubicBezTo>
                  <a:cubicBezTo>
                    <a:pt x="137" y="0"/>
                    <a:pt x="136" y="4"/>
                    <a:pt x="131" y="8"/>
                  </a:cubicBezTo>
                  <a:cubicBezTo>
                    <a:pt x="121" y="15"/>
                    <a:pt x="112" y="22"/>
                    <a:pt x="103" y="29"/>
                  </a:cubicBezTo>
                  <a:cubicBezTo>
                    <a:pt x="92" y="37"/>
                    <a:pt x="57" y="57"/>
                    <a:pt x="40" y="63"/>
                  </a:cubicBezTo>
                  <a:cubicBezTo>
                    <a:pt x="37" y="64"/>
                    <a:pt x="37" y="63"/>
                    <a:pt x="37" y="67"/>
                  </a:cubicBezTo>
                  <a:cubicBezTo>
                    <a:pt x="37" y="71"/>
                    <a:pt x="36" y="72"/>
                    <a:pt x="41" y="74"/>
                  </a:cubicBezTo>
                  <a:cubicBezTo>
                    <a:pt x="47" y="77"/>
                    <a:pt x="56" y="82"/>
                    <a:pt x="61" y="82"/>
                  </a:cubicBezTo>
                  <a:cubicBezTo>
                    <a:pt x="62" y="82"/>
                    <a:pt x="64" y="82"/>
                    <a:pt x="65" y="82"/>
                  </a:cubicBezTo>
                  <a:cubicBezTo>
                    <a:pt x="71" y="82"/>
                    <a:pt x="120" y="34"/>
                    <a:pt x="130" y="26"/>
                  </a:cubicBezTo>
                  <a:cubicBezTo>
                    <a:pt x="135" y="29"/>
                    <a:pt x="115" y="43"/>
                    <a:pt x="114" y="54"/>
                  </a:cubicBezTo>
                  <a:cubicBezTo>
                    <a:pt x="114" y="55"/>
                    <a:pt x="114" y="56"/>
                    <a:pt x="114" y="57"/>
                  </a:cubicBezTo>
                  <a:close/>
                  <a:moveTo>
                    <a:pt x="112" y="101"/>
                  </a:moveTo>
                  <a:cubicBezTo>
                    <a:pt x="115" y="97"/>
                    <a:pt x="122" y="91"/>
                    <a:pt x="128" y="91"/>
                  </a:cubicBezTo>
                  <a:cubicBezTo>
                    <a:pt x="129" y="91"/>
                    <a:pt x="129" y="91"/>
                    <a:pt x="129" y="91"/>
                  </a:cubicBezTo>
                  <a:cubicBezTo>
                    <a:pt x="135" y="91"/>
                    <a:pt x="136" y="102"/>
                    <a:pt x="136" y="108"/>
                  </a:cubicBezTo>
                  <a:cubicBezTo>
                    <a:pt x="136" y="130"/>
                    <a:pt x="136" y="153"/>
                    <a:pt x="136" y="175"/>
                  </a:cubicBezTo>
                  <a:cubicBezTo>
                    <a:pt x="136" y="181"/>
                    <a:pt x="135" y="186"/>
                    <a:pt x="133" y="191"/>
                  </a:cubicBezTo>
                  <a:cubicBezTo>
                    <a:pt x="132" y="194"/>
                    <a:pt x="132" y="194"/>
                    <a:pt x="129" y="194"/>
                  </a:cubicBezTo>
                  <a:cubicBezTo>
                    <a:pt x="125" y="194"/>
                    <a:pt x="121" y="195"/>
                    <a:pt x="118" y="194"/>
                  </a:cubicBezTo>
                  <a:cubicBezTo>
                    <a:pt x="116" y="194"/>
                    <a:pt x="116" y="194"/>
                    <a:pt x="117" y="191"/>
                  </a:cubicBezTo>
                  <a:cubicBezTo>
                    <a:pt x="118" y="185"/>
                    <a:pt x="118" y="177"/>
                    <a:pt x="118" y="170"/>
                  </a:cubicBezTo>
                  <a:cubicBezTo>
                    <a:pt x="118" y="167"/>
                    <a:pt x="116" y="167"/>
                    <a:pt x="116" y="165"/>
                  </a:cubicBezTo>
                  <a:cubicBezTo>
                    <a:pt x="116" y="163"/>
                    <a:pt x="116" y="160"/>
                    <a:pt x="116" y="158"/>
                  </a:cubicBezTo>
                  <a:cubicBezTo>
                    <a:pt x="116" y="156"/>
                    <a:pt x="117" y="157"/>
                    <a:pt x="119" y="155"/>
                  </a:cubicBezTo>
                  <a:cubicBezTo>
                    <a:pt x="122" y="153"/>
                    <a:pt x="128" y="146"/>
                    <a:pt x="128" y="145"/>
                  </a:cubicBezTo>
                  <a:cubicBezTo>
                    <a:pt x="128" y="142"/>
                    <a:pt x="128" y="140"/>
                    <a:pt x="128" y="137"/>
                  </a:cubicBezTo>
                  <a:cubicBezTo>
                    <a:pt x="128" y="129"/>
                    <a:pt x="121" y="126"/>
                    <a:pt x="116" y="123"/>
                  </a:cubicBezTo>
                  <a:cubicBezTo>
                    <a:pt x="114" y="122"/>
                    <a:pt x="114" y="122"/>
                    <a:pt x="114" y="120"/>
                  </a:cubicBezTo>
                  <a:cubicBezTo>
                    <a:pt x="114" y="116"/>
                    <a:pt x="113" y="111"/>
                    <a:pt x="113" y="107"/>
                  </a:cubicBezTo>
                  <a:cubicBezTo>
                    <a:pt x="113" y="105"/>
                    <a:pt x="113" y="105"/>
                    <a:pt x="112" y="103"/>
                  </a:cubicBezTo>
                  <a:cubicBezTo>
                    <a:pt x="111" y="102"/>
                    <a:pt x="111" y="102"/>
                    <a:pt x="112" y="101"/>
                  </a:cubicBezTo>
                  <a:close/>
                  <a:moveTo>
                    <a:pt x="146" y="78"/>
                  </a:moveTo>
                  <a:cubicBezTo>
                    <a:pt x="151" y="83"/>
                    <a:pt x="153" y="102"/>
                    <a:pt x="154" y="119"/>
                  </a:cubicBezTo>
                  <a:cubicBezTo>
                    <a:pt x="154" y="140"/>
                    <a:pt x="154" y="154"/>
                    <a:pt x="154" y="172"/>
                  </a:cubicBezTo>
                  <a:cubicBezTo>
                    <a:pt x="154" y="189"/>
                    <a:pt x="152" y="215"/>
                    <a:pt x="135" y="215"/>
                  </a:cubicBezTo>
                  <a:cubicBezTo>
                    <a:pt x="135" y="215"/>
                    <a:pt x="135" y="215"/>
                    <a:pt x="134" y="215"/>
                  </a:cubicBezTo>
                  <a:cubicBezTo>
                    <a:pt x="124" y="215"/>
                    <a:pt x="119" y="205"/>
                    <a:pt x="113" y="200"/>
                  </a:cubicBezTo>
                  <a:cubicBezTo>
                    <a:pt x="112" y="198"/>
                    <a:pt x="111" y="200"/>
                    <a:pt x="109" y="200"/>
                  </a:cubicBezTo>
                  <a:cubicBezTo>
                    <a:pt x="104" y="199"/>
                    <a:pt x="101" y="197"/>
                    <a:pt x="101" y="192"/>
                  </a:cubicBezTo>
                  <a:cubicBezTo>
                    <a:pt x="100" y="183"/>
                    <a:pt x="101" y="176"/>
                    <a:pt x="102" y="167"/>
                  </a:cubicBezTo>
                  <a:cubicBezTo>
                    <a:pt x="103" y="165"/>
                    <a:pt x="103" y="165"/>
                    <a:pt x="100" y="165"/>
                  </a:cubicBezTo>
                  <a:cubicBezTo>
                    <a:pt x="99" y="166"/>
                    <a:pt x="98" y="166"/>
                    <a:pt x="95" y="166"/>
                  </a:cubicBezTo>
                  <a:cubicBezTo>
                    <a:pt x="94" y="166"/>
                    <a:pt x="94" y="166"/>
                    <a:pt x="93" y="166"/>
                  </a:cubicBezTo>
                  <a:cubicBezTo>
                    <a:pt x="89" y="166"/>
                    <a:pt x="88" y="163"/>
                    <a:pt x="88" y="159"/>
                  </a:cubicBezTo>
                  <a:cubicBezTo>
                    <a:pt x="88" y="152"/>
                    <a:pt x="95" y="150"/>
                    <a:pt x="95" y="143"/>
                  </a:cubicBezTo>
                  <a:cubicBezTo>
                    <a:pt x="95" y="141"/>
                    <a:pt x="95" y="138"/>
                    <a:pt x="95" y="136"/>
                  </a:cubicBezTo>
                  <a:cubicBezTo>
                    <a:pt x="95" y="132"/>
                    <a:pt x="92" y="130"/>
                    <a:pt x="89" y="128"/>
                  </a:cubicBezTo>
                  <a:cubicBezTo>
                    <a:pt x="86" y="127"/>
                    <a:pt x="86" y="127"/>
                    <a:pt x="84" y="130"/>
                  </a:cubicBezTo>
                  <a:cubicBezTo>
                    <a:pt x="83" y="132"/>
                    <a:pt x="81" y="133"/>
                    <a:pt x="81" y="135"/>
                  </a:cubicBezTo>
                  <a:cubicBezTo>
                    <a:pt x="81" y="135"/>
                    <a:pt x="81" y="136"/>
                    <a:pt x="81" y="137"/>
                  </a:cubicBezTo>
                  <a:cubicBezTo>
                    <a:pt x="81" y="147"/>
                    <a:pt x="86" y="156"/>
                    <a:pt x="86" y="169"/>
                  </a:cubicBezTo>
                  <a:cubicBezTo>
                    <a:pt x="86" y="172"/>
                    <a:pt x="86" y="175"/>
                    <a:pt x="86" y="178"/>
                  </a:cubicBezTo>
                  <a:cubicBezTo>
                    <a:pt x="86" y="184"/>
                    <a:pt x="82" y="190"/>
                    <a:pt x="76" y="191"/>
                  </a:cubicBezTo>
                  <a:cubicBezTo>
                    <a:pt x="75" y="191"/>
                    <a:pt x="73" y="191"/>
                    <a:pt x="72" y="191"/>
                  </a:cubicBezTo>
                  <a:cubicBezTo>
                    <a:pt x="62" y="191"/>
                    <a:pt x="61" y="179"/>
                    <a:pt x="61" y="170"/>
                  </a:cubicBezTo>
                  <a:cubicBezTo>
                    <a:pt x="61" y="164"/>
                    <a:pt x="61" y="159"/>
                    <a:pt x="61" y="153"/>
                  </a:cubicBezTo>
                  <a:cubicBezTo>
                    <a:pt x="61" y="147"/>
                    <a:pt x="65" y="144"/>
                    <a:pt x="66" y="141"/>
                  </a:cubicBezTo>
                  <a:cubicBezTo>
                    <a:pt x="67" y="139"/>
                    <a:pt x="68" y="128"/>
                    <a:pt x="68" y="125"/>
                  </a:cubicBezTo>
                  <a:cubicBezTo>
                    <a:pt x="69" y="119"/>
                    <a:pt x="70" y="115"/>
                    <a:pt x="71" y="109"/>
                  </a:cubicBezTo>
                  <a:cubicBezTo>
                    <a:pt x="72" y="105"/>
                    <a:pt x="72" y="104"/>
                    <a:pt x="73" y="103"/>
                  </a:cubicBezTo>
                  <a:cubicBezTo>
                    <a:pt x="73" y="103"/>
                    <a:pt x="73" y="103"/>
                    <a:pt x="74" y="102"/>
                  </a:cubicBezTo>
                  <a:cubicBezTo>
                    <a:pt x="78" y="101"/>
                    <a:pt x="79" y="100"/>
                    <a:pt x="78" y="105"/>
                  </a:cubicBezTo>
                  <a:cubicBezTo>
                    <a:pt x="78" y="109"/>
                    <a:pt x="78" y="114"/>
                    <a:pt x="78" y="118"/>
                  </a:cubicBezTo>
                  <a:cubicBezTo>
                    <a:pt x="78" y="120"/>
                    <a:pt x="77" y="122"/>
                    <a:pt x="80" y="120"/>
                  </a:cubicBezTo>
                  <a:cubicBezTo>
                    <a:pt x="85" y="116"/>
                    <a:pt x="93" y="103"/>
                    <a:pt x="96" y="100"/>
                  </a:cubicBezTo>
                  <a:cubicBezTo>
                    <a:pt x="102" y="94"/>
                    <a:pt x="110" y="87"/>
                    <a:pt x="118" y="83"/>
                  </a:cubicBezTo>
                  <a:cubicBezTo>
                    <a:pt x="125" y="79"/>
                    <a:pt x="136" y="72"/>
                    <a:pt x="14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69" name="i$lïḋê">
              <a:extLst>
                <a:ext uri="{FF2B5EF4-FFF2-40B4-BE49-F238E27FC236}">
                  <a16:creationId xmlns:a16="http://schemas.microsoft.com/office/drawing/2014/main" id="{16ADA0E2-5894-2D66-80F1-AC43559BC76F}"/>
                </a:ext>
              </a:extLst>
            </p:cNvPr>
            <p:cNvSpPr/>
            <p:nvPr/>
          </p:nvSpPr>
          <p:spPr bwMode="auto">
            <a:xfrm>
              <a:off x="7853363" y="2755901"/>
              <a:ext cx="696913" cy="808038"/>
            </a:xfrm>
            <a:custGeom>
              <a:avLst/>
              <a:gdLst>
                <a:gd name="T0" fmla="*/ 166 w 211"/>
                <a:gd name="T1" fmla="*/ 176 h 245"/>
                <a:gd name="T2" fmla="*/ 119 w 211"/>
                <a:gd name="T3" fmla="*/ 144 h 245"/>
                <a:gd name="T4" fmla="*/ 133 w 211"/>
                <a:gd name="T5" fmla="*/ 115 h 245"/>
                <a:gd name="T6" fmla="*/ 179 w 211"/>
                <a:gd name="T7" fmla="*/ 92 h 245"/>
                <a:gd name="T8" fmla="*/ 158 w 211"/>
                <a:gd name="T9" fmla="*/ 69 h 245"/>
                <a:gd name="T10" fmla="*/ 147 w 211"/>
                <a:gd name="T11" fmla="*/ 77 h 245"/>
                <a:gd name="T12" fmla="*/ 146 w 211"/>
                <a:gd name="T13" fmla="*/ 75 h 245"/>
                <a:gd name="T14" fmla="*/ 163 w 211"/>
                <a:gd name="T15" fmla="*/ 28 h 245"/>
                <a:gd name="T16" fmla="*/ 164 w 211"/>
                <a:gd name="T17" fmla="*/ 17 h 245"/>
                <a:gd name="T18" fmla="*/ 148 w 211"/>
                <a:gd name="T19" fmla="*/ 1 h 245"/>
                <a:gd name="T20" fmla="*/ 137 w 211"/>
                <a:gd name="T21" fmla="*/ 6 h 245"/>
                <a:gd name="T22" fmla="*/ 136 w 211"/>
                <a:gd name="T23" fmla="*/ 19 h 245"/>
                <a:gd name="T24" fmla="*/ 133 w 211"/>
                <a:gd name="T25" fmla="*/ 30 h 245"/>
                <a:gd name="T26" fmla="*/ 131 w 211"/>
                <a:gd name="T27" fmla="*/ 36 h 245"/>
                <a:gd name="T28" fmla="*/ 118 w 211"/>
                <a:gd name="T29" fmla="*/ 79 h 245"/>
                <a:gd name="T30" fmla="*/ 84 w 211"/>
                <a:gd name="T31" fmla="*/ 98 h 245"/>
                <a:gd name="T32" fmla="*/ 65 w 211"/>
                <a:gd name="T33" fmla="*/ 97 h 245"/>
                <a:gd name="T34" fmla="*/ 61 w 211"/>
                <a:gd name="T35" fmla="*/ 102 h 245"/>
                <a:gd name="T36" fmla="*/ 83 w 211"/>
                <a:gd name="T37" fmla="*/ 120 h 245"/>
                <a:gd name="T38" fmla="*/ 99 w 211"/>
                <a:gd name="T39" fmla="*/ 120 h 245"/>
                <a:gd name="T40" fmla="*/ 5 w 211"/>
                <a:gd name="T41" fmla="*/ 237 h 245"/>
                <a:gd name="T42" fmla="*/ 9 w 211"/>
                <a:gd name="T43" fmla="*/ 245 h 245"/>
                <a:gd name="T44" fmla="*/ 68 w 211"/>
                <a:gd name="T45" fmla="*/ 205 h 245"/>
                <a:gd name="T46" fmla="*/ 111 w 211"/>
                <a:gd name="T47" fmla="*/ 153 h 245"/>
                <a:gd name="T48" fmla="*/ 162 w 211"/>
                <a:gd name="T49" fmla="*/ 214 h 245"/>
                <a:gd name="T50" fmla="*/ 170 w 211"/>
                <a:gd name="T51" fmla="*/ 214 h 245"/>
                <a:gd name="T52" fmla="*/ 203 w 211"/>
                <a:gd name="T53" fmla="*/ 192 h 245"/>
                <a:gd name="T54" fmla="*/ 203 w 211"/>
                <a:gd name="T55" fmla="*/ 183 h 245"/>
                <a:gd name="T56" fmla="*/ 166 w 211"/>
                <a:gd name="T57" fmla="*/ 176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11" h="245">
                  <a:moveTo>
                    <a:pt x="166" y="176"/>
                  </a:moveTo>
                  <a:cubicBezTo>
                    <a:pt x="159" y="174"/>
                    <a:pt x="119" y="147"/>
                    <a:pt x="119" y="144"/>
                  </a:cubicBezTo>
                  <a:cubicBezTo>
                    <a:pt x="120" y="144"/>
                    <a:pt x="129" y="126"/>
                    <a:pt x="133" y="115"/>
                  </a:cubicBezTo>
                  <a:cubicBezTo>
                    <a:pt x="135" y="97"/>
                    <a:pt x="166" y="105"/>
                    <a:pt x="179" y="92"/>
                  </a:cubicBezTo>
                  <a:cubicBezTo>
                    <a:pt x="186" y="83"/>
                    <a:pt x="167" y="69"/>
                    <a:pt x="158" y="69"/>
                  </a:cubicBezTo>
                  <a:cubicBezTo>
                    <a:pt x="155" y="69"/>
                    <a:pt x="151" y="74"/>
                    <a:pt x="147" y="77"/>
                  </a:cubicBezTo>
                  <a:cubicBezTo>
                    <a:pt x="145" y="79"/>
                    <a:pt x="145" y="77"/>
                    <a:pt x="146" y="75"/>
                  </a:cubicBezTo>
                  <a:cubicBezTo>
                    <a:pt x="149" y="64"/>
                    <a:pt x="160" y="38"/>
                    <a:pt x="163" y="28"/>
                  </a:cubicBezTo>
                  <a:cubicBezTo>
                    <a:pt x="165" y="24"/>
                    <a:pt x="164" y="20"/>
                    <a:pt x="164" y="17"/>
                  </a:cubicBezTo>
                  <a:cubicBezTo>
                    <a:pt x="164" y="14"/>
                    <a:pt x="156" y="5"/>
                    <a:pt x="148" y="1"/>
                  </a:cubicBezTo>
                  <a:cubicBezTo>
                    <a:pt x="144" y="0"/>
                    <a:pt x="138" y="0"/>
                    <a:pt x="137" y="6"/>
                  </a:cubicBezTo>
                  <a:cubicBezTo>
                    <a:pt x="137" y="10"/>
                    <a:pt x="137" y="15"/>
                    <a:pt x="136" y="19"/>
                  </a:cubicBezTo>
                  <a:cubicBezTo>
                    <a:pt x="135" y="24"/>
                    <a:pt x="134" y="24"/>
                    <a:pt x="133" y="30"/>
                  </a:cubicBezTo>
                  <a:cubicBezTo>
                    <a:pt x="133" y="33"/>
                    <a:pt x="132" y="34"/>
                    <a:pt x="131" y="36"/>
                  </a:cubicBezTo>
                  <a:cubicBezTo>
                    <a:pt x="129" y="47"/>
                    <a:pt x="124" y="55"/>
                    <a:pt x="118" y="79"/>
                  </a:cubicBezTo>
                  <a:cubicBezTo>
                    <a:pt x="117" y="88"/>
                    <a:pt x="103" y="94"/>
                    <a:pt x="84" y="98"/>
                  </a:cubicBezTo>
                  <a:cubicBezTo>
                    <a:pt x="77" y="99"/>
                    <a:pt x="69" y="99"/>
                    <a:pt x="65" y="97"/>
                  </a:cubicBezTo>
                  <a:cubicBezTo>
                    <a:pt x="63" y="97"/>
                    <a:pt x="60" y="100"/>
                    <a:pt x="61" y="102"/>
                  </a:cubicBezTo>
                  <a:cubicBezTo>
                    <a:pt x="64" y="109"/>
                    <a:pt x="76" y="120"/>
                    <a:pt x="83" y="120"/>
                  </a:cubicBezTo>
                  <a:cubicBezTo>
                    <a:pt x="88" y="120"/>
                    <a:pt x="94" y="120"/>
                    <a:pt x="99" y="120"/>
                  </a:cubicBezTo>
                  <a:cubicBezTo>
                    <a:pt x="80" y="163"/>
                    <a:pt x="38" y="206"/>
                    <a:pt x="5" y="237"/>
                  </a:cubicBezTo>
                  <a:cubicBezTo>
                    <a:pt x="0" y="242"/>
                    <a:pt x="1" y="245"/>
                    <a:pt x="9" y="245"/>
                  </a:cubicBezTo>
                  <a:cubicBezTo>
                    <a:pt x="15" y="245"/>
                    <a:pt x="61" y="211"/>
                    <a:pt x="68" y="205"/>
                  </a:cubicBezTo>
                  <a:cubicBezTo>
                    <a:pt x="77" y="198"/>
                    <a:pt x="109" y="163"/>
                    <a:pt x="111" y="153"/>
                  </a:cubicBezTo>
                  <a:cubicBezTo>
                    <a:pt x="127" y="157"/>
                    <a:pt x="146" y="214"/>
                    <a:pt x="162" y="214"/>
                  </a:cubicBezTo>
                  <a:cubicBezTo>
                    <a:pt x="164" y="214"/>
                    <a:pt x="167" y="214"/>
                    <a:pt x="170" y="214"/>
                  </a:cubicBezTo>
                  <a:cubicBezTo>
                    <a:pt x="178" y="214"/>
                    <a:pt x="193" y="199"/>
                    <a:pt x="203" y="192"/>
                  </a:cubicBezTo>
                  <a:cubicBezTo>
                    <a:pt x="207" y="190"/>
                    <a:pt x="211" y="183"/>
                    <a:pt x="203" y="183"/>
                  </a:cubicBezTo>
                  <a:cubicBezTo>
                    <a:pt x="189" y="184"/>
                    <a:pt x="182" y="188"/>
                    <a:pt x="166" y="1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0" name="îṣľîďè">
              <a:extLst>
                <a:ext uri="{FF2B5EF4-FFF2-40B4-BE49-F238E27FC236}">
                  <a16:creationId xmlns:a16="http://schemas.microsoft.com/office/drawing/2014/main" id="{F658D91F-3DE9-17DE-BF37-75D09BEE7053}"/>
                </a:ext>
              </a:extLst>
            </p:cNvPr>
            <p:cNvSpPr/>
            <p:nvPr/>
          </p:nvSpPr>
          <p:spPr bwMode="auto">
            <a:xfrm>
              <a:off x="8669338" y="2854326"/>
              <a:ext cx="117475" cy="254000"/>
            </a:xfrm>
            <a:custGeom>
              <a:avLst/>
              <a:gdLst>
                <a:gd name="T0" fmla="*/ 0 w 36"/>
                <a:gd name="T1" fmla="*/ 6 h 77"/>
                <a:gd name="T2" fmla="*/ 11 w 36"/>
                <a:gd name="T3" fmla="*/ 10 h 77"/>
                <a:gd name="T4" fmla="*/ 33 w 36"/>
                <a:gd name="T5" fmla="*/ 49 h 77"/>
                <a:gd name="T6" fmla="*/ 11 w 36"/>
                <a:gd name="T7" fmla="*/ 54 h 77"/>
                <a:gd name="T8" fmla="*/ 0 w 36"/>
                <a:gd name="T9" fmla="*/ 6 h 77"/>
              </a:gdLst>
              <a:ahLst/>
              <a:cxnLst>
                <a:cxn ang="0">
                  <a:pos x="T0" y="T1"/>
                </a:cxn>
                <a:cxn ang="0">
                  <a:pos x="T2" y="T3"/>
                </a:cxn>
                <a:cxn ang="0">
                  <a:pos x="T4" y="T5"/>
                </a:cxn>
                <a:cxn ang="0">
                  <a:pos x="T6" y="T7"/>
                </a:cxn>
                <a:cxn ang="0">
                  <a:pos x="T8" y="T9"/>
                </a:cxn>
              </a:cxnLst>
              <a:rect l="0" t="0" r="r" b="b"/>
              <a:pathLst>
                <a:path w="36" h="77">
                  <a:moveTo>
                    <a:pt x="0" y="6"/>
                  </a:moveTo>
                  <a:cubicBezTo>
                    <a:pt x="1" y="0"/>
                    <a:pt x="5" y="1"/>
                    <a:pt x="11" y="10"/>
                  </a:cubicBezTo>
                  <a:cubicBezTo>
                    <a:pt x="25" y="26"/>
                    <a:pt x="32" y="39"/>
                    <a:pt x="33" y="49"/>
                  </a:cubicBezTo>
                  <a:cubicBezTo>
                    <a:pt x="36" y="67"/>
                    <a:pt x="15" y="77"/>
                    <a:pt x="11" y="54"/>
                  </a:cubicBezTo>
                  <a:cubicBezTo>
                    <a:pt x="8" y="42"/>
                    <a:pt x="3" y="1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1" name="ïṧliḓé">
              <a:extLst>
                <a:ext uri="{FF2B5EF4-FFF2-40B4-BE49-F238E27FC236}">
                  <a16:creationId xmlns:a16="http://schemas.microsoft.com/office/drawing/2014/main" id="{88B29B8F-83BF-1C07-0A56-07490F8A6A33}"/>
                </a:ext>
              </a:extLst>
            </p:cNvPr>
            <p:cNvSpPr/>
            <p:nvPr/>
          </p:nvSpPr>
          <p:spPr bwMode="auto">
            <a:xfrm>
              <a:off x="8605838" y="2536826"/>
              <a:ext cx="712788" cy="1154113"/>
            </a:xfrm>
            <a:custGeom>
              <a:avLst/>
              <a:gdLst>
                <a:gd name="T0" fmla="*/ 36 w 216"/>
                <a:gd name="T1" fmla="*/ 185 h 349"/>
                <a:gd name="T2" fmla="*/ 10 w 216"/>
                <a:gd name="T3" fmla="*/ 220 h 349"/>
                <a:gd name="T4" fmla="*/ 30 w 216"/>
                <a:gd name="T5" fmla="*/ 249 h 349"/>
                <a:gd name="T6" fmla="*/ 49 w 216"/>
                <a:gd name="T7" fmla="*/ 207 h 349"/>
                <a:gd name="T8" fmla="*/ 19 w 216"/>
                <a:gd name="T9" fmla="*/ 237 h 349"/>
                <a:gd name="T10" fmla="*/ 72 w 216"/>
                <a:gd name="T11" fmla="*/ 98 h 349"/>
                <a:gd name="T12" fmla="*/ 88 w 216"/>
                <a:gd name="T13" fmla="*/ 93 h 349"/>
                <a:gd name="T14" fmla="*/ 115 w 216"/>
                <a:gd name="T15" fmla="*/ 27 h 349"/>
                <a:gd name="T16" fmla="*/ 114 w 216"/>
                <a:gd name="T17" fmla="*/ 12 h 349"/>
                <a:gd name="T18" fmla="*/ 144 w 216"/>
                <a:gd name="T19" fmla="*/ 19 h 349"/>
                <a:gd name="T20" fmla="*/ 99 w 216"/>
                <a:gd name="T21" fmla="*/ 72 h 349"/>
                <a:gd name="T22" fmla="*/ 181 w 216"/>
                <a:gd name="T23" fmla="*/ 102 h 349"/>
                <a:gd name="T24" fmla="*/ 196 w 216"/>
                <a:gd name="T25" fmla="*/ 133 h 349"/>
                <a:gd name="T26" fmla="*/ 209 w 216"/>
                <a:gd name="T27" fmla="*/ 160 h 349"/>
                <a:gd name="T28" fmla="*/ 128 w 216"/>
                <a:gd name="T29" fmla="*/ 215 h 349"/>
                <a:gd name="T30" fmla="*/ 108 w 216"/>
                <a:gd name="T31" fmla="*/ 217 h 349"/>
                <a:gd name="T32" fmla="*/ 70 w 216"/>
                <a:gd name="T33" fmla="*/ 211 h 349"/>
                <a:gd name="T34" fmla="*/ 130 w 216"/>
                <a:gd name="T35" fmla="*/ 189 h 349"/>
                <a:gd name="T36" fmla="*/ 117 w 216"/>
                <a:gd name="T37" fmla="*/ 183 h 349"/>
                <a:gd name="T38" fmla="*/ 127 w 216"/>
                <a:gd name="T39" fmla="*/ 176 h 349"/>
                <a:gd name="T40" fmla="*/ 59 w 216"/>
                <a:gd name="T41" fmla="*/ 191 h 349"/>
                <a:gd name="T42" fmla="*/ 111 w 216"/>
                <a:gd name="T43" fmla="*/ 162 h 349"/>
                <a:gd name="T44" fmla="*/ 111 w 216"/>
                <a:gd name="T45" fmla="*/ 147 h 349"/>
                <a:gd name="T46" fmla="*/ 88 w 216"/>
                <a:gd name="T47" fmla="*/ 143 h 349"/>
                <a:gd name="T48" fmla="*/ 45 w 216"/>
                <a:gd name="T49" fmla="*/ 182 h 349"/>
                <a:gd name="T50" fmla="*/ 75 w 216"/>
                <a:gd name="T51" fmla="*/ 128 h 349"/>
                <a:gd name="T52" fmla="*/ 56 w 216"/>
                <a:gd name="T53" fmla="*/ 123 h 349"/>
                <a:gd name="T54" fmla="*/ 43 w 216"/>
                <a:gd name="T55" fmla="*/ 50 h 349"/>
                <a:gd name="T56" fmla="*/ 52 w 216"/>
                <a:gd name="T57" fmla="*/ 157 h 349"/>
                <a:gd name="T58" fmla="*/ 21 w 216"/>
                <a:gd name="T59" fmla="*/ 98 h 349"/>
                <a:gd name="T60" fmla="*/ 29 w 216"/>
                <a:gd name="T61" fmla="*/ 151 h 349"/>
                <a:gd name="T62" fmla="*/ 105 w 216"/>
                <a:gd name="T63" fmla="*/ 254 h 349"/>
                <a:gd name="T64" fmla="*/ 42 w 216"/>
                <a:gd name="T65" fmla="*/ 264 h 349"/>
                <a:gd name="T66" fmla="*/ 132 w 216"/>
                <a:gd name="T67" fmla="*/ 225 h 349"/>
                <a:gd name="T68" fmla="*/ 181 w 216"/>
                <a:gd name="T69" fmla="*/ 226 h 349"/>
                <a:gd name="T70" fmla="*/ 159 w 216"/>
                <a:gd name="T71" fmla="*/ 241 h 349"/>
                <a:gd name="T72" fmla="*/ 137 w 216"/>
                <a:gd name="T73" fmla="*/ 238 h 349"/>
                <a:gd name="T74" fmla="*/ 120 w 216"/>
                <a:gd name="T75" fmla="*/ 349 h 349"/>
                <a:gd name="T76" fmla="*/ 60 w 216"/>
                <a:gd name="T77" fmla="*/ 310 h 349"/>
                <a:gd name="T78" fmla="*/ 84 w 216"/>
                <a:gd name="T79" fmla="*/ 315 h 349"/>
                <a:gd name="T80" fmla="*/ 148 w 216"/>
                <a:gd name="T81" fmla="*/ 118 h 349"/>
                <a:gd name="T82" fmla="*/ 125 w 216"/>
                <a:gd name="T83" fmla="*/ 154 h 349"/>
                <a:gd name="T84" fmla="*/ 180 w 216"/>
                <a:gd name="T85" fmla="*/ 58 h 349"/>
                <a:gd name="T86" fmla="*/ 129 w 216"/>
                <a:gd name="T87" fmla="*/ 70 h 349"/>
                <a:gd name="T88" fmla="*/ 136 w 216"/>
                <a:gd name="T89" fmla="*/ 102 h 349"/>
                <a:gd name="T90" fmla="*/ 120 w 216"/>
                <a:gd name="T91" fmla="*/ 93 h 349"/>
                <a:gd name="T92" fmla="*/ 99 w 216"/>
                <a:gd name="T93" fmla="*/ 123 h 349"/>
                <a:gd name="T94" fmla="*/ 107 w 216"/>
                <a:gd name="T95" fmla="*/ 113 h 349"/>
                <a:gd name="T96" fmla="*/ 136 w 216"/>
                <a:gd name="T97" fmla="*/ 102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6" h="349">
                  <a:moveTo>
                    <a:pt x="15" y="235"/>
                  </a:moveTo>
                  <a:cubicBezTo>
                    <a:pt x="15" y="220"/>
                    <a:pt x="36" y="213"/>
                    <a:pt x="36" y="187"/>
                  </a:cubicBezTo>
                  <a:cubicBezTo>
                    <a:pt x="36" y="186"/>
                    <a:pt x="36" y="186"/>
                    <a:pt x="36" y="185"/>
                  </a:cubicBezTo>
                  <a:cubicBezTo>
                    <a:pt x="36" y="181"/>
                    <a:pt x="34" y="182"/>
                    <a:pt x="30" y="182"/>
                  </a:cubicBezTo>
                  <a:cubicBezTo>
                    <a:pt x="30" y="183"/>
                    <a:pt x="30" y="184"/>
                    <a:pt x="30" y="185"/>
                  </a:cubicBezTo>
                  <a:cubicBezTo>
                    <a:pt x="27" y="197"/>
                    <a:pt x="13" y="209"/>
                    <a:pt x="10" y="220"/>
                  </a:cubicBezTo>
                  <a:cubicBezTo>
                    <a:pt x="8" y="229"/>
                    <a:pt x="0" y="261"/>
                    <a:pt x="13" y="264"/>
                  </a:cubicBezTo>
                  <a:cubicBezTo>
                    <a:pt x="14" y="264"/>
                    <a:pt x="16" y="264"/>
                    <a:pt x="17" y="264"/>
                  </a:cubicBezTo>
                  <a:cubicBezTo>
                    <a:pt x="22" y="264"/>
                    <a:pt x="27" y="253"/>
                    <a:pt x="30" y="249"/>
                  </a:cubicBezTo>
                  <a:cubicBezTo>
                    <a:pt x="33" y="245"/>
                    <a:pt x="35" y="236"/>
                    <a:pt x="37" y="230"/>
                  </a:cubicBezTo>
                  <a:cubicBezTo>
                    <a:pt x="39" y="223"/>
                    <a:pt x="41" y="213"/>
                    <a:pt x="47" y="210"/>
                  </a:cubicBezTo>
                  <a:cubicBezTo>
                    <a:pt x="49" y="209"/>
                    <a:pt x="49" y="209"/>
                    <a:pt x="49" y="207"/>
                  </a:cubicBezTo>
                  <a:cubicBezTo>
                    <a:pt x="49" y="206"/>
                    <a:pt x="48" y="206"/>
                    <a:pt x="48" y="205"/>
                  </a:cubicBezTo>
                  <a:cubicBezTo>
                    <a:pt x="48" y="203"/>
                    <a:pt x="49" y="203"/>
                    <a:pt x="47" y="203"/>
                  </a:cubicBezTo>
                  <a:cubicBezTo>
                    <a:pt x="32" y="205"/>
                    <a:pt x="26" y="227"/>
                    <a:pt x="19" y="237"/>
                  </a:cubicBezTo>
                  <a:cubicBezTo>
                    <a:pt x="16" y="242"/>
                    <a:pt x="16" y="240"/>
                    <a:pt x="15" y="235"/>
                  </a:cubicBezTo>
                  <a:close/>
                  <a:moveTo>
                    <a:pt x="43" y="50"/>
                  </a:moveTo>
                  <a:cubicBezTo>
                    <a:pt x="57" y="72"/>
                    <a:pt x="64" y="82"/>
                    <a:pt x="72" y="98"/>
                  </a:cubicBezTo>
                  <a:cubicBezTo>
                    <a:pt x="73" y="101"/>
                    <a:pt x="73" y="105"/>
                    <a:pt x="73" y="108"/>
                  </a:cubicBezTo>
                  <a:cubicBezTo>
                    <a:pt x="72" y="112"/>
                    <a:pt x="77" y="110"/>
                    <a:pt x="82" y="113"/>
                  </a:cubicBezTo>
                  <a:cubicBezTo>
                    <a:pt x="86" y="105"/>
                    <a:pt x="90" y="97"/>
                    <a:pt x="88" y="93"/>
                  </a:cubicBezTo>
                  <a:cubicBezTo>
                    <a:pt x="85" y="89"/>
                    <a:pt x="78" y="82"/>
                    <a:pt x="78" y="76"/>
                  </a:cubicBezTo>
                  <a:cubicBezTo>
                    <a:pt x="82" y="69"/>
                    <a:pt x="89" y="67"/>
                    <a:pt x="94" y="62"/>
                  </a:cubicBezTo>
                  <a:cubicBezTo>
                    <a:pt x="103" y="56"/>
                    <a:pt x="109" y="34"/>
                    <a:pt x="115" y="27"/>
                  </a:cubicBezTo>
                  <a:cubicBezTo>
                    <a:pt x="116" y="25"/>
                    <a:pt x="116" y="25"/>
                    <a:pt x="116" y="22"/>
                  </a:cubicBezTo>
                  <a:cubicBezTo>
                    <a:pt x="116" y="21"/>
                    <a:pt x="117" y="19"/>
                    <a:pt x="116" y="18"/>
                  </a:cubicBezTo>
                  <a:cubicBezTo>
                    <a:pt x="116" y="14"/>
                    <a:pt x="116" y="15"/>
                    <a:pt x="114" y="12"/>
                  </a:cubicBezTo>
                  <a:cubicBezTo>
                    <a:pt x="113" y="11"/>
                    <a:pt x="112" y="10"/>
                    <a:pt x="112" y="8"/>
                  </a:cubicBezTo>
                  <a:cubicBezTo>
                    <a:pt x="114" y="0"/>
                    <a:pt x="120" y="2"/>
                    <a:pt x="125" y="2"/>
                  </a:cubicBezTo>
                  <a:cubicBezTo>
                    <a:pt x="134" y="5"/>
                    <a:pt x="139" y="14"/>
                    <a:pt x="144" y="19"/>
                  </a:cubicBezTo>
                  <a:cubicBezTo>
                    <a:pt x="148" y="22"/>
                    <a:pt x="149" y="28"/>
                    <a:pt x="146" y="32"/>
                  </a:cubicBezTo>
                  <a:cubicBezTo>
                    <a:pt x="141" y="38"/>
                    <a:pt x="129" y="49"/>
                    <a:pt x="126" y="51"/>
                  </a:cubicBezTo>
                  <a:cubicBezTo>
                    <a:pt x="121" y="55"/>
                    <a:pt x="100" y="68"/>
                    <a:pt x="99" y="72"/>
                  </a:cubicBezTo>
                  <a:cubicBezTo>
                    <a:pt x="100" y="72"/>
                    <a:pt x="143" y="55"/>
                    <a:pt x="148" y="53"/>
                  </a:cubicBezTo>
                  <a:cubicBezTo>
                    <a:pt x="159" y="49"/>
                    <a:pt x="204" y="26"/>
                    <a:pt x="204" y="53"/>
                  </a:cubicBezTo>
                  <a:cubicBezTo>
                    <a:pt x="204" y="64"/>
                    <a:pt x="185" y="92"/>
                    <a:pt x="181" y="102"/>
                  </a:cubicBezTo>
                  <a:cubicBezTo>
                    <a:pt x="174" y="118"/>
                    <a:pt x="160" y="132"/>
                    <a:pt x="153" y="146"/>
                  </a:cubicBezTo>
                  <a:cubicBezTo>
                    <a:pt x="158" y="145"/>
                    <a:pt x="175" y="140"/>
                    <a:pt x="181" y="137"/>
                  </a:cubicBezTo>
                  <a:cubicBezTo>
                    <a:pt x="189" y="135"/>
                    <a:pt x="183" y="133"/>
                    <a:pt x="196" y="133"/>
                  </a:cubicBezTo>
                  <a:cubicBezTo>
                    <a:pt x="203" y="134"/>
                    <a:pt x="209" y="133"/>
                    <a:pt x="216" y="133"/>
                  </a:cubicBezTo>
                  <a:cubicBezTo>
                    <a:pt x="216" y="139"/>
                    <a:pt x="216" y="146"/>
                    <a:pt x="216" y="151"/>
                  </a:cubicBezTo>
                  <a:cubicBezTo>
                    <a:pt x="214" y="155"/>
                    <a:pt x="211" y="158"/>
                    <a:pt x="209" y="160"/>
                  </a:cubicBezTo>
                  <a:cubicBezTo>
                    <a:pt x="206" y="162"/>
                    <a:pt x="204" y="164"/>
                    <a:pt x="201" y="167"/>
                  </a:cubicBezTo>
                  <a:cubicBezTo>
                    <a:pt x="190" y="180"/>
                    <a:pt x="156" y="189"/>
                    <a:pt x="141" y="187"/>
                  </a:cubicBezTo>
                  <a:cubicBezTo>
                    <a:pt x="148" y="199"/>
                    <a:pt x="135" y="210"/>
                    <a:pt x="128" y="215"/>
                  </a:cubicBezTo>
                  <a:cubicBezTo>
                    <a:pt x="120" y="220"/>
                    <a:pt x="116" y="224"/>
                    <a:pt x="104" y="230"/>
                  </a:cubicBezTo>
                  <a:cubicBezTo>
                    <a:pt x="101" y="232"/>
                    <a:pt x="96" y="231"/>
                    <a:pt x="100" y="226"/>
                  </a:cubicBezTo>
                  <a:cubicBezTo>
                    <a:pt x="103" y="223"/>
                    <a:pt x="114" y="214"/>
                    <a:pt x="108" y="217"/>
                  </a:cubicBezTo>
                  <a:cubicBezTo>
                    <a:pt x="103" y="217"/>
                    <a:pt x="91" y="227"/>
                    <a:pt x="87" y="227"/>
                  </a:cubicBezTo>
                  <a:cubicBezTo>
                    <a:pt x="77" y="227"/>
                    <a:pt x="69" y="224"/>
                    <a:pt x="67" y="215"/>
                  </a:cubicBezTo>
                  <a:cubicBezTo>
                    <a:pt x="66" y="211"/>
                    <a:pt x="66" y="211"/>
                    <a:pt x="70" y="211"/>
                  </a:cubicBezTo>
                  <a:cubicBezTo>
                    <a:pt x="81" y="211"/>
                    <a:pt x="93" y="206"/>
                    <a:pt x="100" y="203"/>
                  </a:cubicBezTo>
                  <a:cubicBezTo>
                    <a:pt x="110" y="199"/>
                    <a:pt x="114" y="192"/>
                    <a:pt x="128" y="190"/>
                  </a:cubicBezTo>
                  <a:cubicBezTo>
                    <a:pt x="129" y="190"/>
                    <a:pt x="130" y="190"/>
                    <a:pt x="130" y="189"/>
                  </a:cubicBezTo>
                  <a:cubicBezTo>
                    <a:pt x="130" y="187"/>
                    <a:pt x="129" y="187"/>
                    <a:pt x="127" y="188"/>
                  </a:cubicBezTo>
                  <a:cubicBezTo>
                    <a:pt x="123" y="188"/>
                    <a:pt x="120" y="188"/>
                    <a:pt x="116" y="188"/>
                  </a:cubicBezTo>
                  <a:cubicBezTo>
                    <a:pt x="113" y="188"/>
                    <a:pt x="112" y="183"/>
                    <a:pt x="117" y="183"/>
                  </a:cubicBezTo>
                  <a:cubicBezTo>
                    <a:pt x="145" y="182"/>
                    <a:pt x="186" y="160"/>
                    <a:pt x="180" y="151"/>
                  </a:cubicBezTo>
                  <a:cubicBezTo>
                    <a:pt x="170" y="153"/>
                    <a:pt x="151" y="165"/>
                    <a:pt x="141" y="167"/>
                  </a:cubicBezTo>
                  <a:cubicBezTo>
                    <a:pt x="135" y="168"/>
                    <a:pt x="133" y="176"/>
                    <a:pt x="127" y="176"/>
                  </a:cubicBezTo>
                  <a:cubicBezTo>
                    <a:pt x="121" y="176"/>
                    <a:pt x="119" y="173"/>
                    <a:pt x="116" y="173"/>
                  </a:cubicBezTo>
                  <a:cubicBezTo>
                    <a:pt x="104" y="175"/>
                    <a:pt x="85" y="191"/>
                    <a:pt x="64" y="195"/>
                  </a:cubicBezTo>
                  <a:cubicBezTo>
                    <a:pt x="57" y="196"/>
                    <a:pt x="53" y="197"/>
                    <a:pt x="59" y="191"/>
                  </a:cubicBezTo>
                  <a:cubicBezTo>
                    <a:pt x="61" y="188"/>
                    <a:pt x="64" y="187"/>
                    <a:pt x="68" y="185"/>
                  </a:cubicBezTo>
                  <a:cubicBezTo>
                    <a:pt x="77" y="180"/>
                    <a:pt x="101" y="167"/>
                    <a:pt x="105" y="164"/>
                  </a:cubicBezTo>
                  <a:cubicBezTo>
                    <a:pt x="111" y="162"/>
                    <a:pt x="111" y="162"/>
                    <a:pt x="111" y="162"/>
                  </a:cubicBezTo>
                  <a:cubicBezTo>
                    <a:pt x="111" y="162"/>
                    <a:pt x="112" y="161"/>
                    <a:pt x="112" y="161"/>
                  </a:cubicBezTo>
                  <a:cubicBezTo>
                    <a:pt x="112" y="161"/>
                    <a:pt x="112" y="161"/>
                    <a:pt x="112" y="161"/>
                  </a:cubicBezTo>
                  <a:cubicBezTo>
                    <a:pt x="112" y="157"/>
                    <a:pt x="111" y="152"/>
                    <a:pt x="111" y="147"/>
                  </a:cubicBezTo>
                  <a:cubicBezTo>
                    <a:pt x="105" y="149"/>
                    <a:pt x="107" y="152"/>
                    <a:pt x="100" y="152"/>
                  </a:cubicBezTo>
                  <a:cubicBezTo>
                    <a:pt x="99" y="152"/>
                    <a:pt x="99" y="152"/>
                    <a:pt x="98" y="152"/>
                  </a:cubicBezTo>
                  <a:cubicBezTo>
                    <a:pt x="92" y="152"/>
                    <a:pt x="89" y="148"/>
                    <a:pt x="88" y="143"/>
                  </a:cubicBezTo>
                  <a:cubicBezTo>
                    <a:pt x="80" y="143"/>
                    <a:pt x="77" y="157"/>
                    <a:pt x="71" y="163"/>
                  </a:cubicBezTo>
                  <a:cubicBezTo>
                    <a:pt x="63" y="172"/>
                    <a:pt x="52" y="181"/>
                    <a:pt x="48" y="183"/>
                  </a:cubicBezTo>
                  <a:cubicBezTo>
                    <a:pt x="47" y="183"/>
                    <a:pt x="46" y="183"/>
                    <a:pt x="45" y="182"/>
                  </a:cubicBezTo>
                  <a:cubicBezTo>
                    <a:pt x="43" y="182"/>
                    <a:pt x="44" y="182"/>
                    <a:pt x="44" y="180"/>
                  </a:cubicBezTo>
                  <a:cubicBezTo>
                    <a:pt x="45" y="178"/>
                    <a:pt x="45" y="176"/>
                    <a:pt x="46" y="176"/>
                  </a:cubicBezTo>
                  <a:cubicBezTo>
                    <a:pt x="59" y="161"/>
                    <a:pt x="76" y="129"/>
                    <a:pt x="75" y="128"/>
                  </a:cubicBezTo>
                  <a:cubicBezTo>
                    <a:pt x="69" y="122"/>
                    <a:pt x="69" y="122"/>
                    <a:pt x="69" y="122"/>
                  </a:cubicBezTo>
                  <a:cubicBezTo>
                    <a:pt x="65" y="126"/>
                    <a:pt x="61" y="127"/>
                    <a:pt x="57" y="124"/>
                  </a:cubicBezTo>
                  <a:cubicBezTo>
                    <a:pt x="56" y="124"/>
                    <a:pt x="56" y="123"/>
                    <a:pt x="56" y="123"/>
                  </a:cubicBezTo>
                  <a:cubicBezTo>
                    <a:pt x="53" y="121"/>
                    <a:pt x="51" y="117"/>
                    <a:pt x="50" y="112"/>
                  </a:cubicBezTo>
                  <a:cubicBezTo>
                    <a:pt x="49" y="90"/>
                    <a:pt x="37" y="66"/>
                    <a:pt x="33" y="49"/>
                  </a:cubicBezTo>
                  <a:cubicBezTo>
                    <a:pt x="31" y="41"/>
                    <a:pt x="34" y="38"/>
                    <a:pt x="43" y="50"/>
                  </a:cubicBezTo>
                  <a:close/>
                  <a:moveTo>
                    <a:pt x="29" y="151"/>
                  </a:moveTo>
                  <a:cubicBezTo>
                    <a:pt x="32" y="156"/>
                    <a:pt x="31" y="160"/>
                    <a:pt x="38" y="162"/>
                  </a:cubicBezTo>
                  <a:cubicBezTo>
                    <a:pt x="47" y="164"/>
                    <a:pt x="46" y="158"/>
                    <a:pt x="52" y="157"/>
                  </a:cubicBezTo>
                  <a:cubicBezTo>
                    <a:pt x="52" y="154"/>
                    <a:pt x="52" y="151"/>
                    <a:pt x="52" y="148"/>
                  </a:cubicBezTo>
                  <a:cubicBezTo>
                    <a:pt x="52" y="132"/>
                    <a:pt x="40" y="122"/>
                    <a:pt x="37" y="112"/>
                  </a:cubicBezTo>
                  <a:cubicBezTo>
                    <a:pt x="33" y="109"/>
                    <a:pt x="26" y="98"/>
                    <a:pt x="21" y="98"/>
                  </a:cubicBezTo>
                  <a:cubicBezTo>
                    <a:pt x="15" y="98"/>
                    <a:pt x="25" y="128"/>
                    <a:pt x="25" y="135"/>
                  </a:cubicBezTo>
                  <a:cubicBezTo>
                    <a:pt x="26" y="135"/>
                    <a:pt x="27" y="135"/>
                    <a:pt x="28" y="135"/>
                  </a:cubicBezTo>
                  <a:cubicBezTo>
                    <a:pt x="28" y="140"/>
                    <a:pt x="28" y="145"/>
                    <a:pt x="29" y="151"/>
                  </a:cubicBezTo>
                  <a:close/>
                  <a:moveTo>
                    <a:pt x="108" y="321"/>
                  </a:moveTo>
                  <a:cubicBezTo>
                    <a:pt x="109" y="302"/>
                    <a:pt x="109" y="280"/>
                    <a:pt x="108" y="260"/>
                  </a:cubicBezTo>
                  <a:cubicBezTo>
                    <a:pt x="108" y="257"/>
                    <a:pt x="107" y="256"/>
                    <a:pt x="105" y="254"/>
                  </a:cubicBezTo>
                  <a:cubicBezTo>
                    <a:pt x="103" y="253"/>
                    <a:pt x="103" y="254"/>
                    <a:pt x="101" y="255"/>
                  </a:cubicBezTo>
                  <a:cubicBezTo>
                    <a:pt x="89" y="262"/>
                    <a:pt x="68" y="274"/>
                    <a:pt x="57" y="274"/>
                  </a:cubicBezTo>
                  <a:cubicBezTo>
                    <a:pt x="49" y="274"/>
                    <a:pt x="44" y="271"/>
                    <a:pt x="42" y="264"/>
                  </a:cubicBezTo>
                  <a:cubicBezTo>
                    <a:pt x="42" y="260"/>
                    <a:pt x="41" y="259"/>
                    <a:pt x="44" y="258"/>
                  </a:cubicBezTo>
                  <a:cubicBezTo>
                    <a:pt x="71" y="252"/>
                    <a:pt x="80" y="249"/>
                    <a:pt x="103" y="237"/>
                  </a:cubicBezTo>
                  <a:cubicBezTo>
                    <a:pt x="110" y="233"/>
                    <a:pt x="122" y="226"/>
                    <a:pt x="132" y="225"/>
                  </a:cubicBezTo>
                  <a:cubicBezTo>
                    <a:pt x="148" y="224"/>
                    <a:pt x="146" y="216"/>
                    <a:pt x="159" y="215"/>
                  </a:cubicBezTo>
                  <a:cubicBezTo>
                    <a:pt x="163" y="214"/>
                    <a:pt x="166" y="216"/>
                    <a:pt x="171" y="216"/>
                  </a:cubicBezTo>
                  <a:cubicBezTo>
                    <a:pt x="175" y="216"/>
                    <a:pt x="181" y="221"/>
                    <a:pt x="181" y="226"/>
                  </a:cubicBezTo>
                  <a:cubicBezTo>
                    <a:pt x="181" y="227"/>
                    <a:pt x="181" y="227"/>
                    <a:pt x="181" y="228"/>
                  </a:cubicBezTo>
                  <a:cubicBezTo>
                    <a:pt x="181" y="237"/>
                    <a:pt x="173" y="238"/>
                    <a:pt x="165" y="239"/>
                  </a:cubicBezTo>
                  <a:cubicBezTo>
                    <a:pt x="163" y="240"/>
                    <a:pt x="161" y="240"/>
                    <a:pt x="159" y="241"/>
                  </a:cubicBezTo>
                  <a:cubicBezTo>
                    <a:pt x="148" y="246"/>
                    <a:pt x="133" y="248"/>
                    <a:pt x="129" y="250"/>
                  </a:cubicBezTo>
                  <a:cubicBezTo>
                    <a:pt x="129" y="249"/>
                    <a:pt x="129" y="248"/>
                    <a:pt x="129" y="247"/>
                  </a:cubicBezTo>
                  <a:cubicBezTo>
                    <a:pt x="131" y="244"/>
                    <a:pt x="138" y="241"/>
                    <a:pt x="137" y="238"/>
                  </a:cubicBezTo>
                  <a:cubicBezTo>
                    <a:pt x="136" y="237"/>
                    <a:pt x="120" y="246"/>
                    <a:pt x="113" y="250"/>
                  </a:cubicBezTo>
                  <a:cubicBezTo>
                    <a:pt x="132" y="265"/>
                    <a:pt x="133" y="297"/>
                    <a:pt x="133" y="318"/>
                  </a:cubicBezTo>
                  <a:cubicBezTo>
                    <a:pt x="133" y="326"/>
                    <a:pt x="125" y="349"/>
                    <a:pt x="120" y="349"/>
                  </a:cubicBezTo>
                  <a:cubicBezTo>
                    <a:pt x="116" y="349"/>
                    <a:pt x="112" y="349"/>
                    <a:pt x="109" y="349"/>
                  </a:cubicBezTo>
                  <a:cubicBezTo>
                    <a:pt x="99" y="349"/>
                    <a:pt x="89" y="335"/>
                    <a:pt x="83" y="330"/>
                  </a:cubicBezTo>
                  <a:cubicBezTo>
                    <a:pt x="78" y="326"/>
                    <a:pt x="60" y="317"/>
                    <a:pt x="60" y="310"/>
                  </a:cubicBezTo>
                  <a:cubicBezTo>
                    <a:pt x="60" y="307"/>
                    <a:pt x="59" y="306"/>
                    <a:pt x="63" y="307"/>
                  </a:cubicBezTo>
                  <a:cubicBezTo>
                    <a:pt x="66" y="308"/>
                    <a:pt x="67" y="310"/>
                    <a:pt x="70" y="312"/>
                  </a:cubicBezTo>
                  <a:cubicBezTo>
                    <a:pt x="74" y="314"/>
                    <a:pt x="78" y="314"/>
                    <a:pt x="84" y="315"/>
                  </a:cubicBezTo>
                  <a:cubicBezTo>
                    <a:pt x="91" y="316"/>
                    <a:pt x="101" y="323"/>
                    <a:pt x="108" y="321"/>
                  </a:cubicBezTo>
                  <a:close/>
                  <a:moveTo>
                    <a:pt x="156" y="99"/>
                  </a:moveTo>
                  <a:cubicBezTo>
                    <a:pt x="157" y="108"/>
                    <a:pt x="152" y="118"/>
                    <a:pt x="148" y="118"/>
                  </a:cubicBezTo>
                  <a:cubicBezTo>
                    <a:pt x="143" y="119"/>
                    <a:pt x="138" y="122"/>
                    <a:pt x="134" y="126"/>
                  </a:cubicBezTo>
                  <a:cubicBezTo>
                    <a:pt x="128" y="130"/>
                    <a:pt x="123" y="132"/>
                    <a:pt x="118" y="138"/>
                  </a:cubicBezTo>
                  <a:cubicBezTo>
                    <a:pt x="120" y="143"/>
                    <a:pt x="122" y="148"/>
                    <a:pt x="125" y="154"/>
                  </a:cubicBezTo>
                  <a:cubicBezTo>
                    <a:pt x="127" y="157"/>
                    <a:pt x="136" y="143"/>
                    <a:pt x="139" y="139"/>
                  </a:cubicBezTo>
                  <a:cubicBezTo>
                    <a:pt x="140" y="138"/>
                    <a:pt x="141" y="136"/>
                    <a:pt x="142" y="134"/>
                  </a:cubicBezTo>
                  <a:cubicBezTo>
                    <a:pt x="159" y="110"/>
                    <a:pt x="168" y="84"/>
                    <a:pt x="180" y="58"/>
                  </a:cubicBezTo>
                  <a:cubicBezTo>
                    <a:pt x="185" y="45"/>
                    <a:pt x="168" y="55"/>
                    <a:pt x="159" y="58"/>
                  </a:cubicBezTo>
                  <a:cubicBezTo>
                    <a:pt x="151" y="61"/>
                    <a:pt x="139" y="68"/>
                    <a:pt x="130" y="69"/>
                  </a:cubicBezTo>
                  <a:cubicBezTo>
                    <a:pt x="129" y="69"/>
                    <a:pt x="129" y="70"/>
                    <a:pt x="129" y="70"/>
                  </a:cubicBezTo>
                  <a:cubicBezTo>
                    <a:pt x="130" y="71"/>
                    <a:pt x="129" y="71"/>
                    <a:pt x="130" y="71"/>
                  </a:cubicBezTo>
                  <a:cubicBezTo>
                    <a:pt x="140" y="77"/>
                    <a:pt x="151" y="88"/>
                    <a:pt x="156" y="99"/>
                  </a:cubicBezTo>
                  <a:close/>
                  <a:moveTo>
                    <a:pt x="136" y="102"/>
                  </a:moveTo>
                  <a:cubicBezTo>
                    <a:pt x="136" y="95"/>
                    <a:pt x="123" y="78"/>
                    <a:pt x="122" y="73"/>
                  </a:cubicBezTo>
                  <a:cubicBezTo>
                    <a:pt x="119" y="73"/>
                    <a:pt x="115" y="74"/>
                    <a:pt x="112" y="75"/>
                  </a:cubicBezTo>
                  <a:cubicBezTo>
                    <a:pt x="114" y="82"/>
                    <a:pt x="122" y="86"/>
                    <a:pt x="120" y="93"/>
                  </a:cubicBezTo>
                  <a:cubicBezTo>
                    <a:pt x="120" y="96"/>
                    <a:pt x="115" y="103"/>
                    <a:pt x="113" y="103"/>
                  </a:cubicBezTo>
                  <a:cubicBezTo>
                    <a:pt x="111" y="103"/>
                    <a:pt x="111" y="103"/>
                    <a:pt x="109" y="106"/>
                  </a:cubicBezTo>
                  <a:cubicBezTo>
                    <a:pt x="105" y="112"/>
                    <a:pt x="99" y="118"/>
                    <a:pt x="99" y="123"/>
                  </a:cubicBezTo>
                  <a:cubicBezTo>
                    <a:pt x="102" y="125"/>
                    <a:pt x="104" y="127"/>
                    <a:pt x="105" y="129"/>
                  </a:cubicBezTo>
                  <a:cubicBezTo>
                    <a:pt x="107" y="131"/>
                    <a:pt x="107" y="130"/>
                    <a:pt x="107" y="128"/>
                  </a:cubicBezTo>
                  <a:cubicBezTo>
                    <a:pt x="107" y="123"/>
                    <a:pt x="107" y="118"/>
                    <a:pt x="107" y="113"/>
                  </a:cubicBezTo>
                  <a:cubicBezTo>
                    <a:pt x="107" y="109"/>
                    <a:pt x="111" y="112"/>
                    <a:pt x="111" y="114"/>
                  </a:cubicBezTo>
                  <a:cubicBezTo>
                    <a:pt x="112" y="116"/>
                    <a:pt x="113" y="125"/>
                    <a:pt x="115" y="125"/>
                  </a:cubicBezTo>
                  <a:cubicBezTo>
                    <a:pt x="119" y="122"/>
                    <a:pt x="136" y="107"/>
                    <a:pt x="13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2" name="ïṩļiḓe">
              <a:extLst>
                <a:ext uri="{FF2B5EF4-FFF2-40B4-BE49-F238E27FC236}">
                  <a16:creationId xmlns:a16="http://schemas.microsoft.com/office/drawing/2014/main" id="{F21B7382-9C2D-E932-3E24-CD0F64DDF5D4}"/>
                </a:ext>
              </a:extLst>
            </p:cNvPr>
            <p:cNvSpPr/>
            <p:nvPr/>
          </p:nvSpPr>
          <p:spPr bwMode="auto">
            <a:xfrm>
              <a:off x="3209925" y="2844801"/>
              <a:ext cx="1184275" cy="1173163"/>
            </a:xfrm>
            <a:custGeom>
              <a:avLst/>
              <a:gdLst>
                <a:gd name="T0" fmla="*/ 217 w 359"/>
                <a:gd name="T1" fmla="*/ 4 h 355"/>
                <a:gd name="T2" fmla="*/ 234 w 359"/>
                <a:gd name="T3" fmla="*/ 29 h 355"/>
                <a:gd name="T4" fmla="*/ 260 w 359"/>
                <a:gd name="T5" fmla="*/ 19 h 355"/>
                <a:gd name="T6" fmla="*/ 270 w 359"/>
                <a:gd name="T7" fmla="*/ 48 h 355"/>
                <a:gd name="T8" fmla="*/ 299 w 359"/>
                <a:gd name="T9" fmla="*/ 46 h 355"/>
                <a:gd name="T10" fmla="*/ 301 w 359"/>
                <a:gd name="T11" fmla="*/ 76 h 355"/>
                <a:gd name="T12" fmla="*/ 330 w 359"/>
                <a:gd name="T13" fmla="*/ 81 h 355"/>
                <a:gd name="T14" fmla="*/ 324 w 359"/>
                <a:gd name="T15" fmla="*/ 110 h 355"/>
                <a:gd name="T16" fmla="*/ 350 w 359"/>
                <a:gd name="T17" fmla="*/ 123 h 355"/>
                <a:gd name="T18" fmla="*/ 337 w 359"/>
                <a:gd name="T19" fmla="*/ 150 h 355"/>
                <a:gd name="T20" fmla="*/ 359 w 359"/>
                <a:gd name="T21" fmla="*/ 172 h 355"/>
                <a:gd name="T22" fmla="*/ 338 w 359"/>
                <a:gd name="T23" fmla="*/ 194 h 355"/>
                <a:gd name="T24" fmla="*/ 335 w 359"/>
                <a:gd name="T25" fmla="*/ 213 h 355"/>
                <a:gd name="T26" fmla="*/ 348 w 359"/>
                <a:gd name="T27" fmla="*/ 240 h 355"/>
                <a:gd name="T28" fmla="*/ 321 w 359"/>
                <a:gd name="T29" fmla="*/ 251 h 355"/>
                <a:gd name="T30" fmla="*/ 326 w 359"/>
                <a:gd name="T31" fmla="*/ 281 h 355"/>
                <a:gd name="T32" fmla="*/ 296 w 359"/>
                <a:gd name="T33" fmla="*/ 285 h 355"/>
                <a:gd name="T34" fmla="*/ 293 w 359"/>
                <a:gd name="T35" fmla="*/ 315 h 355"/>
                <a:gd name="T36" fmla="*/ 271 w 359"/>
                <a:gd name="T37" fmla="*/ 307 h 355"/>
                <a:gd name="T38" fmla="*/ 261 w 359"/>
                <a:gd name="T39" fmla="*/ 337 h 355"/>
                <a:gd name="T40" fmla="*/ 234 w 359"/>
                <a:gd name="T41" fmla="*/ 327 h 355"/>
                <a:gd name="T42" fmla="*/ 217 w 359"/>
                <a:gd name="T43" fmla="*/ 352 h 355"/>
                <a:gd name="T44" fmla="*/ 193 w 359"/>
                <a:gd name="T45" fmla="*/ 336 h 355"/>
                <a:gd name="T46" fmla="*/ 170 w 359"/>
                <a:gd name="T47" fmla="*/ 355 h 355"/>
                <a:gd name="T48" fmla="*/ 151 w 359"/>
                <a:gd name="T49" fmla="*/ 334 h 355"/>
                <a:gd name="T50" fmla="*/ 123 w 359"/>
                <a:gd name="T51" fmla="*/ 347 h 355"/>
                <a:gd name="T52" fmla="*/ 109 w 359"/>
                <a:gd name="T53" fmla="*/ 319 h 355"/>
                <a:gd name="T54" fmla="*/ 78 w 359"/>
                <a:gd name="T55" fmla="*/ 325 h 355"/>
                <a:gd name="T56" fmla="*/ 83 w 359"/>
                <a:gd name="T57" fmla="*/ 303 h 355"/>
                <a:gd name="T58" fmla="*/ 59 w 359"/>
                <a:gd name="T59" fmla="*/ 310 h 355"/>
                <a:gd name="T60" fmla="*/ 58 w 359"/>
                <a:gd name="T61" fmla="*/ 280 h 355"/>
                <a:gd name="T62" fmla="*/ 29 w 359"/>
                <a:gd name="T63" fmla="*/ 274 h 355"/>
                <a:gd name="T64" fmla="*/ 35 w 359"/>
                <a:gd name="T65" fmla="*/ 245 h 355"/>
                <a:gd name="T66" fmla="*/ 9 w 359"/>
                <a:gd name="T67" fmla="*/ 232 h 355"/>
                <a:gd name="T68" fmla="*/ 3 w 359"/>
                <a:gd name="T69" fmla="*/ 211 h 355"/>
                <a:gd name="T70" fmla="*/ 22 w 359"/>
                <a:gd name="T71" fmla="*/ 206 h 355"/>
                <a:gd name="T72" fmla="*/ 20 w 359"/>
                <a:gd name="T73" fmla="*/ 191 h 355"/>
                <a:gd name="T74" fmla="*/ 0 w 359"/>
                <a:gd name="T75" fmla="*/ 178 h 355"/>
                <a:gd name="T76" fmla="*/ 20 w 359"/>
                <a:gd name="T77" fmla="*/ 168 h 355"/>
                <a:gd name="T78" fmla="*/ 3 w 359"/>
                <a:gd name="T79" fmla="*/ 145 h 355"/>
                <a:gd name="T80" fmla="*/ 28 w 359"/>
                <a:gd name="T81" fmla="*/ 128 h 355"/>
                <a:gd name="T82" fmla="*/ 18 w 359"/>
                <a:gd name="T83" fmla="*/ 101 h 355"/>
                <a:gd name="T84" fmla="*/ 46 w 359"/>
                <a:gd name="T85" fmla="*/ 91 h 355"/>
                <a:gd name="T86" fmla="*/ 43 w 359"/>
                <a:gd name="T87" fmla="*/ 61 h 355"/>
                <a:gd name="T88" fmla="*/ 59 w 359"/>
                <a:gd name="T89" fmla="*/ 45 h 355"/>
                <a:gd name="T90" fmla="*/ 86 w 359"/>
                <a:gd name="T91" fmla="*/ 51 h 355"/>
                <a:gd name="T92" fmla="*/ 81 w 359"/>
                <a:gd name="T93" fmla="*/ 28 h 355"/>
                <a:gd name="T94" fmla="*/ 111 w 359"/>
                <a:gd name="T95" fmla="*/ 35 h 355"/>
                <a:gd name="T96" fmla="*/ 124 w 359"/>
                <a:gd name="T97" fmla="*/ 9 h 355"/>
                <a:gd name="T98" fmla="*/ 151 w 359"/>
                <a:gd name="T99" fmla="*/ 22 h 355"/>
                <a:gd name="T100" fmla="*/ 170 w 359"/>
                <a:gd name="T101" fmla="*/ 0 h 355"/>
                <a:gd name="T102" fmla="*/ 193 w 359"/>
                <a:gd name="T103" fmla="*/ 20 h 355"/>
                <a:gd name="T104" fmla="*/ 82 w 359"/>
                <a:gd name="T105" fmla="*/ 280 h 355"/>
                <a:gd name="T106" fmla="*/ 322 w 359"/>
                <a:gd name="T107" fmla="*/ 178 h 355"/>
                <a:gd name="T108" fmla="*/ 38 w 359"/>
                <a:gd name="T109" fmla="*/ 178 h 355"/>
                <a:gd name="T110" fmla="*/ 267 w 359"/>
                <a:gd name="T111" fmla="*/ 290 h 355"/>
                <a:gd name="T112" fmla="*/ 180 w 359"/>
                <a:gd name="T113" fmla="*/ 320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9" h="355">
                  <a:moveTo>
                    <a:pt x="212" y="23"/>
                  </a:moveTo>
                  <a:cubicBezTo>
                    <a:pt x="217" y="4"/>
                    <a:pt x="217" y="4"/>
                    <a:pt x="217" y="4"/>
                  </a:cubicBezTo>
                  <a:cubicBezTo>
                    <a:pt x="239" y="11"/>
                    <a:pt x="239" y="11"/>
                    <a:pt x="239" y="11"/>
                  </a:cubicBezTo>
                  <a:cubicBezTo>
                    <a:pt x="234" y="29"/>
                    <a:pt x="234" y="29"/>
                    <a:pt x="234" y="29"/>
                  </a:cubicBezTo>
                  <a:cubicBezTo>
                    <a:pt x="239" y="31"/>
                    <a:pt x="245" y="33"/>
                    <a:pt x="250" y="36"/>
                  </a:cubicBezTo>
                  <a:cubicBezTo>
                    <a:pt x="260" y="19"/>
                    <a:pt x="260" y="19"/>
                    <a:pt x="260" y="19"/>
                  </a:cubicBezTo>
                  <a:cubicBezTo>
                    <a:pt x="280" y="31"/>
                    <a:pt x="280" y="31"/>
                    <a:pt x="280" y="31"/>
                  </a:cubicBezTo>
                  <a:cubicBezTo>
                    <a:pt x="270" y="48"/>
                    <a:pt x="270" y="48"/>
                    <a:pt x="270" y="48"/>
                  </a:cubicBezTo>
                  <a:cubicBezTo>
                    <a:pt x="275" y="51"/>
                    <a:pt x="280" y="55"/>
                    <a:pt x="285" y="59"/>
                  </a:cubicBezTo>
                  <a:cubicBezTo>
                    <a:pt x="299" y="46"/>
                    <a:pt x="299" y="46"/>
                    <a:pt x="299" y="46"/>
                  </a:cubicBezTo>
                  <a:cubicBezTo>
                    <a:pt x="315" y="62"/>
                    <a:pt x="315" y="62"/>
                    <a:pt x="315" y="62"/>
                  </a:cubicBezTo>
                  <a:cubicBezTo>
                    <a:pt x="301" y="76"/>
                    <a:pt x="301" y="76"/>
                    <a:pt x="301" y="76"/>
                  </a:cubicBezTo>
                  <a:cubicBezTo>
                    <a:pt x="305" y="81"/>
                    <a:pt x="309" y="86"/>
                    <a:pt x="312" y="91"/>
                  </a:cubicBezTo>
                  <a:cubicBezTo>
                    <a:pt x="330" y="81"/>
                    <a:pt x="330" y="81"/>
                    <a:pt x="330" y="81"/>
                  </a:cubicBezTo>
                  <a:cubicBezTo>
                    <a:pt x="341" y="100"/>
                    <a:pt x="341" y="100"/>
                    <a:pt x="341" y="100"/>
                  </a:cubicBezTo>
                  <a:cubicBezTo>
                    <a:pt x="324" y="110"/>
                    <a:pt x="324" y="110"/>
                    <a:pt x="324" y="110"/>
                  </a:cubicBezTo>
                  <a:cubicBezTo>
                    <a:pt x="326" y="116"/>
                    <a:pt x="329" y="122"/>
                    <a:pt x="331" y="128"/>
                  </a:cubicBezTo>
                  <a:cubicBezTo>
                    <a:pt x="350" y="123"/>
                    <a:pt x="350" y="123"/>
                    <a:pt x="350" y="123"/>
                  </a:cubicBezTo>
                  <a:cubicBezTo>
                    <a:pt x="356" y="145"/>
                    <a:pt x="356" y="145"/>
                    <a:pt x="356" y="145"/>
                  </a:cubicBezTo>
                  <a:cubicBezTo>
                    <a:pt x="337" y="150"/>
                    <a:pt x="337" y="150"/>
                    <a:pt x="337" y="150"/>
                  </a:cubicBezTo>
                  <a:cubicBezTo>
                    <a:pt x="338" y="157"/>
                    <a:pt x="339" y="164"/>
                    <a:pt x="339" y="171"/>
                  </a:cubicBezTo>
                  <a:cubicBezTo>
                    <a:pt x="359" y="172"/>
                    <a:pt x="359" y="172"/>
                    <a:pt x="359" y="172"/>
                  </a:cubicBezTo>
                  <a:cubicBezTo>
                    <a:pt x="358" y="194"/>
                    <a:pt x="358" y="194"/>
                    <a:pt x="358" y="194"/>
                  </a:cubicBezTo>
                  <a:cubicBezTo>
                    <a:pt x="338" y="194"/>
                    <a:pt x="338" y="194"/>
                    <a:pt x="338" y="194"/>
                  </a:cubicBezTo>
                  <a:cubicBezTo>
                    <a:pt x="338" y="195"/>
                    <a:pt x="338" y="196"/>
                    <a:pt x="338" y="198"/>
                  </a:cubicBezTo>
                  <a:cubicBezTo>
                    <a:pt x="337" y="203"/>
                    <a:pt x="336" y="208"/>
                    <a:pt x="335" y="213"/>
                  </a:cubicBezTo>
                  <a:cubicBezTo>
                    <a:pt x="354" y="218"/>
                    <a:pt x="354" y="218"/>
                    <a:pt x="354" y="218"/>
                  </a:cubicBezTo>
                  <a:cubicBezTo>
                    <a:pt x="348" y="240"/>
                    <a:pt x="348" y="240"/>
                    <a:pt x="348" y="240"/>
                  </a:cubicBezTo>
                  <a:cubicBezTo>
                    <a:pt x="329" y="234"/>
                    <a:pt x="329" y="234"/>
                    <a:pt x="329" y="234"/>
                  </a:cubicBezTo>
                  <a:cubicBezTo>
                    <a:pt x="326" y="240"/>
                    <a:pt x="324" y="246"/>
                    <a:pt x="321" y="251"/>
                  </a:cubicBezTo>
                  <a:cubicBezTo>
                    <a:pt x="338" y="261"/>
                    <a:pt x="338" y="261"/>
                    <a:pt x="338" y="261"/>
                  </a:cubicBezTo>
                  <a:cubicBezTo>
                    <a:pt x="326" y="281"/>
                    <a:pt x="326" y="281"/>
                    <a:pt x="326" y="281"/>
                  </a:cubicBezTo>
                  <a:cubicBezTo>
                    <a:pt x="309" y="271"/>
                    <a:pt x="309" y="271"/>
                    <a:pt x="309" y="271"/>
                  </a:cubicBezTo>
                  <a:cubicBezTo>
                    <a:pt x="305" y="276"/>
                    <a:pt x="301" y="281"/>
                    <a:pt x="296" y="285"/>
                  </a:cubicBezTo>
                  <a:cubicBezTo>
                    <a:pt x="310" y="299"/>
                    <a:pt x="310" y="299"/>
                    <a:pt x="310" y="299"/>
                  </a:cubicBezTo>
                  <a:cubicBezTo>
                    <a:pt x="293" y="315"/>
                    <a:pt x="293" y="315"/>
                    <a:pt x="293" y="315"/>
                  </a:cubicBezTo>
                  <a:cubicBezTo>
                    <a:pt x="280" y="301"/>
                    <a:pt x="280" y="301"/>
                    <a:pt x="280" y="301"/>
                  </a:cubicBezTo>
                  <a:cubicBezTo>
                    <a:pt x="277" y="303"/>
                    <a:pt x="274" y="305"/>
                    <a:pt x="271" y="307"/>
                  </a:cubicBezTo>
                  <a:cubicBezTo>
                    <a:pt x="281" y="325"/>
                    <a:pt x="281" y="325"/>
                    <a:pt x="281" y="325"/>
                  </a:cubicBezTo>
                  <a:cubicBezTo>
                    <a:pt x="261" y="337"/>
                    <a:pt x="261" y="337"/>
                    <a:pt x="261" y="337"/>
                  </a:cubicBezTo>
                  <a:cubicBezTo>
                    <a:pt x="251" y="319"/>
                    <a:pt x="251" y="319"/>
                    <a:pt x="251" y="319"/>
                  </a:cubicBezTo>
                  <a:cubicBezTo>
                    <a:pt x="246" y="322"/>
                    <a:pt x="240" y="325"/>
                    <a:pt x="234" y="327"/>
                  </a:cubicBezTo>
                  <a:cubicBezTo>
                    <a:pt x="239" y="346"/>
                    <a:pt x="239" y="346"/>
                    <a:pt x="239" y="346"/>
                  </a:cubicBezTo>
                  <a:cubicBezTo>
                    <a:pt x="217" y="352"/>
                    <a:pt x="217" y="352"/>
                    <a:pt x="217" y="352"/>
                  </a:cubicBezTo>
                  <a:cubicBezTo>
                    <a:pt x="212" y="333"/>
                    <a:pt x="212" y="333"/>
                    <a:pt x="212" y="333"/>
                  </a:cubicBezTo>
                  <a:cubicBezTo>
                    <a:pt x="205" y="334"/>
                    <a:pt x="199" y="335"/>
                    <a:pt x="193" y="336"/>
                  </a:cubicBezTo>
                  <a:cubicBezTo>
                    <a:pt x="193" y="355"/>
                    <a:pt x="193" y="355"/>
                    <a:pt x="193" y="355"/>
                  </a:cubicBezTo>
                  <a:cubicBezTo>
                    <a:pt x="170" y="355"/>
                    <a:pt x="170" y="355"/>
                    <a:pt x="170" y="355"/>
                  </a:cubicBezTo>
                  <a:cubicBezTo>
                    <a:pt x="170" y="336"/>
                    <a:pt x="170" y="336"/>
                    <a:pt x="170" y="336"/>
                  </a:cubicBezTo>
                  <a:cubicBezTo>
                    <a:pt x="163" y="336"/>
                    <a:pt x="157" y="335"/>
                    <a:pt x="151" y="334"/>
                  </a:cubicBezTo>
                  <a:cubicBezTo>
                    <a:pt x="146" y="353"/>
                    <a:pt x="146" y="353"/>
                    <a:pt x="146" y="353"/>
                  </a:cubicBezTo>
                  <a:cubicBezTo>
                    <a:pt x="123" y="347"/>
                    <a:pt x="123" y="347"/>
                    <a:pt x="123" y="347"/>
                  </a:cubicBezTo>
                  <a:cubicBezTo>
                    <a:pt x="129" y="328"/>
                    <a:pt x="129" y="328"/>
                    <a:pt x="129" y="328"/>
                  </a:cubicBezTo>
                  <a:cubicBezTo>
                    <a:pt x="122" y="325"/>
                    <a:pt x="115" y="322"/>
                    <a:pt x="109" y="319"/>
                  </a:cubicBezTo>
                  <a:cubicBezTo>
                    <a:pt x="98" y="337"/>
                    <a:pt x="98" y="337"/>
                    <a:pt x="98" y="337"/>
                  </a:cubicBezTo>
                  <a:cubicBezTo>
                    <a:pt x="78" y="325"/>
                    <a:pt x="78" y="325"/>
                    <a:pt x="78" y="325"/>
                  </a:cubicBezTo>
                  <a:cubicBezTo>
                    <a:pt x="89" y="307"/>
                    <a:pt x="89" y="307"/>
                    <a:pt x="89" y="307"/>
                  </a:cubicBezTo>
                  <a:cubicBezTo>
                    <a:pt x="87" y="306"/>
                    <a:pt x="85" y="305"/>
                    <a:pt x="83" y="303"/>
                  </a:cubicBezTo>
                  <a:cubicBezTo>
                    <a:pt x="80" y="301"/>
                    <a:pt x="77" y="298"/>
                    <a:pt x="74" y="296"/>
                  </a:cubicBezTo>
                  <a:cubicBezTo>
                    <a:pt x="59" y="310"/>
                    <a:pt x="59" y="310"/>
                    <a:pt x="59" y="310"/>
                  </a:cubicBezTo>
                  <a:cubicBezTo>
                    <a:pt x="43" y="294"/>
                    <a:pt x="43" y="294"/>
                    <a:pt x="43" y="294"/>
                  </a:cubicBezTo>
                  <a:cubicBezTo>
                    <a:pt x="58" y="280"/>
                    <a:pt x="58" y="280"/>
                    <a:pt x="58" y="280"/>
                  </a:cubicBezTo>
                  <a:cubicBezTo>
                    <a:pt x="54" y="275"/>
                    <a:pt x="50" y="270"/>
                    <a:pt x="46" y="265"/>
                  </a:cubicBezTo>
                  <a:cubicBezTo>
                    <a:pt x="29" y="274"/>
                    <a:pt x="29" y="274"/>
                    <a:pt x="29" y="274"/>
                  </a:cubicBezTo>
                  <a:cubicBezTo>
                    <a:pt x="18" y="255"/>
                    <a:pt x="18" y="255"/>
                    <a:pt x="18" y="255"/>
                  </a:cubicBezTo>
                  <a:cubicBezTo>
                    <a:pt x="35" y="245"/>
                    <a:pt x="35" y="245"/>
                    <a:pt x="35" y="245"/>
                  </a:cubicBezTo>
                  <a:cubicBezTo>
                    <a:pt x="32" y="239"/>
                    <a:pt x="30" y="234"/>
                    <a:pt x="28" y="228"/>
                  </a:cubicBezTo>
                  <a:cubicBezTo>
                    <a:pt x="9" y="232"/>
                    <a:pt x="9" y="232"/>
                    <a:pt x="9" y="232"/>
                  </a:cubicBezTo>
                  <a:cubicBezTo>
                    <a:pt x="8" y="231"/>
                    <a:pt x="8" y="231"/>
                    <a:pt x="8" y="230"/>
                  </a:cubicBezTo>
                  <a:cubicBezTo>
                    <a:pt x="3" y="211"/>
                    <a:pt x="3" y="211"/>
                    <a:pt x="3" y="211"/>
                  </a:cubicBezTo>
                  <a:cubicBezTo>
                    <a:pt x="3" y="211"/>
                    <a:pt x="3" y="211"/>
                    <a:pt x="3" y="210"/>
                  </a:cubicBezTo>
                  <a:cubicBezTo>
                    <a:pt x="22" y="206"/>
                    <a:pt x="22" y="206"/>
                    <a:pt x="22" y="206"/>
                  </a:cubicBezTo>
                  <a:cubicBezTo>
                    <a:pt x="22" y="205"/>
                    <a:pt x="22" y="204"/>
                    <a:pt x="22" y="204"/>
                  </a:cubicBezTo>
                  <a:cubicBezTo>
                    <a:pt x="21" y="200"/>
                    <a:pt x="21" y="195"/>
                    <a:pt x="20" y="191"/>
                  </a:cubicBezTo>
                  <a:cubicBezTo>
                    <a:pt x="1" y="191"/>
                    <a:pt x="1" y="191"/>
                    <a:pt x="1" y="191"/>
                  </a:cubicBezTo>
                  <a:cubicBezTo>
                    <a:pt x="0" y="186"/>
                    <a:pt x="0" y="182"/>
                    <a:pt x="0" y="178"/>
                  </a:cubicBezTo>
                  <a:cubicBezTo>
                    <a:pt x="0" y="175"/>
                    <a:pt x="0" y="171"/>
                    <a:pt x="1" y="168"/>
                  </a:cubicBezTo>
                  <a:cubicBezTo>
                    <a:pt x="20" y="168"/>
                    <a:pt x="20" y="168"/>
                    <a:pt x="20" y="168"/>
                  </a:cubicBezTo>
                  <a:cubicBezTo>
                    <a:pt x="21" y="162"/>
                    <a:pt x="21" y="156"/>
                    <a:pt x="22" y="150"/>
                  </a:cubicBezTo>
                  <a:cubicBezTo>
                    <a:pt x="3" y="145"/>
                    <a:pt x="3" y="145"/>
                    <a:pt x="3" y="145"/>
                  </a:cubicBezTo>
                  <a:cubicBezTo>
                    <a:pt x="5" y="137"/>
                    <a:pt x="7" y="130"/>
                    <a:pt x="9" y="123"/>
                  </a:cubicBezTo>
                  <a:cubicBezTo>
                    <a:pt x="28" y="128"/>
                    <a:pt x="28" y="128"/>
                    <a:pt x="28" y="128"/>
                  </a:cubicBezTo>
                  <a:cubicBezTo>
                    <a:pt x="30" y="122"/>
                    <a:pt x="32" y="116"/>
                    <a:pt x="35" y="110"/>
                  </a:cubicBezTo>
                  <a:cubicBezTo>
                    <a:pt x="18" y="101"/>
                    <a:pt x="18" y="101"/>
                    <a:pt x="18" y="101"/>
                  </a:cubicBezTo>
                  <a:cubicBezTo>
                    <a:pt x="21" y="94"/>
                    <a:pt x="25" y="87"/>
                    <a:pt x="29" y="81"/>
                  </a:cubicBezTo>
                  <a:cubicBezTo>
                    <a:pt x="46" y="91"/>
                    <a:pt x="46" y="91"/>
                    <a:pt x="46" y="91"/>
                  </a:cubicBezTo>
                  <a:cubicBezTo>
                    <a:pt x="50" y="85"/>
                    <a:pt x="54" y="81"/>
                    <a:pt x="58" y="76"/>
                  </a:cubicBezTo>
                  <a:cubicBezTo>
                    <a:pt x="43" y="61"/>
                    <a:pt x="43" y="61"/>
                    <a:pt x="43" y="61"/>
                  </a:cubicBezTo>
                  <a:cubicBezTo>
                    <a:pt x="44" y="60"/>
                    <a:pt x="45" y="60"/>
                    <a:pt x="46" y="59"/>
                  </a:cubicBezTo>
                  <a:cubicBezTo>
                    <a:pt x="59" y="45"/>
                    <a:pt x="59" y="45"/>
                    <a:pt x="59" y="45"/>
                  </a:cubicBezTo>
                  <a:cubicBezTo>
                    <a:pt x="74" y="60"/>
                    <a:pt x="74" y="60"/>
                    <a:pt x="74" y="60"/>
                  </a:cubicBezTo>
                  <a:cubicBezTo>
                    <a:pt x="78" y="56"/>
                    <a:pt x="82" y="53"/>
                    <a:pt x="86" y="51"/>
                  </a:cubicBezTo>
                  <a:cubicBezTo>
                    <a:pt x="87" y="49"/>
                    <a:pt x="89" y="48"/>
                    <a:pt x="91" y="47"/>
                  </a:cubicBezTo>
                  <a:cubicBezTo>
                    <a:pt x="81" y="28"/>
                    <a:pt x="81" y="28"/>
                    <a:pt x="81" y="28"/>
                  </a:cubicBezTo>
                  <a:cubicBezTo>
                    <a:pt x="101" y="18"/>
                    <a:pt x="101" y="18"/>
                    <a:pt x="101" y="18"/>
                  </a:cubicBezTo>
                  <a:cubicBezTo>
                    <a:pt x="111" y="35"/>
                    <a:pt x="111" y="35"/>
                    <a:pt x="111" y="35"/>
                  </a:cubicBezTo>
                  <a:cubicBezTo>
                    <a:pt x="117" y="33"/>
                    <a:pt x="122" y="30"/>
                    <a:pt x="128" y="28"/>
                  </a:cubicBezTo>
                  <a:cubicBezTo>
                    <a:pt x="124" y="9"/>
                    <a:pt x="124" y="9"/>
                    <a:pt x="124" y="9"/>
                  </a:cubicBezTo>
                  <a:cubicBezTo>
                    <a:pt x="146" y="3"/>
                    <a:pt x="146" y="3"/>
                    <a:pt x="146" y="3"/>
                  </a:cubicBezTo>
                  <a:cubicBezTo>
                    <a:pt x="151" y="22"/>
                    <a:pt x="151" y="22"/>
                    <a:pt x="151" y="22"/>
                  </a:cubicBezTo>
                  <a:cubicBezTo>
                    <a:pt x="157" y="21"/>
                    <a:pt x="163" y="20"/>
                    <a:pt x="170" y="20"/>
                  </a:cubicBezTo>
                  <a:cubicBezTo>
                    <a:pt x="170" y="0"/>
                    <a:pt x="170" y="0"/>
                    <a:pt x="170" y="0"/>
                  </a:cubicBezTo>
                  <a:cubicBezTo>
                    <a:pt x="193" y="1"/>
                    <a:pt x="193" y="1"/>
                    <a:pt x="193" y="1"/>
                  </a:cubicBezTo>
                  <a:cubicBezTo>
                    <a:pt x="193" y="20"/>
                    <a:pt x="193" y="20"/>
                    <a:pt x="193" y="20"/>
                  </a:cubicBezTo>
                  <a:cubicBezTo>
                    <a:pt x="199" y="20"/>
                    <a:pt x="205" y="21"/>
                    <a:pt x="212" y="23"/>
                  </a:cubicBezTo>
                  <a:close/>
                  <a:moveTo>
                    <a:pt x="82" y="280"/>
                  </a:moveTo>
                  <a:cubicBezTo>
                    <a:pt x="278" y="280"/>
                    <a:pt x="278" y="280"/>
                    <a:pt x="278" y="280"/>
                  </a:cubicBezTo>
                  <a:cubicBezTo>
                    <a:pt x="305" y="254"/>
                    <a:pt x="322" y="218"/>
                    <a:pt x="322" y="178"/>
                  </a:cubicBezTo>
                  <a:cubicBezTo>
                    <a:pt x="322" y="100"/>
                    <a:pt x="258" y="36"/>
                    <a:pt x="180" y="36"/>
                  </a:cubicBezTo>
                  <a:cubicBezTo>
                    <a:pt x="102" y="36"/>
                    <a:pt x="38" y="100"/>
                    <a:pt x="38" y="178"/>
                  </a:cubicBezTo>
                  <a:cubicBezTo>
                    <a:pt x="38" y="218"/>
                    <a:pt x="55" y="254"/>
                    <a:pt x="82" y="280"/>
                  </a:cubicBezTo>
                  <a:close/>
                  <a:moveTo>
                    <a:pt x="267" y="290"/>
                  </a:moveTo>
                  <a:cubicBezTo>
                    <a:pt x="92" y="290"/>
                    <a:pt x="92" y="290"/>
                    <a:pt x="92" y="290"/>
                  </a:cubicBezTo>
                  <a:cubicBezTo>
                    <a:pt x="117" y="309"/>
                    <a:pt x="147" y="320"/>
                    <a:pt x="180" y="320"/>
                  </a:cubicBezTo>
                  <a:cubicBezTo>
                    <a:pt x="213" y="320"/>
                    <a:pt x="243" y="309"/>
                    <a:pt x="267" y="2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3" name="ïṡľïḑê">
              <a:extLst>
                <a:ext uri="{FF2B5EF4-FFF2-40B4-BE49-F238E27FC236}">
                  <a16:creationId xmlns:a16="http://schemas.microsoft.com/office/drawing/2014/main" id="{97783B96-2022-1E3B-F2A5-BDB4FB2BD914}"/>
                </a:ext>
              </a:extLst>
            </p:cNvPr>
            <p:cNvSpPr/>
            <p:nvPr/>
          </p:nvSpPr>
          <p:spPr bwMode="auto">
            <a:xfrm>
              <a:off x="3635375" y="3617913"/>
              <a:ext cx="3556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74" name="iŝľïḋê">
              <a:extLst>
                <a:ext uri="{FF2B5EF4-FFF2-40B4-BE49-F238E27FC236}">
                  <a16:creationId xmlns:a16="http://schemas.microsoft.com/office/drawing/2014/main" id="{3B42D803-1DBC-2F9E-27D5-3D1D3C03C91D}"/>
                </a:ext>
              </a:extLst>
            </p:cNvPr>
            <p:cNvSpPr/>
            <p:nvPr/>
          </p:nvSpPr>
          <p:spPr bwMode="auto">
            <a:xfrm>
              <a:off x="3576638" y="3654426"/>
              <a:ext cx="474663" cy="101600"/>
            </a:xfrm>
            <a:custGeom>
              <a:avLst/>
              <a:gdLst>
                <a:gd name="T0" fmla="*/ 0 w 144"/>
                <a:gd name="T1" fmla="*/ 0 h 31"/>
                <a:gd name="T2" fmla="*/ 144 w 144"/>
                <a:gd name="T3" fmla="*/ 0 h 31"/>
                <a:gd name="T4" fmla="*/ 144 w 144"/>
                <a:gd name="T5" fmla="*/ 31 h 31"/>
                <a:gd name="T6" fmla="*/ 0 w 144"/>
                <a:gd name="T7" fmla="*/ 31 h 31"/>
                <a:gd name="T8" fmla="*/ 0 w 144"/>
                <a:gd name="T9" fmla="*/ 0 h 31"/>
                <a:gd name="T10" fmla="*/ 41 w 144"/>
                <a:gd name="T11" fmla="*/ 5 h 31"/>
                <a:gd name="T12" fmla="*/ 36 w 144"/>
                <a:gd name="T13" fmla="*/ 5 h 31"/>
                <a:gd name="T14" fmla="*/ 30 w 144"/>
                <a:gd name="T15" fmla="*/ 10 h 31"/>
                <a:gd name="T16" fmla="*/ 30 w 144"/>
                <a:gd name="T17" fmla="*/ 15 h 31"/>
                <a:gd name="T18" fmla="*/ 35 w 144"/>
                <a:gd name="T19" fmla="*/ 15 h 31"/>
                <a:gd name="T20" fmla="*/ 35 w 144"/>
                <a:gd name="T21" fmla="*/ 28 h 31"/>
                <a:gd name="T22" fmla="*/ 41 w 144"/>
                <a:gd name="T23" fmla="*/ 28 h 31"/>
                <a:gd name="T24" fmla="*/ 41 w 144"/>
                <a:gd name="T25" fmla="*/ 5 h 31"/>
                <a:gd name="T26" fmla="*/ 61 w 144"/>
                <a:gd name="T27" fmla="*/ 23 h 31"/>
                <a:gd name="T28" fmla="*/ 64 w 144"/>
                <a:gd name="T29" fmla="*/ 21 h 31"/>
                <a:gd name="T30" fmla="*/ 61 w 144"/>
                <a:gd name="T31" fmla="*/ 18 h 31"/>
                <a:gd name="T32" fmla="*/ 58 w 144"/>
                <a:gd name="T33" fmla="*/ 21 h 31"/>
                <a:gd name="T34" fmla="*/ 61 w 144"/>
                <a:gd name="T35" fmla="*/ 23 h 31"/>
                <a:gd name="T36" fmla="*/ 61 w 144"/>
                <a:gd name="T37" fmla="*/ 14 h 31"/>
                <a:gd name="T38" fmla="*/ 63 w 144"/>
                <a:gd name="T39" fmla="*/ 12 h 31"/>
                <a:gd name="T40" fmla="*/ 61 w 144"/>
                <a:gd name="T41" fmla="*/ 9 h 31"/>
                <a:gd name="T42" fmla="*/ 58 w 144"/>
                <a:gd name="T43" fmla="*/ 12 h 31"/>
                <a:gd name="T44" fmla="*/ 61 w 144"/>
                <a:gd name="T45" fmla="*/ 14 h 31"/>
                <a:gd name="T46" fmla="*/ 55 w 144"/>
                <a:gd name="T47" fmla="*/ 16 h 31"/>
                <a:gd name="T48" fmla="*/ 51 w 144"/>
                <a:gd name="T49" fmla="*/ 21 h 31"/>
                <a:gd name="T50" fmla="*/ 61 w 144"/>
                <a:gd name="T51" fmla="*/ 28 h 31"/>
                <a:gd name="T52" fmla="*/ 70 w 144"/>
                <a:gd name="T53" fmla="*/ 21 h 31"/>
                <a:gd name="T54" fmla="*/ 67 w 144"/>
                <a:gd name="T55" fmla="*/ 16 h 31"/>
                <a:gd name="T56" fmla="*/ 70 w 144"/>
                <a:gd name="T57" fmla="*/ 11 h 31"/>
                <a:gd name="T58" fmla="*/ 61 w 144"/>
                <a:gd name="T59" fmla="*/ 5 h 31"/>
                <a:gd name="T60" fmla="*/ 52 w 144"/>
                <a:gd name="T61" fmla="*/ 11 h 31"/>
                <a:gd name="T62" fmla="*/ 55 w 144"/>
                <a:gd name="T63" fmla="*/ 16 h 31"/>
                <a:gd name="T64" fmla="*/ 84 w 144"/>
                <a:gd name="T65" fmla="*/ 16 h 31"/>
                <a:gd name="T66" fmla="*/ 87 w 144"/>
                <a:gd name="T67" fmla="*/ 13 h 31"/>
                <a:gd name="T68" fmla="*/ 84 w 144"/>
                <a:gd name="T69" fmla="*/ 10 h 31"/>
                <a:gd name="T70" fmla="*/ 81 w 144"/>
                <a:gd name="T71" fmla="*/ 13 h 31"/>
                <a:gd name="T72" fmla="*/ 84 w 144"/>
                <a:gd name="T73" fmla="*/ 16 h 31"/>
                <a:gd name="T74" fmla="*/ 75 w 144"/>
                <a:gd name="T75" fmla="*/ 22 h 31"/>
                <a:gd name="T76" fmla="*/ 84 w 144"/>
                <a:gd name="T77" fmla="*/ 28 h 31"/>
                <a:gd name="T78" fmla="*/ 94 w 144"/>
                <a:gd name="T79" fmla="*/ 17 h 31"/>
                <a:gd name="T80" fmla="*/ 83 w 144"/>
                <a:gd name="T81" fmla="*/ 5 h 31"/>
                <a:gd name="T82" fmla="*/ 74 w 144"/>
                <a:gd name="T83" fmla="*/ 13 h 31"/>
                <a:gd name="T84" fmla="*/ 82 w 144"/>
                <a:gd name="T85" fmla="*/ 20 h 31"/>
                <a:gd name="T86" fmla="*/ 87 w 144"/>
                <a:gd name="T87" fmla="*/ 19 h 31"/>
                <a:gd name="T88" fmla="*/ 84 w 144"/>
                <a:gd name="T89" fmla="*/ 24 h 31"/>
                <a:gd name="T90" fmla="*/ 81 w 144"/>
                <a:gd name="T91" fmla="*/ 22 h 31"/>
                <a:gd name="T92" fmla="*/ 75 w 144"/>
                <a:gd name="T93" fmla="*/ 22 h 31"/>
                <a:gd name="T94" fmla="*/ 108 w 144"/>
                <a:gd name="T95" fmla="*/ 17 h 31"/>
                <a:gd name="T96" fmla="*/ 105 w 144"/>
                <a:gd name="T97" fmla="*/ 21 h 31"/>
                <a:gd name="T98" fmla="*/ 108 w 144"/>
                <a:gd name="T99" fmla="*/ 24 h 31"/>
                <a:gd name="T100" fmla="*/ 111 w 144"/>
                <a:gd name="T101" fmla="*/ 20 h 31"/>
                <a:gd name="T102" fmla="*/ 108 w 144"/>
                <a:gd name="T103" fmla="*/ 17 h 31"/>
                <a:gd name="T104" fmla="*/ 117 w 144"/>
                <a:gd name="T105" fmla="*/ 11 h 31"/>
                <a:gd name="T106" fmla="*/ 108 w 144"/>
                <a:gd name="T107" fmla="*/ 5 h 31"/>
                <a:gd name="T108" fmla="*/ 98 w 144"/>
                <a:gd name="T109" fmla="*/ 17 h 31"/>
                <a:gd name="T110" fmla="*/ 109 w 144"/>
                <a:gd name="T111" fmla="*/ 28 h 31"/>
                <a:gd name="T112" fmla="*/ 118 w 144"/>
                <a:gd name="T113" fmla="*/ 20 h 31"/>
                <a:gd name="T114" fmla="*/ 110 w 144"/>
                <a:gd name="T115" fmla="*/ 13 h 31"/>
                <a:gd name="T116" fmla="*/ 105 w 144"/>
                <a:gd name="T117" fmla="*/ 15 h 31"/>
                <a:gd name="T118" fmla="*/ 108 w 144"/>
                <a:gd name="T119" fmla="*/ 9 h 31"/>
                <a:gd name="T120" fmla="*/ 111 w 144"/>
                <a:gd name="T121" fmla="*/ 11 h 31"/>
                <a:gd name="T122" fmla="*/ 117 w 144"/>
                <a:gd name="T123" fmla="*/ 1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4" h="31">
                  <a:moveTo>
                    <a:pt x="0" y="0"/>
                  </a:moveTo>
                  <a:cubicBezTo>
                    <a:pt x="144" y="0"/>
                    <a:pt x="144" y="0"/>
                    <a:pt x="144" y="0"/>
                  </a:cubicBezTo>
                  <a:cubicBezTo>
                    <a:pt x="144" y="31"/>
                    <a:pt x="144" y="31"/>
                    <a:pt x="144" y="31"/>
                  </a:cubicBezTo>
                  <a:cubicBezTo>
                    <a:pt x="0" y="31"/>
                    <a:pt x="0" y="31"/>
                    <a:pt x="0" y="31"/>
                  </a:cubicBezTo>
                  <a:cubicBezTo>
                    <a:pt x="0" y="0"/>
                    <a:pt x="0" y="0"/>
                    <a:pt x="0" y="0"/>
                  </a:cubicBezTo>
                  <a:close/>
                  <a:moveTo>
                    <a:pt x="41" y="5"/>
                  </a:moveTo>
                  <a:cubicBezTo>
                    <a:pt x="36" y="5"/>
                    <a:pt x="36" y="5"/>
                    <a:pt x="36" y="5"/>
                  </a:cubicBezTo>
                  <a:cubicBezTo>
                    <a:pt x="36" y="8"/>
                    <a:pt x="33" y="10"/>
                    <a:pt x="30" y="10"/>
                  </a:cubicBezTo>
                  <a:cubicBezTo>
                    <a:pt x="30" y="15"/>
                    <a:pt x="30" y="15"/>
                    <a:pt x="30" y="15"/>
                  </a:cubicBezTo>
                  <a:cubicBezTo>
                    <a:pt x="35" y="15"/>
                    <a:pt x="35" y="15"/>
                    <a:pt x="35" y="15"/>
                  </a:cubicBezTo>
                  <a:cubicBezTo>
                    <a:pt x="35" y="28"/>
                    <a:pt x="35" y="28"/>
                    <a:pt x="35" y="28"/>
                  </a:cubicBezTo>
                  <a:cubicBezTo>
                    <a:pt x="41" y="28"/>
                    <a:pt x="41" y="28"/>
                    <a:pt x="41" y="28"/>
                  </a:cubicBezTo>
                  <a:cubicBezTo>
                    <a:pt x="41" y="5"/>
                    <a:pt x="41" y="5"/>
                    <a:pt x="41" y="5"/>
                  </a:cubicBezTo>
                  <a:close/>
                  <a:moveTo>
                    <a:pt x="61" y="23"/>
                  </a:moveTo>
                  <a:cubicBezTo>
                    <a:pt x="63" y="23"/>
                    <a:pt x="64" y="22"/>
                    <a:pt x="64" y="21"/>
                  </a:cubicBezTo>
                  <a:cubicBezTo>
                    <a:pt x="64" y="19"/>
                    <a:pt x="63" y="18"/>
                    <a:pt x="61" y="18"/>
                  </a:cubicBezTo>
                  <a:cubicBezTo>
                    <a:pt x="59" y="18"/>
                    <a:pt x="58" y="19"/>
                    <a:pt x="58" y="21"/>
                  </a:cubicBezTo>
                  <a:cubicBezTo>
                    <a:pt x="58" y="23"/>
                    <a:pt x="59" y="24"/>
                    <a:pt x="61" y="23"/>
                  </a:cubicBezTo>
                  <a:close/>
                  <a:moveTo>
                    <a:pt x="61" y="14"/>
                  </a:moveTo>
                  <a:cubicBezTo>
                    <a:pt x="62" y="14"/>
                    <a:pt x="63" y="13"/>
                    <a:pt x="63" y="12"/>
                  </a:cubicBezTo>
                  <a:cubicBezTo>
                    <a:pt x="63" y="10"/>
                    <a:pt x="62" y="9"/>
                    <a:pt x="61" y="9"/>
                  </a:cubicBezTo>
                  <a:cubicBezTo>
                    <a:pt x="59" y="9"/>
                    <a:pt x="58" y="10"/>
                    <a:pt x="58" y="12"/>
                  </a:cubicBezTo>
                  <a:cubicBezTo>
                    <a:pt x="58" y="13"/>
                    <a:pt x="59" y="14"/>
                    <a:pt x="61" y="14"/>
                  </a:cubicBezTo>
                  <a:close/>
                  <a:moveTo>
                    <a:pt x="55" y="16"/>
                  </a:moveTo>
                  <a:cubicBezTo>
                    <a:pt x="52" y="17"/>
                    <a:pt x="51" y="19"/>
                    <a:pt x="51" y="21"/>
                  </a:cubicBezTo>
                  <a:cubicBezTo>
                    <a:pt x="51" y="26"/>
                    <a:pt x="54" y="28"/>
                    <a:pt x="61" y="28"/>
                  </a:cubicBezTo>
                  <a:cubicBezTo>
                    <a:pt x="67" y="28"/>
                    <a:pt x="70" y="26"/>
                    <a:pt x="70" y="21"/>
                  </a:cubicBezTo>
                  <a:cubicBezTo>
                    <a:pt x="70" y="19"/>
                    <a:pt x="69" y="17"/>
                    <a:pt x="67" y="16"/>
                  </a:cubicBezTo>
                  <a:cubicBezTo>
                    <a:pt x="69" y="15"/>
                    <a:pt x="70" y="14"/>
                    <a:pt x="70" y="11"/>
                  </a:cubicBezTo>
                  <a:cubicBezTo>
                    <a:pt x="69" y="7"/>
                    <a:pt x="66" y="5"/>
                    <a:pt x="61" y="5"/>
                  </a:cubicBezTo>
                  <a:cubicBezTo>
                    <a:pt x="55" y="5"/>
                    <a:pt x="52" y="7"/>
                    <a:pt x="52" y="11"/>
                  </a:cubicBezTo>
                  <a:cubicBezTo>
                    <a:pt x="51" y="13"/>
                    <a:pt x="52" y="15"/>
                    <a:pt x="55" y="16"/>
                  </a:cubicBezTo>
                  <a:close/>
                  <a:moveTo>
                    <a:pt x="84" y="16"/>
                  </a:moveTo>
                  <a:cubicBezTo>
                    <a:pt x="86" y="16"/>
                    <a:pt x="87" y="15"/>
                    <a:pt x="87" y="13"/>
                  </a:cubicBezTo>
                  <a:cubicBezTo>
                    <a:pt x="87" y="11"/>
                    <a:pt x="86" y="10"/>
                    <a:pt x="84" y="10"/>
                  </a:cubicBezTo>
                  <a:cubicBezTo>
                    <a:pt x="82" y="10"/>
                    <a:pt x="81" y="11"/>
                    <a:pt x="81" y="13"/>
                  </a:cubicBezTo>
                  <a:cubicBezTo>
                    <a:pt x="81" y="15"/>
                    <a:pt x="82" y="16"/>
                    <a:pt x="84" y="16"/>
                  </a:cubicBezTo>
                  <a:close/>
                  <a:moveTo>
                    <a:pt x="75" y="22"/>
                  </a:moveTo>
                  <a:cubicBezTo>
                    <a:pt x="76" y="26"/>
                    <a:pt x="79" y="28"/>
                    <a:pt x="84" y="28"/>
                  </a:cubicBezTo>
                  <a:cubicBezTo>
                    <a:pt x="90" y="28"/>
                    <a:pt x="94" y="24"/>
                    <a:pt x="94" y="17"/>
                  </a:cubicBezTo>
                  <a:cubicBezTo>
                    <a:pt x="94" y="9"/>
                    <a:pt x="90" y="5"/>
                    <a:pt x="83" y="5"/>
                  </a:cubicBezTo>
                  <a:cubicBezTo>
                    <a:pt x="77" y="5"/>
                    <a:pt x="74" y="8"/>
                    <a:pt x="74" y="13"/>
                  </a:cubicBezTo>
                  <a:cubicBezTo>
                    <a:pt x="75" y="18"/>
                    <a:pt x="77" y="20"/>
                    <a:pt x="82" y="20"/>
                  </a:cubicBezTo>
                  <a:cubicBezTo>
                    <a:pt x="84" y="20"/>
                    <a:pt x="86" y="20"/>
                    <a:pt x="87" y="19"/>
                  </a:cubicBezTo>
                  <a:cubicBezTo>
                    <a:pt x="87" y="22"/>
                    <a:pt x="86" y="24"/>
                    <a:pt x="84" y="24"/>
                  </a:cubicBezTo>
                  <a:cubicBezTo>
                    <a:pt x="82" y="24"/>
                    <a:pt x="81" y="23"/>
                    <a:pt x="81" y="22"/>
                  </a:cubicBezTo>
                  <a:cubicBezTo>
                    <a:pt x="75" y="22"/>
                    <a:pt x="75" y="22"/>
                    <a:pt x="75" y="22"/>
                  </a:cubicBezTo>
                  <a:close/>
                  <a:moveTo>
                    <a:pt x="108" y="17"/>
                  </a:moveTo>
                  <a:cubicBezTo>
                    <a:pt x="106" y="17"/>
                    <a:pt x="105" y="18"/>
                    <a:pt x="105" y="21"/>
                  </a:cubicBezTo>
                  <a:cubicBezTo>
                    <a:pt x="105" y="22"/>
                    <a:pt x="106" y="23"/>
                    <a:pt x="108" y="24"/>
                  </a:cubicBezTo>
                  <a:cubicBezTo>
                    <a:pt x="110" y="24"/>
                    <a:pt x="111" y="22"/>
                    <a:pt x="111" y="20"/>
                  </a:cubicBezTo>
                  <a:cubicBezTo>
                    <a:pt x="111" y="19"/>
                    <a:pt x="110" y="18"/>
                    <a:pt x="108" y="17"/>
                  </a:cubicBezTo>
                  <a:close/>
                  <a:moveTo>
                    <a:pt x="117" y="11"/>
                  </a:moveTo>
                  <a:cubicBezTo>
                    <a:pt x="116" y="7"/>
                    <a:pt x="113" y="5"/>
                    <a:pt x="108" y="5"/>
                  </a:cubicBezTo>
                  <a:cubicBezTo>
                    <a:pt x="101" y="5"/>
                    <a:pt x="98" y="9"/>
                    <a:pt x="98" y="17"/>
                  </a:cubicBezTo>
                  <a:cubicBezTo>
                    <a:pt x="98" y="24"/>
                    <a:pt x="101" y="28"/>
                    <a:pt x="109" y="28"/>
                  </a:cubicBezTo>
                  <a:cubicBezTo>
                    <a:pt x="114" y="28"/>
                    <a:pt x="117" y="25"/>
                    <a:pt x="118" y="20"/>
                  </a:cubicBezTo>
                  <a:cubicBezTo>
                    <a:pt x="117" y="16"/>
                    <a:pt x="115" y="13"/>
                    <a:pt x="110" y="13"/>
                  </a:cubicBezTo>
                  <a:cubicBezTo>
                    <a:pt x="108" y="13"/>
                    <a:pt x="106" y="14"/>
                    <a:pt x="105" y="15"/>
                  </a:cubicBezTo>
                  <a:cubicBezTo>
                    <a:pt x="105" y="11"/>
                    <a:pt x="106" y="9"/>
                    <a:pt x="108" y="9"/>
                  </a:cubicBezTo>
                  <a:cubicBezTo>
                    <a:pt x="109" y="9"/>
                    <a:pt x="110" y="10"/>
                    <a:pt x="111" y="11"/>
                  </a:cubicBezTo>
                  <a:lnTo>
                    <a:pt x="117"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5" name="í$ľïdé">
              <a:extLst>
                <a:ext uri="{FF2B5EF4-FFF2-40B4-BE49-F238E27FC236}">
                  <a16:creationId xmlns:a16="http://schemas.microsoft.com/office/drawing/2014/main" id="{97F941A9-DD4E-0E23-8198-1EF18AB8B6AA}"/>
                </a:ext>
              </a:extLst>
            </p:cNvPr>
            <p:cNvSpPr/>
            <p:nvPr/>
          </p:nvSpPr>
          <p:spPr bwMode="auto">
            <a:xfrm>
              <a:off x="3810000" y="3059113"/>
              <a:ext cx="42863" cy="241300"/>
            </a:xfrm>
            <a:custGeom>
              <a:avLst/>
              <a:gdLst>
                <a:gd name="T0" fmla="*/ 0 w 13"/>
                <a:gd name="T1" fmla="*/ 70 h 73"/>
                <a:gd name="T2" fmla="*/ 0 w 13"/>
                <a:gd name="T3" fmla="*/ 51 h 73"/>
                <a:gd name="T4" fmla="*/ 0 w 13"/>
                <a:gd name="T5" fmla="*/ 3 h 73"/>
                <a:gd name="T6" fmla="*/ 2 w 13"/>
                <a:gd name="T7" fmla="*/ 0 h 73"/>
                <a:gd name="T8" fmla="*/ 11 w 13"/>
                <a:gd name="T9" fmla="*/ 0 h 73"/>
                <a:gd name="T10" fmla="*/ 13 w 13"/>
                <a:gd name="T11" fmla="*/ 3 h 73"/>
                <a:gd name="T12" fmla="*/ 13 w 13"/>
                <a:gd name="T13" fmla="*/ 51 h 73"/>
                <a:gd name="T14" fmla="*/ 13 w 13"/>
                <a:gd name="T15" fmla="*/ 70 h 73"/>
                <a:gd name="T16" fmla="*/ 13 w 13"/>
                <a:gd name="T17" fmla="*/ 73 h 73"/>
                <a:gd name="T18" fmla="*/ 11 w 13"/>
                <a:gd name="T19" fmla="*/ 73 h 73"/>
                <a:gd name="T20" fmla="*/ 2 w 13"/>
                <a:gd name="T21" fmla="*/ 73 h 73"/>
                <a:gd name="T22" fmla="*/ 0 w 13"/>
                <a:gd name="T23" fmla="*/ 73 h 73"/>
                <a:gd name="T24" fmla="*/ 0 w 13"/>
                <a:gd name="T25" fmla="*/ 70 h 73"/>
                <a:gd name="T26" fmla="*/ 0 w 13"/>
                <a:gd name="T2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 h="73">
                  <a:moveTo>
                    <a:pt x="0" y="70"/>
                  </a:moveTo>
                  <a:cubicBezTo>
                    <a:pt x="0" y="51"/>
                    <a:pt x="0" y="51"/>
                    <a:pt x="0" y="51"/>
                  </a:cubicBezTo>
                  <a:cubicBezTo>
                    <a:pt x="0" y="3"/>
                    <a:pt x="0" y="3"/>
                    <a:pt x="0" y="3"/>
                  </a:cubicBezTo>
                  <a:cubicBezTo>
                    <a:pt x="0" y="1"/>
                    <a:pt x="1" y="0"/>
                    <a:pt x="2" y="0"/>
                  </a:cubicBezTo>
                  <a:cubicBezTo>
                    <a:pt x="11" y="0"/>
                    <a:pt x="11" y="0"/>
                    <a:pt x="11" y="0"/>
                  </a:cubicBezTo>
                  <a:cubicBezTo>
                    <a:pt x="12" y="0"/>
                    <a:pt x="13" y="1"/>
                    <a:pt x="13" y="3"/>
                  </a:cubicBezTo>
                  <a:cubicBezTo>
                    <a:pt x="13" y="51"/>
                    <a:pt x="13" y="51"/>
                    <a:pt x="13" y="51"/>
                  </a:cubicBezTo>
                  <a:cubicBezTo>
                    <a:pt x="13" y="70"/>
                    <a:pt x="13" y="70"/>
                    <a:pt x="13" y="70"/>
                  </a:cubicBezTo>
                  <a:cubicBezTo>
                    <a:pt x="13" y="73"/>
                    <a:pt x="13" y="73"/>
                    <a:pt x="13" y="73"/>
                  </a:cubicBezTo>
                  <a:cubicBezTo>
                    <a:pt x="11" y="73"/>
                    <a:pt x="11" y="73"/>
                    <a:pt x="11" y="73"/>
                  </a:cubicBezTo>
                  <a:cubicBezTo>
                    <a:pt x="2" y="73"/>
                    <a:pt x="2" y="73"/>
                    <a:pt x="2" y="73"/>
                  </a:cubicBezTo>
                  <a:cubicBezTo>
                    <a:pt x="0" y="73"/>
                    <a:pt x="0" y="73"/>
                    <a:pt x="0" y="73"/>
                  </a:cubicBezTo>
                  <a:cubicBezTo>
                    <a:pt x="0" y="70"/>
                    <a:pt x="0" y="70"/>
                    <a:pt x="0" y="70"/>
                  </a:cubicBezTo>
                  <a:cubicBezTo>
                    <a:pt x="0" y="70"/>
                    <a:pt x="0" y="70"/>
                    <a:pt x="0"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6" name="iṧľîḓe">
              <a:extLst>
                <a:ext uri="{FF2B5EF4-FFF2-40B4-BE49-F238E27FC236}">
                  <a16:creationId xmlns:a16="http://schemas.microsoft.com/office/drawing/2014/main" id="{F31DC13C-983D-5543-1AA2-4F53A63DE061}"/>
                </a:ext>
              </a:extLst>
            </p:cNvPr>
            <p:cNvSpPr/>
            <p:nvPr/>
          </p:nvSpPr>
          <p:spPr bwMode="auto">
            <a:xfrm>
              <a:off x="3865563" y="3079751"/>
              <a:ext cx="188913" cy="239713"/>
            </a:xfrm>
            <a:custGeom>
              <a:avLst/>
              <a:gdLst>
                <a:gd name="T0" fmla="*/ 0 w 57"/>
                <a:gd name="T1" fmla="*/ 65 h 73"/>
                <a:gd name="T2" fmla="*/ 0 w 57"/>
                <a:gd name="T3" fmla="*/ 47 h 73"/>
                <a:gd name="T4" fmla="*/ 0 w 57"/>
                <a:gd name="T5" fmla="*/ 2 h 73"/>
                <a:gd name="T6" fmla="*/ 2 w 57"/>
                <a:gd name="T7" fmla="*/ 0 h 73"/>
                <a:gd name="T8" fmla="*/ 10 w 57"/>
                <a:gd name="T9" fmla="*/ 0 h 73"/>
                <a:gd name="T10" fmla="*/ 11 w 57"/>
                <a:gd name="T11" fmla="*/ 2 h 73"/>
                <a:gd name="T12" fmla="*/ 11 w 57"/>
                <a:gd name="T13" fmla="*/ 16 h 73"/>
                <a:gd name="T14" fmla="*/ 17 w 57"/>
                <a:gd name="T15" fmla="*/ 12 h 73"/>
                <a:gd name="T16" fmla="*/ 20 w 57"/>
                <a:gd name="T17" fmla="*/ 13 h 73"/>
                <a:gd name="T18" fmla="*/ 46 w 57"/>
                <a:gd name="T19" fmla="*/ 50 h 73"/>
                <a:gd name="T20" fmla="*/ 56 w 57"/>
                <a:gd name="T21" fmla="*/ 64 h 73"/>
                <a:gd name="T22" fmla="*/ 57 w 57"/>
                <a:gd name="T23" fmla="*/ 66 h 73"/>
                <a:gd name="T24" fmla="*/ 55 w 57"/>
                <a:gd name="T25" fmla="*/ 67 h 73"/>
                <a:gd name="T26" fmla="*/ 49 w 57"/>
                <a:gd name="T27" fmla="*/ 72 h 73"/>
                <a:gd name="T28" fmla="*/ 47 w 57"/>
                <a:gd name="T29" fmla="*/ 73 h 73"/>
                <a:gd name="T30" fmla="*/ 46 w 57"/>
                <a:gd name="T31" fmla="*/ 71 h 73"/>
                <a:gd name="T32" fmla="*/ 46 w 57"/>
                <a:gd name="T33" fmla="*/ 71 h 73"/>
                <a:gd name="T34" fmla="*/ 36 w 57"/>
                <a:gd name="T35" fmla="*/ 56 h 73"/>
                <a:gd name="T36" fmla="*/ 11 w 57"/>
                <a:gd name="T37" fmla="*/ 21 h 73"/>
                <a:gd name="T38" fmla="*/ 11 w 57"/>
                <a:gd name="T39" fmla="*/ 47 h 73"/>
                <a:gd name="T40" fmla="*/ 11 w 57"/>
                <a:gd name="T41" fmla="*/ 65 h 73"/>
                <a:gd name="T42" fmla="*/ 11 w 57"/>
                <a:gd name="T43" fmla="*/ 67 h 73"/>
                <a:gd name="T44" fmla="*/ 10 w 57"/>
                <a:gd name="T45" fmla="*/ 67 h 73"/>
                <a:gd name="T46" fmla="*/ 2 w 57"/>
                <a:gd name="T47" fmla="*/ 67 h 73"/>
                <a:gd name="T48" fmla="*/ 0 w 57"/>
                <a:gd name="T49" fmla="*/ 67 h 73"/>
                <a:gd name="T50" fmla="*/ 0 w 57"/>
                <a:gd name="T51" fmla="*/ 65 h 73"/>
                <a:gd name="T52" fmla="*/ 0 w 57"/>
                <a:gd name="T53" fmla="*/ 6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7" h="73">
                  <a:moveTo>
                    <a:pt x="0" y="65"/>
                  </a:moveTo>
                  <a:cubicBezTo>
                    <a:pt x="0" y="47"/>
                    <a:pt x="0" y="47"/>
                    <a:pt x="0" y="47"/>
                  </a:cubicBezTo>
                  <a:cubicBezTo>
                    <a:pt x="0" y="2"/>
                    <a:pt x="0" y="2"/>
                    <a:pt x="0" y="2"/>
                  </a:cubicBezTo>
                  <a:cubicBezTo>
                    <a:pt x="0" y="1"/>
                    <a:pt x="1" y="0"/>
                    <a:pt x="2" y="0"/>
                  </a:cubicBezTo>
                  <a:cubicBezTo>
                    <a:pt x="10" y="0"/>
                    <a:pt x="10" y="0"/>
                    <a:pt x="10" y="0"/>
                  </a:cubicBezTo>
                  <a:cubicBezTo>
                    <a:pt x="11" y="0"/>
                    <a:pt x="11" y="1"/>
                    <a:pt x="11" y="2"/>
                  </a:cubicBezTo>
                  <a:cubicBezTo>
                    <a:pt x="11" y="16"/>
                    <a:pt x="11" y="16"/>
                    <a:pt x="11" y="16"/>
                  </a:cubicBezTo>
                  <a:cubicBezTo>
                    <a:pt x="17" y="12"/>
                    <a:pt x="17" y="12"/>
                    <a:pt x="17" y="12"/>
                  </a:cubicBezTo>
                  <a:cubicBezTo>
                    <a:pt x="18" y="12"/>
                    <a:pt x="19" y="12"/>
                    <a:pt x="20" y="13"/>
                  </a:cubicBezTo>
                  <a:cubicBezTo>
                    <a:pt x="46" y="50"/>
                    <a:pt x="46" y="50"/>
                    <a:pt x="46" y="50"/>
                  </a:cubicBezTo>
                  <a:cubicBezTo>
                    <a:pt x="56" y="64"/>
                    <a:pt x="56" y="64"/>
                    <a:pt x="56" y="64"/>
                  </a:cubicBezTo>
                  <a:cubicBezTo>
                    <a:pt x="57" y="66"/>
                    <a:pt x="57" y="66"/>
                    <a:pt x="57" y="66"/>
                  </a:cubicBezTo>
                  <a:cubicBezTo>
                    <a:pt x="55" y="67"/>
                    <a:pt x="55" y="67"/>
                    <a:pt x="55" y="67"/>
                  </a:cubicBezTo>
                  <a:cubicBezTo>
                    <a:pt x="49" y="72"/>
                    <a:pt x="49" y="72"/>
                    <a:pt x="49" y="72"/>
                  </a:cubicBezTo>
                  <a:cubicBezTo>
                    <a:pt x="47" y="73"/>
                    <a:pt x="47" y="73"/>
                    <a:pt x="47" y="73"/>
                  </a:cubicBezTo>
                  <a:cubicBezTo>
                    <a:pt x="46" y="71"/>
                    <a:pt x="46" y="71"/>
                    <a:pt x="46" y="71"/>
                  </a:cubicBezTo>
                  <a:cubicBezTo>
                    <a:pt x="46" y="71"/>
                    <a:pt x="46" y="71"/>
                    <a:pt x="46" y="71"/>
                  </a:cubicBezTo>
                  <a:cubicBezTo>
                    <a:pt x="36" y="56"/>
                    <a:pt x="36" y="56"/>
                    <a:pt x="36" y="56"/>
                  </a:cubicBezTo>
                  <a:cubicBezTo>
                    <a:pt x="11" y="21"/>
                    <a:pt x="11" y="21"/>
                    <a:pt x="11" y="21"/>
                  </a:cubicBezTo>
                  <a:cubicBezTo>
                    <a:pt x="11" y="47"/>
                    <a:pt x="11" y="47"/>
                    <a:pt x="11" y="47"/>
                  </a:cubicBezTo>
                  <a:cubicBezTo>
                    <a:pt x="11" y="65"/>
                    <a:pt x="11" y="65"/>
                    <a:pt x="11" y="65"/>
                  </a:cubicBezTo>
                  <a:cubicBezTo>
                    <a:pt x="11" y="67"/>
                    <a:pt x="11" y="67"/>
                    <a:pt x="11" y="67"/>
                  </a:cubicBezTo>
                  <a:cubicBezTo>
                    <a:pt x="10" y="67"/>
                    <a:pt x="10" y="67"/>
                    <a:pt x="10" y="67"/>
                  </a:cubicBezTo>
                  <a:cubicBezTo>
                    <a:pt x="2" y="67"/>
                    <a:pt x="2" y="67"/>
                    <a:pt x="2" y="67"/>
                  </a:cubicBezTo>
                  <a:cubicBezTo>
                    <a:pt x="0" y="67"/>
                    <a:pt x="0" y="67"/>
                    <a:pt x="0" y="67"/>
                  </a:cubicBezTo>
                  <a:cubicBezTo>
                    <a:pt x="0" y="65"/>
                    <a:pt x="0" y="65"/>
                    <a:pt x="0" y="65"/>
                  </a:cubicBezTo>
                  <a:cubicBezTo>
                    <a:pt x="0" y="65"/>
                    <a:pt x="0" y="65"/>
                    <a:pt x="0"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7" name="îṣľíḍê">
              <a:extLst>
                <a:ext uri="{FF2B5EF4-FFF2-40B4-BE49-F238E27FC236}">
                  <a16:creationId xmlns:a16="http://schemas.microsoft.com/office/drawing/2014/main" id="{53BC8051-B586-44E0-C189-7345852C9500}"/>
                </a:ext>
              </a:extLst>
            </p:cNvPr>
            <p:cNvSpPr/>
            <p:nvPr/>
          </p:nvSpPr>
          <p:spPr bwMode="auto">
            <a:xfrm>
              <a:off x="3625850" y="3162301"/>
              <a:ext cx="171450" cy="39688"/>
            </a:xfrm>
            <a:custGeom>
              <a:avLst/>
              <a:gdLst>
                <a:gd name="T0" fmla="*/ 2 w 52"/>
                <a:gd name="T1" fmla="*/ 12 h 12"/>
                <a:gd name="T2" fmla="*/ 16 w 52"/>
                <a:gd name="T3" fmla="*/ 12 h 12"/>
                <a:gd name="T4" fmla="*/ 50 w 52"/>
                <a:gd name="T5" fmla="*/ 12 h 12"/>
                <a:gd name="T6" fmla="*/ 52 w 52"/>
                <a:gd name="T7" fmla="*/ 10 h 12"/>
                <a:gd name="T8" fmla="*/ 52 w 52"/>
                <a:gd name="T9" fmla="*/ 2 h 12"/>
                <a:gd name="T10" fmla="*/ 50 w 52"/>
                <a:gd name="T11" fmla="*/ 0 h 12"/>
                <a:gd name="T12" fmla="*/ 16 w 52"/>
                <a:gd name="T13" fmla="*/ 0 h 12"/>
                <a:gd name="T14" fmla="*/ 2 w 52"/>
                <a:gd name="T15" fmla="*/ 0 h 12"/>
                <a:gd name="T16" fmla="*/ 0 w 52"/>
                <a:gd name="T17" fmla="*/ 0 h 12"/>
                <a:gd name="T18" fmla="*/ 0 w 52"/>
                <a:gd name="T19" fmla="*/ 2 h 12"/>
                <a:gd name="T20" fmla="*/ 0 w 52"/>
                <a:gd name="T21" fmla="*/ 10 h 12"/>
                <a:gd name="T22" fmla="*/ 0 w 52"/>
                <a:gd name="T23" fmla="*/ 12 h 12"/>
                <a:gd name="T24" fmla="*/ 2 w 52"/>
                <a:gd name="T25" fmla="*/ 12 h 12"/>
                <a:gd name="T26" fmla="*/ 2 w 52"/>
                <a:gd name="T27" fmla="*/ 12 h 12"/>
                <a:gd name="T28" fmla="*/ 45 w 52"/>
                <a:gd name="T29" fmla="*/ 2 h 12"/>
                <a:gd name="T30" fmla="*/ 46 w 52"/>
                <a:gd name="T31" fmla="*/ 2 h 12"/>
                <a:gd name="T32" fmla="*/ 46 w 52"/>
                <a:gd name="T33" fmla="*/ 11 h 12"/>
                <a:gd name="T34" fmla="*/ 45 w 52"/>
                <a:gd name="T35" fmla="*/ 11 h 12"/>
                <a:gd name="T36" fmla="*/ 45 w 52"/>
                <a:gd name="T3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2">
                  <a:moveTo>
                    <a:pt x="2" y="12"/>
                  </a:moveTo>
                  <a:cubicBezTo>
                    <a:pt x="16" y="12"/>
                    <a:pt x="16" y="12"/>
                    <a:pt x="16" y="12"/>
                  </a:cubicBezTo>
                  <a:cubicBezTo>
                    <a:pt x="50" y="12"/>
                    <a:pt x="50" y="12"/>
                    <a:pt x="50" y="12"/>
                  </a:cubicBezTo>
                  <a:cubicBezTo>
                    <a:pt x="51" y="12"/>
                    <a:pt x="52" y="11"/>
                    <a:pt x="52" y="10"/>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0"/>
                    <a:pt x="0" y="10"/>
                    <a:pt x="0" y="10"/>
                  </a:cubicBezTo>
                  <a:cubicBezTo>
                    <a:pt x="0" y="12"/>
                    <a:pt x="0" y="12"/>
                    <a:pt x="0" y="12"/>
                  </a:cubicBezTo>
                  <a:cubicBezTo>
                    <a:pt x="2" y="12"/>
                    <a:pt x="2" y="12"/>
                    <a:pt x="2" y="12"/>
                  </a:cubicBezTo>
                  <a:cubicBezTo>
                    <a:pt x="2" y="12"/>
                    <a:pt x="2" y="12"/>
                    <a:pt x="2" y="12"/>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8" name="íşľïďê">
              <a:extLst>
                <a:ext uri="{FF2B5EF4-FFF2-40B4-BE49-F238E27FC236}">
                  <a16:creationId xmlns:a16="http://schemas.microsoft.com/office/drawing/2014/main" id="{C30C58EF-F33B-7DEF-2EE7-D64AC444055F}"/>
                </a:ext>
              </a:extLst>
            </p:cNvPr>
            <p:cNvSpPr/>
            <p:nvPr/>
          </p:nvSpPr>
          <p:spPr bwMode="auto">
            <a:xfrm>
              <a:off x="3625850" y="3208338"/>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79" name="îṧḻíḍe">
              <a:extLst>
                <a:ext uri="{FF2B5EF4-FFF2-40B4-BE49-F238E27FC236}">
                  <a16:creationId xmlns:a16="http://schemas.microsoft.com/office/drawing/2014/main" id="{F7556334-C14F-BD8C-6804-388511CBA093}"/>
                </a:ext>
              </a:extLst>
            </p:cNvPr>
            <p:cNvSpPr/>
            <p:nvPr/>
          </p:nvSpPr>
          <p:spPr bwMode="auto">
            <a:xfrm>
              <a:off x="3625850" y="3257551"/>
              <a:ext cx="171450" cy="42863"/>
            </a:xfrm>
            <a:custGeom>
              <a:avLst/>
              <a:gdLst>
                <a:gd name="T0" fmla="*/ 2 w 52"/>
                <a:gd name="T1" fmla="*/ 13 h 13"/>
                <a:gd name="T2" fmla="*/ 16 w 52"/>
                <a:gd name="T3" fmla="*/ 13 h 13"/>
                <a:gd name="T4" fmla="*/ 50 w 52"/>
                <a:gd name="T5" fmla="*/ 13 h 13"/>
                <a:gd name="T6" fmla="*/ 52 w 52"/>
                <a:gd name="T7" fmla="*/ 11 h 13"/>
                <a:gd name="T8" fmla="*/ 52 w 52"/>
                <a:gd name="T9" fmla="*/ 2 h 13"/>
                <a:gd name="T10" fmla="*/ 50 w 52"/>
                <a:gd name="T11" fmla="*/ 0 h 13"/>
                <a:gd name="T12" fmla="*/ 16 w 52"/>
                <a:gd name="T13" fmla="*/ 0 h 13"/>
                <a:gd name="T14" fmla="*/ 2 w 52"/>
                <a:gd name="T15" fmla="*/ 0 h 13"/>
                <a:gd name="T16" fmla="*/ 0 w 52"/>
                <a:gd name="T17" fmla="*/ 0 h 13"/>
                <a:gd name="T18" fmla="*/ 0 w 52"/>
                <a:gd name="T19" fmla="*/ 2 h 13"/>
                <a:gd name="T20" fmla="*/ 0 w 52"/>
                <a:gd name="T21" fmla="*/ 11 h 13"/>
                <a:gd name="T22" fmla="*/ 0 w 52"/>
                <a:gd name="T23" fmla="*/ 13 h 13"/>
                <a:gd name="T24" fmla="*/ 2 w 52"/>
                <a:gd name="T25" fmla="*/ 13 h 13"/>
                <a:gd name="T26" fmla="*/ 2 w 52"/>
                <a:gd name="T27" fmla="*/ 13 h 13"/>
                <a:gd name="T28" fmla="*/ 45 w 52"/>
                <a:gd name="T29" fmla="*/ 2 h 13"/>
                <a:gd name="T30" fmla="*/ 46 w 52"/>
                <a:gd name="T31" fmla="*/ 2 h 13"/>
                <a:gd name="T32" fmla="*/ 46 w 52"/>
                <a:gd name="T33" fmla="*/ 11 h 13"/>
                <a:gd name="T34" fmla="*/ 45 w 52"/>
                <a:gd name="T35" fmla="*/ 11 h 13"/>
                <a:gd name="T36" fmla="*/ 45 w 52"/>
                <a:gd name="T37"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13">
                  <a:moveTo>
                    <a:pt x="2" y="13"/>
                  </a:moveTo>
                  <a:cubicBezTo>
                    <a:pt x="16" y="13"/>
                    <a:pt x="16" y="13"/>
                    <a:pt x="16" y="13"/>
                  </a:cubicBezTo>
                  <a:cubicBezTo>
                    <a:pt x="50" y="13"/>
                    <a:pt x="50" y="13"/>
                    <a:pt x="50" y="13"/>
                  </a:cubicBezTo>
                  <a:cubicBezTo>
                    <a:pt x="51" y="13"/>
                    <a:pt x="52" y="12"/>
                    <a:pt x="52" y="11"/>
                  </a:cubicBezTo>
                  <a:cubicBezTo>
                    <a:pt x="52" y="2"/>
                    <a:pt x="52" y="2"/>
                    <a:pt x="52" y="2"/>
                  </a:cubicBezTo>
                  <a:cubicBezTo>
                    <a:pt x="52" y="1"/>
                    <a:pt x="51" y="0"/>
                    <a:pt x="50" y="0"/>
                  </a:cubicBezTo>
                  <a:cubicBezTo>
                    <a:pt x="16" y="0"/>
                    <a:pt x="16" y="0"/>
                    <a:pt x="16" y="0"/>
                  </a:cubicBezTo>
                  <a:cubicBezTo>
                    <a:pt x="2" y="0"/>
                    <a:pt x="2" y="0"/>
                    <a:pt x="2" y="0"/>
                  </a:cubicBezTo>
                  <a:cubicBezTo>
                    <a:pt x="0" y="0"/>
                    <a:pt x="0" y="0"/>
                    <a:pt x="0" y="0"/>
                  </a:cubicBezTo>
                  <a:cubicBezTo>
                    <a:pt x="0" y="2"/>
                    <a:pt x="0" y="2"/>
                    <a:pt x="0" y="2"/>
                  </a:cubicBezTo>
                  <a:cubicBezTo>
                    <a:pt x="0" y="11"/>
                    <a:pt x="0" y="11"/>
                    <a:pt x="0" y="11"/>
                  </a:cubicBezTo>
                  <a:cubicBezTo>
                    <a:pt x="0" y="13"/>
                    <a:pt x="0" y="13"/>
                    <a:pt x="0" y="13"/>
                  </a:cubicBezTo>
                  <a:cubicBezTo>
                    <a:pt x="2" y="13"/>
                    <a:pt x="2" y="13"/>
                    <a:pt x="2" y="13"/>
                  </a:cubicBezTo>
                  <a:cubicBezTo>
                    <a:pt x="2" y="13"/>
                    <a:pt x="2" y="13"/>
                    <a:pt x="2" y="13"/>
                  </a:cubicBezTo>
                  <a:close/>
                  <a:moveTo>
                    <a:pt x="45" y="2"/>
                  </a:moveTo>
                  <a:cubicBezTo>
                    <a:pt x="46" y="2"/>
                    <a:pt x="46" y="2"/>
                    <a:pt x="46" y="2"/>
                  </a:cubicBezTo>
                  <a:cubicBezTo>
                    <a:pt x="46" y="11"/>
                    <a:pt x="46" y="11"/>
                    <a:pt x="46" y="11"/>
                  </a:cubicBezTo>
                  <a:cubicBezTo>
                    <a:pt x="45" y="11"/>
                    <a:pt x="45" y="11"/>
                    <a:pt x="45" y="11"/>
                  </a:cubicBezTo>
                  <a:lnTo>
                    <a:pt x="45"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0" name="ïsļíďé">
              <a:extLst>
                <a:ext uri="{FF2B5EF4-FFF2-40B4-BE49-F238E27FC236}">
                  <a16:creationId xmlns:a16="http://schemas.microsoft.com/office/drawing/2014/main" id="{FDEA3412-9E48-096F-4C3F-7BB54FD3FABB}"/>
                </a:ext>
              </a:extLst>
            </p:cNvPr>
            <p:cNvSpPr/>
            <p:nvPr/>
          </p:nvSpPr>
          <p:spPr bwMode="auto">
            <a:xfrm>
              <a:off x="3586163" y="3101976"/>
              <a:ext cx="211138" cy="63500"/>
            </a:xfrm>
            <a:custGeom>
              <a:avLst/>
              <a:gdLst>
                <a:gd name="T0" fmla="*/ 57 w 64"/>
                <a:gd name="T1" fmla="*/ 0 h 19"/>
                <a:gd name="T2" fmla="*/ 64 w 64"/>
                <a:gd name="T3" fmla="*/ 7 h 19"/>
                <a:gd name="T4" fmla="*/ 57 w 64"/>
                <a:gd name="T5" fmla="*/ 14 h 19"/>
                <a:gd name="T6" fmla="*/ 57 w 64"/>
                <a:gd name="T7" fmla="*/ 14 h 19"/>
                <a:gd name="T8" fmla="*/ 25 w 64"/>
                <a:gd name="T9" fmla="*/ 14 h 19"/>
                <a:gd name="T10" fmla="*/ 25 w 64"/>
                <a:gd name="T11" fmla="*/ 13 h 19"/>
                <a:gd name="T12" fmla="*/ 52 w 64"/>
                <a:gd name="T13" fmla="*/ 13 h 19"/>
                <a:gd name="T14" fmla="*/ 50 w 64"/>
                <a:gd name="T15" fmla="*/ 12 h 19"/>
                <a:gd name="T16" fmla="*/ 0 w 64"/>
                <a:gd name="T17" fmla="*/ 19 h 19"/>
                <a:gd name="T18" fmla="*/ 4 w 64"/>
                <a:gd name="T19" fmla="*/ 7 h 19"/>
                <a:gd name="T20" fmla="*/ 49 w 64"/>
                <a:gd name="T21" fmla="*/ 5 h 19"/>
                <a:gd name="T22" fmla="*/ 57 w 64"/>
                <a:gd name="T23" fmla="*/ 0 h 19"/>
                <a:gd name="T24" fmla="*/ 57 w 64"/>
                <a:gd name="T25" fmla="*/ 4 h 19"/>
                <a:gd name="T26" fmla="*/ 57 w 64"/>
                <a:gd name="T27" fmla="*/ 9 h 19"/>
                <a:gd name="T28" fmla="*/ 53 w 64"/>
                <a:gd name="T29" fmla="*/ 12 h 19"/>
                <a:gd name="T30" fmla="*/ 59 w 64"/>
                <a:gd name="T31" fmla="*/ 7 h 19"/>
                <a:gd name="T32" fmla="*/ 57 w 64"/>
                <a:gd name="T33"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 h="19">
                  <a:moveTo>
                    <a:pt x="57" y="0"/>
                  </a:moveTo>
                  <a:cubicBezTo>
                    <a:pt x="61" y="0"/>
                    <a:pt x="64" y="3"/>
                    <a:pt x="64" y="7"/>
                  </a:cubicBezTo>
                  <a:cubicBezTo>
                    <a:pt x="64" y="11"/>
                    <a:pt x="61" y="14"/>
                    <a:pt x="57" y="14"/>
                  </a:cubicBezTo>
                  <a:cubicBezTo>
                    <a:pt x="57" y="14"/>
                    <a:pt x="57" y="14"/>
                    <a:pt x="57" y="14"/>
                  </a:cubicBezTo>
                  <a:cubicBezTo>
                    <a:pt x="25" y="14"/>
                    <a:pt x="25" y="14"/>
                    <a:pt x="25" y="14"/>
                  </a:cubicBezTo>
                  <a:cubicBezTo>
                    <a:pt x="25" y="13"/>
                    <a:pt x="25" y="13"/>
                    <a:pt x="25" y="13"/>
                  </a:cubicBezTo>
                  <a:cubicBezTo>
                    <a:pt x="52" y="13"/>
                    <a:pt x="52" y="13"/>
                    <a:pt x="52" y="13"/>
                  </a:cubicBezTo>
                  <a:cubicBezTo>
                    <a:pt x="51" y="12"/>
                    <a:pt x="51" y="12"/>
                    <a:pt x="50" y="12"/>
                  </a:cubicBezTo>
                  <a:cubicBezTo>
                    <a:pt x="21" y="10"/>
                    <a:pt x="6" y="17"/>
                    <a:pt x="0" y="19"/>
                  </a:cubicBezTo>
                  <a:cubicBezTo>
                    <a:pt x="0" y="18"/>
                    <a:pt x="2" y="10"/>
                    <a:pt x="4" y="7"/>
                  </a:cubicBezTo>
                  <a:cubicBezTo>
                    <a:pt x="26" y="2"/>
                    <a:pt x="31" y="4"/>
                    <a:pt x="49" y="5"/>
                  </a:cubicBezTo>
                  <a:cubicBezTo>
                    <a:pt x="50" y="2"/>
                    <a:pt x="53" y="0"/>
                    <a:pt x="57" y="0"/>
                  </a:cubicBezTo>
                  <a:close/>
                  <a:moveTo>
                    <a:pt x="57" y="4"/>
                  </a:moveTo>
                  <a:cubicBezTo>
                    <a:pt x="53" y="4"/>
                    <a:pt x="52" y="9"/>
                    <a:pt x="57" y="9"/>
                  </a:cubicBezTo>
                  <a:cubicBezTo>
                    <a:pt x="56" y="11"/>
                    <a:pt x="55" y="11"/>
                    <a:pt x="53" y="12"/>
                  </a:cubicBezTo>
                  <a:cubicBezTo>
                    <a:pt x="55" y="13"/>
                    <a:pt x="59" y="11"/>
                    <a:pt x="59" y="7"/>
                  </a:cubicBezTo>
                  <a:cubicBezTo>
                    <a:pt x="59" y="6"/>
                    <a:pt x="58" y="4"/>
                    <a:pt x="5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1" name="iSľïďê">
              <a:extLst>
                <a:ext uri="{FF2B5EF4-FFF2-40B4-BE49-F238E27FC236}">
                  <a16:creationId xmlns:a16="http://schemas.microsoft.com/office/drawing/2014/main" id="{CF1B82BE-6CA9-22DD-4BBD-5B4457375B35}"/>
                </a:ext>
              </a:extLst>
            </p:cNvPr>
            <p:cNvSpPr/>
            <p:nvPr/>
          </p:nvSpPr>
          <p:spPr bwMode="auto">
            <a:xfrm>
              <a:off x="4103688" y="3303588"/>
              <a:ext cx="52388" cy="268288"/>
            </a:xfrm>
            <a:custGeom>
              <a:avLst/>
              <a:gdLst>
                <a:gd name="T0" fmla="*/ 6 w 16"/>
                <a:gd name="T1" fmla="*/ 0 h 81"/>
                <a:gd name="T2" fmla="*/ 9 w 16"/>
                <a:gd name="T3" fmla="*/ 0 h 81"/>
                <a:gd name="T4" fmla="*/ 13 w 16"/>
                <a:gd name="T5" fmla="*/ 3 h 81"/>
                <a:gd name="T6" fmla="*/ 13 w 16"/>
                <a:gd name="T7" fmla="*/ 16 h 81"/>
                <a:gd name="T8" fmla="*/ 10 w 16"/>
                <a:gd name="T9" fmla="*/ 19 h 81"/>
                <a:gd name="T10" fmla="*/ 10 w 16"/>
                <a:gd name="T11" fmla="*/ 29 h 81"/>
                <a:gd name="T12" fmla="*/ 12 w 16"/>
                <a:gd name="T13" fmla="*/ 29 h 81"/>
                <a:gd name="T14" fmla="*/ 16 w 16"/>
                <a:gd name="T15" fmla="*/ 32 h 81"/>
                <a:gd name="T16" fmla="*/ 16 w 16"/>
                <a:gd name="T17" fmla="*/ 47 h 81"/>
                <a:gd name="T18" fmla="*/ 12 w 16"/>
                <a:gd name="T19" fmla="*/ 50 h 81"/>
                <a:gd name="T20" fmla="*/ 10 w 16"/>
                <a:gd name="T21" fmla="*/ 50 h 81"/>
                <a:gd name="T22" fmla="*/ 10 w 16"/>
                <a:gd name="T23" fmla="*/ 60 h 81"/>
                <a:gd name="T24" fmla="*/ 12 w 16"/>
                <a:gd name="T25" fmla="*/ 60 h 81"/>
                <a:gd name="T26" fmla="*/ 16 w 16"/>
                <a:gd name="T27" fmla="*/ 63 h 81"/>
                <a:gd name="T28" fmla="*/ 16 w 16"/>
                <a:gd name="T29" fmla="*/ 78 h 81"/>
                <a:gd name="T30" fmla="*/ 12 w 16"/>
                <a:gd name="T31" fmla="*/ 81 h 81"/>
                <a:gd name="T32" fmla="*/ 4 w 16"/>
                <a:gd name="T33" fmla="*/ 81 h 81"/>
                <a:gd name="T34" fmla="*/ 0 w 16"/>
                <a:gd name="T35" fmla="*/ 78 h 81"/>
                <a:gd name="T36" fmla="*/ 0 w 16"/>
                <a:gd name="T37" fmla="*/ 63 h 81"/>
                <a:gd name="T38" fmla="*/ 4 w 16"/>
                <a:gd name="T39" fmla="*/ 60 h 81"/>
                <a:gd name="T40" fmla="*/ 6 w 16"/>
                <a:gd name="T41" fmla="*/ 60 h 81"/>
                <a:gd name="T42" fmla="*/ 6 w 16"/>
                <a:gd name="T43" fmla="*/ 50 h 81"/>
                <a:gd name="T44" fmla="*/ 4 w 16"/>
                <a:gd name="T45" fmla="*/ 50 h 81"/>
                <a:gd name="T46" fmla="*/ 0 w 16"/>
                <a:gd name="T47" fmla="*/ 47 h 81"/>
                <a:gd name="T48" fmla="*/ 0 w 16"/>
                <a:gd name="T49" fmla="*/ 32 h 81"/>
                <a:gd name="T50" fmla="*/ 4 w 16"/>
                <a:gd name="T51" fmla="*/ 29 h 81"/>
                <a:gd name="T52" fmla="*/ 7 w 16"/>
                <a:gd name="T53" fmla="*/ 29 h 81"/>
                <a:gd name="T54" fmla="*/ 7 w 16"/>
                <a:gd name="T55" fmla="*/ 19 h 81"/>
                <a:gd name="T56" fmla="*/ 6 w 16"/>
                <a:gd name="T57" fmla="*/ 19 h 81"/>
                <a:gd name="T58" fmla="*/ 2 w 16"/>
                <a:gd name="T59" fmla="*/ 16 h 81"/>
                <a:gd name="T60" fmla="*/ 2 w 16"/>
                <a:gd name="T61" fmla="*/ 3 h 81"/>
                <a:gd name="T62" fmla="*/ 6 w 16"/>
                <a:gd name="T63" fmla="*/ 0 h 81"/>
                <a:gd name="T64" fmla="*/ 6 w 16"/>
                <a:gd name="T65" fmla="*/ 63 h 81"/>
                <a:gd name="T66" fmla="*/ 4 w 16"/>
                <a:gd name="T67" fmla="*/ 65 h 81"/>
                <a:gd name="T68" fmla="*/ 4 w 16"/>
                <a:gd name="T69" fmla="*/ 76 h 81"/>
                <a:gd name="T70" fmla="*/ 6 w 16"/>
                <a:gd name="T71" fmla="*/ 79 h 81"/>
                <a:gd name="T72" fmla="*/ 10 w 16"/>
                <a:gd name="T73" fmla="*/ 79 h 81"/>
                <a:gd name="T74" fmla="*/ 12 w 16"/>
                <a:gd name="T75" fmla="*/ 76 h 81"/>
                <a:gd name="T76" fmla="*/ 12 w 16"/>
                <a:gd name="T77" fmla="*/ 65 h 81"/>
                <a:gd name="T78" fmla="*/ 10 w 16"/>
                <a:gd name="T79" fmla="*/ 63 h 81"/>
                <a:gd name="T80" fmla="*/ 6 w 16"/>
                <a:gd name="T81" fmla="*/ 63 h 81"/>
                <a:gd name="T82" fmla="*/ 6 w 16"/>
                <a:gd name="T83" fmla="*/ 31 h 81"/>
                <a:gd name="T84" fmla="*/ 4 w 16"/>
                <a:gd name="T85" fmla="*/ 34 h 81"/>
                <a:gd name="T86" fmla="*/ 4 w 16"/>
                <a:gd name="T87" fmla="*/ 45 h 81"/>
                <a:gd name="T88" fmla="*/ 6 w 16"/>
                <a:gd name="T89" fmla="*/ 47 h 81"/>
                <a:gd name="T90" fmla="*/ 10 w 16"/>
                <a:gd name="T91" fmla="*/ 47 h 81"/>
                <a:gd name="T92" fmla="*/ 12 w 16"/>
                <a:gd name="T93" fmla="*/ 45 h 81"/>
                <a:gd name="T94" fmla="*/ 12 w 16"/>
                <a:gd name="T95" fmla="*/ 34 h 81"/>
                <a:gd name="T96" fmla="*/ 10 w 16"/>
                <a:gd name="T97" fmla="*/ 31 h 81"/>
                <a:gd name="T98" fmla="*/ 6 w 16"/>
                <a:gd name="T99" fmla="*/ 3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 h="81">
                  <a:moveTo>
                    <a:pt x="6" y="0"/>
                  </a:moveTo>
                  <a:cubicBezTo>
                    <a:pt x="9" y="0"/>
                    <a:pt x="9" y="0"/>
                    <a:pt x="9" y="0"/>
                  </a:cubicBezTo>
                  <a:cubicBezTo>
                    <a:pt x="11" y="0"/>
                    <a:pt x="13" y="1"/>
                    <a:pt x="13" y="3"/>
                  </a:cubicBezTo>
                  <a:cubicBezTo>
                    <a:pt x="13" y="16"/>
                    <a:pt x="13" y="16"/>
                    <a:pt x="13" y="16"/>
                  </a:cubicBezTo>
                  <a:cubicBezTo>
                    <a:pt x="13" y="17"/>
                    <a:pt x="12" y="18"/>
                    <a:pt x="10" y="19"/>
                  </a:cubicBezTo>
                  <a:cubicBezTo>
                    <a:pt x="10" y="29"/>
                    <a:pt x="10" y="29"/>
                    <a:pt x="10" y="29"/>
                  </a:cubicBezTo>
                  <a:cubicBezTo>
                    <a:pt x="12" y="29"/>
                    <a:pt x="12" y="29"/>
                    <a:pt x="12" y="29"/>
                  </a:cubicBezTo>
                  <a:cubicBezTo>
                    <a:pt x="14" y="29"/>
                    <a:pt x="16" y="30"/>
                    <a:pt x="16" y="32"/>
                  </a:cubicBezTo>
                  <a:cubicBezTo>
                    <a:pt x="16" y="47"/>
                    <a:pt x="16" y="47"/>
                    <a:pt x="16" y="47"/>
                  </a:cubicBezTo>
                  <a:cubicBezTo>
                    <a:pt x="16" y="48"/>
                    <a:pt x="14" y="50"/>
                    <a:pt x="12" y="50"/>
                  </a:cubicBezTo>
                  <a:cubicBezTo>
                    <a:pt x="10" y="50"/>
                    <a:pt x="10" y="50"/>
                    <a:pt x="10" y="50"/>
                  </a:cubicBezTo>
                  <a:cubicBezTo>
                    <a:pt x="10" y="60"/>
                    <a:pt x="10" y="60"/>
                    <a:pt x="10" y="60"/>
                  </a:cubicBezTo>
                  <a:cubicBezTo>
                    <a:pt x="12" y="60"/>
                    <a:pt x="12" y="60"/>
                    <a:pt x="12" y="60"/>
                  </a:cubicBezTo>
                  <a:cubicBezTo>
                    <a:pt x="14" y="60"/>
                    <a:pt x="16" y="62"/>
                    <a:pt x="16" y="63"/>
                  </a:cubicBezTo>
                  <a:cubicBezTo>
                    <a:pt x="16" y="78"/>
                    <a:pt x="16" y="78"/>
                    <a:pt x="16" y="78"/>
                  </a:cubicBezTo>
                  <a:cubicBezTo>
                    <a:pt x="16" y="80"/>
                    <a:pt x="14" y="81"/>
                    <a:pt x="12" y="81"/>
                  </a:cubicBezTo>
                  <a:cubicBezTo>
                    <a:pt x="4" y="81"/>
                    <a:pt x="4" y="81"/>
                    <a:pt x="4" y="81"/>
                  </a:cubicBezTo>
                  <a:cubicBezTo>
                    <a:pt x="2" y="81"/>
                    <a:pt x="0" y="80"/>
                    <a:pt x="0" y="78"/>
                  </a:cubicBezTo>
                  <a:cubicBezTo>
                    <a:pt x="0" y="63"/>
                    <a:pt x="0" y="63"/>
                    <a:pt x="0" y="63"/>
                  </a:cubicBezTo>
                  <a:cubicBezTo>
                    <a:pt x="0" y="62"/>
                    <a:pt x="2" y="60"/>
                    <a:pt x="4" y="60"/>
                  </a:cubicBezTo>
                  <a:cubicBezTo>
                    <a:pt x="6" y="60"/>
                    <a:pt x="6" y="60"/>
                    <a:pt x="6" y="60"/>
                  </a:cubicBezTo>
                  <a:cubicBezTo>
                    <a:pt x="6" y="50"/>
                    <a:pt x="6" y="50"/>
                    <a:pt x="6" y="50"/>
                  </a:cubicBezTo>
                  <a:cubicBezTo>
                    <a:pt x="4" y="50"/>
                    <a:pt x="4" y="50"/>
                    <a:pt x="4" y="50"/>
                  </a:cubicBezTo>
                  <a:cubicBezTo>
                    <a:pt x="2" y="50"/>
                    <a:pt x="0" y="48"/>
                    <a:pt x="0" y="47"/>
                  </a:cubicBezTo>
                  <a:cubicBezTo>
                    <a:pt x="0" y="32"/>
                    <a:pt x="0" y="32"/>
                    <a:pt x="0" y="32"/>
                  </a:cubicBezTo>
                  <a:cubicBezTo>
                    <a:pt x="0" y="30"/>
                    <a:pt x="2" y="29"/>
                    <a:pt x="4" y="29"/>
                  </a:cubicBezTo>
                  <a:cubicBezTo>
                    <a:pt x="7" y="29"/>
                    <a:pt x="7" y="29"/>
                    <a:pt x="7" y="29"/>
                  </a:cubicBezTo>
                  <a:cubicBezTo>
                    <a:pt x="7" y="19"/>
                    <a:pt x="7" y="19"/>
                    <a:pt x="7" y="19"/>
                  </a:cubicBezTo>
                  <a:cubicBezTo>
                    <a:pt x="6" y="19"/>
                    <a:pt x="6" y="19"/>
                    <a:pt x="6" y="19"/>
                  </a:cubicBezTo>
                  <a:cubicBezTo>
                    <a:pt x="4" y="19"/>
                    <a:pt x="2" y="17"/>
                    <a:pt x="2" y="16"/>
                  </a:cubicBezTo>
                  <a:cubicBezTo>
                    <a:pt x="2" y="3"/>
                    <a:pt x="2" y="3"/>
                    <a:pt x="2" y="3"/>
                  </a:cubicBezTo>
                  <a:cubicBezTo>
                    <a:pt x="2" y="1"/>
                    <a:pt x="4" y="0"/>
                    <a:pt x="6" y="0"/>
                  </a:cubicBezTo>
                  <a:close/>
                  <a:moveTo>
                    <a:pt x="6" y="63"/>
                  </a:moveTo>
                  <a:cubicBezTo>
                    <a:pt x="5" y="63"/>
                    <a:pt x="4" y="64"/>
                    <a:pt x="4" y="65"/>
                  </a:cubicBezTo>
                  <a:cubicBezTo>
                    <a:pt x="4" y="76"/>
                    <a:pt x="4" y="76"/>
                    <a:pt x="4" y="76"/>
                  </a:cubicBezTo>
                  <a:cubicBezTo>
                    <a:pt x="4" y="77"/>
                    <a:pt x="5" y="79"/>
                    <a:pt x="6" y="79"/>
                  </a:cubicBezTo>
                  <a:cubicBezTo>
                    <a:pt x="10" y="79"/>
                    <a:pt x="10" y="79"/>
                    <a:pt x="10" y="79"/>
                  </a:cubicBezTo>
                  <a:cubicBezTo>
                    <a:pt x="11" y="79"/>
                    <a:pt x="12" y="77"/>
                    <a:pt x="12" y="76"/>
                  </a:cubicBezTo>
                  <a:cubicBezTo>
                    <a:pt x="12" y="65"/>
                    <a:pt x="12" y="65"/>
                    <a:pt x="12" y="65"/>
                  </a:cubicBezTo>
                  <a:cubicBezTo>
                    <a:pt x="12" y="64"/>
                    <a:pt x="11" y="63"/>
                    <a:pt x="10" y="63"/>
                  </a:cubicBezTo>
                  <a:cubicBezTo>
                    <a:pt x="6" y="63"/>
                    <a:pt x="6" y="63"/>
                    <a:pt x="6" y="63"/>
                  </a:cubicBezTo>
                  <a:close/>
                  <a:moveTo>
                    <a:pt x="6" y="31"/>
                  </a:moveTo>
                  <a:cubicBezTo>
                    <a:pt x="5" y="31"/>
                    <a:pt x="4" y="33"/>
                    <a:pt x="4" y="34"/>
                  </a:cubicBezTo>
                  <a:cubicBezTo>
                    <a:pt x="4" y="45"/>
                    <a:pt x="4" y="45"/>
                    <a:pt x="4" y="45"/>
                  </a:cubicBezTo>
                  <a:cubicBezTo>
                    <a:pt x="4" y="46"/>
                    <a:pt x="5" y="47"/>
                    <a:pt x="6" y="47"/>
                  </a:cubicBezTo>
                  <a:cubicBezTo>
                    <a:pt x="10" y="47"/>
                    <a:pt x="10" y="47"/>
                    <a:pt x="10" y="47"/>
                  </a:cubicBezTo>
                  <a:cubicBezTo>
                    <a:pt x="11" y="47"/>
                    <a:pt x="12" y="46"/>
                    <a:pt x="12" y="45"/>
                  </a:cubicBezTo>
                  <a:cubicBezTo>
                    <a:pt x="12" y="34"/>
                    <a:pt x="12" y="34"/>
                    <a:pt x="12" y="34"/>
                  </a:cubicBezTo>
                  <a:cubicBezTo>
                    <a:pt x="12" y="33"/>
                    <a:pt x="11" y="31"/>
                    <a:pt x="10" y="31"/>
                  </a:cubicBezTo>
                  <a:lnTo>
                    <a:pt x="6"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2" name="ïśļidê">
              <a:extLst>
                <a:ext uri="{FF2B5EF4-FFF2-40B4-BE49-F238E27FC236}">
                  <a16:creationId xmlns:a16="http://schemas.microsoft.com/office/drawing/2014/main" id="{44A8FCEC-2A8E-5D0E-C36F-3CD0C1FFB9A3}"/>
                </a:ext>
              </a:extLst>
            </p:cNvPr>
            <p:cNvSpPr/>
            <p:nvPr/>
          </p:nvSpPr>
          <p:spPr bwMode="auto">
            <a:xfrm>
              <a:off x="3436938" y="3333751"/>
              <a:ext cx="214313" cy="439738"/>
            </a:xfrm>
            <a:custGeom>
              <a:avLst/>
              <a:gdLst>
                <a:gd name="T0" fmla="*/ 62 w 65"/>
                <a:gd name="T1" fmla="*/ 0 h 133"/>
                <a:gd name="T2" fmla="*/ 63 w 65"/>
                <a:gd name="T3" fmla="*/ 0 h 133"/>
                <a:gd name="T4" fmla="*/ 64 w 65"/>
                <a:gd name="T5" fmla="*/ 4 h 133"/>
                <a:gd name="T6" fmla="*/ 26 w 65"/>
                <a:gd name="T7" fmla="*/ 111 h 133"/>
                <a:gd name="T8" fmla="*/ 37 w 65"/>
                <a:gd name="T9" fmla="*/ 116 h 133"/>
                <a:gd name="T10" fmla="*/ 39 w 65"/>
                <a:gd name="T11" fmla="*/ 121 h 133"/>
                <a:gd name="T12" fmla="*/ 35 w 65"/>
                <a:gd name="T13" fmla="*/ 130 h 133"/>
                <a:gd name="T14" fmla="*/ 30 w 65"/>
                <a:gd name="T15" fmla="*/ 132 h 133"/>
                <a:gd name="T16" fmla="*/ 2 w 65"/>
                <a:gd name="T17" fmla="*/ 120 h 133"/>
                <a:gd name="T18" fmla="*/ 1 w 65"/>
                <a:gd name="T19" fmla="*/ 115 h 133"/>
                <a:gd name="T20" fmla="*/ 5 w 65"/>
                <a:gd name="T21" fmla="*/ 105 h 133"/>
                <a:gd name="T22" fmla="*/ 9 w 65"/>
                <a:gd name="T23" fmla="*/ 103 h 133"/>
                <a:gd name="T24" fmla="*/ 21 w 65"/>
                <a:gd name="T25" fmla="*/ 109 h 133"/>
                <a:gd name="T26" fmla="*/ 59 w 65"/>
                <a:gd name="T27" fmla="*/ 2 h 133"/>
                <a:gd name="T28" fmla="*/ 62 w 65"/>
                <a:gd name="T29"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 h="133">
                  <a:moveTo>
                    <a:pt x="62" y="0"/>
                  </a:moveTo>
                  <a:cubicBezTo>
                    <a:pt x="63" y="0"/>
                    <a:pt x="63" y="0"/>
                    <a:pt x="63" y="0"/>
                  </a:cubicBezTo>
                  <a:cubicBezTo>
                    <a:pt x="65" y="1"/>
                    <a:pt x="65" y="3"/>
                    <a:pt x="64" y="4"/>
                  </a:cubicBezTo>
                  <a:cubicBezTo>
                    <a:pt x="26" y="111"/>
                    <a:pt x="26" y="111"/>
                    <a:pt x="26" y="111"/>
                  </a:cubicBezTo>
                  <a:cubicBezTo>
                    <a:pt x="37" y="116"/>
                    <a:pt x="37" y="116"/>
                    <a:pt x="37" y="116"/>
                  </a:cubicBezTo>
                  <a:cubicBezTo>
                    <a:pt x="39" y="117"/>
                    <a:pt x="40" y="119"/>
                    <a:pt x="39" y="121"/>
                  </a:cubicBezTo>
                  <a:cubicBezTo>
                    <a:pt x="35" y="130"/>
                    <a:pt x="35" y="130"/>
                    <a:pt x="35" y="130"/>
                  </a:cubicBezTo>
                  <a:cubicBezTo>
                    <a:pt x="34" y="132"/>
                    <a:pt x="32" y="133"/>
                    <a:pt x="30" y="132"/>
                  </a:cubicBezTo>
                  <a:cubicBezTo>
                    <a:pt x="2" y="120"/>
                    <a:pt x="2" y="120"/>
                    <a:pt x="2" y="120"/>
                  </a:cubicBezTo>
                  <a:cubicBezTo>
                    <a:pt x="1" y="119"/>
                    <a:pt x="0" y="117"/>
                    <a:pt x="1" y="115"/>
                  </a:cubicBezTo>
                  <a:cubicBezTo>
                    <a:pt x="5" y="105"/>
                    <a:pt x="5" y="105"/>
                    <a:pt x="5" y="105"/>
                  </a:cubicBezTo>
                  <a:cubicBezTo>
                    <a:pt x="6" y="104"/>
                    <a:pt x="8" y="103"/>
                    <a:pt x="9" y="103"/>
                  </a:cubicBezTo>
                  <a:cubicBezTo>
                    <a:pt x="21" y="109"/>
                    <a:pt x="21" y="109"/>
                    <a:pt x="21" y="109"/>
                  </a:cubicBezTo>
                  <a:cubicBezTo>
                    <a:pt x="59" y="2"/>
                    <a:pt x="59" y="2"/>
                    <a:pt x="59" y="2"/>
                  </a:cubicBezTo>
                  <a:cubicBezTo>
                    <a:pt x="60" y="1"/>
                    <a:pt x="61" y="0"/>
                    <a:pt x="6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3" name="îŝľîḍe">
              <a:extLst>
                <a:ext uri="{FF2B5EF4-FFF2-40B4-BE49-F238E27FC236}">
                  <a16:creationId xmlns:a16="http://schemas.microsoft.com/office/drawing/2014/main" id="{2D78EF7A-F2BE-6740-0C88-447D641BBBAF}"/>
                </a:ext>
              </a:extLst>
            </p:cNvPr>
            <p:cNvSpPr/>
            <p:nvPr/>
          </p:nvSpPr>
          <p:spPr bwMode="auto">
            <a:xfrm>
              <a:off x="3978275" y="3316288"/>
              <a:ext cx="195263" cy="106363"/>
            </a:xfrm>
            <a:custGeom>
              <a:avLst/>
              <a:gdLst>
                <a:gd name="T0" fmla="*/ 1 w 59"/>
                <a:gd name="T1" fmla="*/ 0 h 32"/>
                <a:gd name="T2" fmla="*/ 0 w 59"/>
                <a:gd name="T3" fmla="*/ 32 h 32"/>
                <a:gd name="T4" fmla="*/ 59 w 59"/>
                <a:gd name="T5" fmla="*/ 0 h 32"/>
                <a:gd name="T6" fmla="*/ 1 w 59"/>
                <a:gd name="T7" fmla="*/ 0 h 32"/>
              </a:gdLst>
              <a:ahLst/>
              <a:cxnLst>
                <a:cxn ang="0">
                  <a:pos x="T0" y="T1"/>
                </a:cxn>
                <a:cxn ang="0">
                  <a:pos x="T2" y="T3"/>
                </a:cxn>
                <a:cxn ang="0">
                  <a:pos x="T4" y="T5"/>
                </a:cxn>
                <a:cxn ang="0">
                  <a:pos x="T6" y="T7"/>
                </a:cxn>
              </a:cxnLst>
              <a:rect l="0" t="0" r="r" b="b"/>
              <a:pathLst>
                <a:path w="59" h="32">
                  <a:moveTo>
                    <a:pt x="1" y="0"/>
                  </a:moveTo>
                  <a:cubicBezTo>
                    <a:pt x="0" y="10"/>
                    <a:pt x="0" y="22"/>
                    <a:pt x="0" y="32"/>
                  </a:cubicBezTo>
                  <a:cubicBezTo>
                    <a:pt x="31" y="25"/>
                    <a:pt x="41" y="16"/>
                    <a:pt x="59" y="0"/>
                  </a:cubicBezTo>
                  <a:lnTo>
                    <a:pt x="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4" name="íṡlíḋe">
              <a:extLst>
                <a:ext uri="{FF2B5EF4-FFF2-40B4-BE49-F238E27FC236}">
                  <a16:creationId xmlns:a16="http://schemas.microsoft.com/office/drawing/2014/main" id="{17246EDF-D994-D8CD-7830-8DF8627DB88D}"/>
                </a:ext>
              </a:extLst>
            </p:cNvPr>
            <p:cNvSpPr/>
            <p:nvPr/>
          </p:nvSpPr>
          <p:spPr bwMode="auto">
            <a:xfrm>
              <a:off x="3530600" y="3309938"/>
              <a:ext cx="441325" cy="290513"/>
            </a:xfrm>
            <a:custGeom>
              <a:avLst/>
              <a:gdLst>
                <a:gd name="T0" fmla="*/ 0 w 134"/>
                <a:gd name="T1" fmla="*/ 0 h 88"/>
                <a:gd name="T2" fmla="*/ 132 w 134"/>
                <a:gd name="T3" fmla="*/ 0 h 88"/>
                <a:gd name="T4" fmla="*/ 132 w 134"/>
                <a:gd name="T5" fmla="*/ 36 h 88"/>
                <a:gd name="T6" fmla="*/ 134 w 134"/>
                <a:gd name="T7" fmla="*/ 88 h 88"/>
                <a:gd name="T8" fmla="*/ 37 w 134"/>
                <a:gd name="T9" fmla="*/ 88 h 88"/>
                <a:gd name="T10" fmla="*/ 41 w 134"/>
                <a:gd name="T11" fmla="*/ 39 h 88"/>
                <a:gd name="T12" fmla="*/ 32 w 134"/>
                <a:gd name="T13" fmla="*/ 35 h 88"/>
                <a:gd name="T14" fmla="*/ 39 w 134"/>
                <a:gd name="T15" fmla="*/ 8 h 88"/>
                <a:gd name="T16" fmla="*/ 31 w 134"/>
                <a:gd name="T17" fmla="*/ 5 h 88"/>
                <a:gd name="T18" fmla="*/ 20 w 134"/>
                <a:gd name="T19" fmla="*/ 31 h 88"/>
                <a:gd name="T20" fmla="*/ 1 w 134"/>
                <a:gd name="T21" fmla="*/ 27 h 88"/>
                <a:gd name="T22" fmla="*/ 0 w 134"/>
                <a:gd name="T23"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4" h="88">
                  <a:moveTo>
                    <a:pt x="0" y="0"/>
                  </a:moveTo>
                  <a:cubicBezTo>
                    <a:pt x="132" y="0"/>
                    <a:pt x="132" y="0"/>
                    <a:pt x="132" y="0"/>
                  </a:cubicBezTo>
                  <a:cubicBezTo>
                    <a:pt x="133" y="21"/>
                    <a:pt x="131" y="31"/>
                    <a:pt x="132" y="36"/>
                  </a:cubicBezTo>
                  <a:cubicBezTo>
                    <a:pt x="102" y="40"/>
                    <a:pt x="116" y="81"/>
                    <a:pt x="134" y="88"/>
                  </a:cubicBezTo>
                  <a:cubicBezTo>
                    <a:pt x="37" y="88"/>
                    <a:pt x="37" y="88"/>
                    <a:pt x="37" y="88"/>
                  </a:cubicBezTo>
                  <a:cubicBezTo>
                    <a:pt x="55" y="85"/>
                    <a:pt x="64" y="47"/>
                    <a:pt x="41" y="39"/>
                  </a:cubicBezTo>
                  <a:cubicBezTo>
                    <a:pt x="38" y="37"/>
                    <a:pt x="35" y="36"/>
                    <a:pt x="32" y="35"/>
                  </a:cubicBezTo>
                  <a:cubicBezTo>
                    <a:pt x="39" y="8"/>
                    <a:pt x="39" y="8"/>
                    <a:pt x="39" y="8"/>
                  </a:cubicBezTo>
                  <a:cubicBezTo>
                    <a:pt x="37" y="4"/>
                    <a:pt x="34" y="3"/>
                    <a:pt x="31" y="5"/>
                  </a:cubicBezTo>
                  <a:cubicBezTo>
                    <a:pt x="27" y="13"/>
                    <a:pt x="23" y="22"/>
                    <a:pt x="20" y="31"/>
                  </a:cubicBezTo>
                  <a:cubicBezTo>
                    <a:pt x="14" y="30"/>
                    <a:pt x="7" y="29"/>
                    <a:pt x="1" y="27"/>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5" name="îṧliďé">
              <a:extLst>
                <a:ext uri="{FF2B5EF4-FFF2-40B4-BE49-F238E27FC236}">
                  <a16:creationId xmlns:a16="http://schemas.microsoft.com/office/drawing/2014/main" id="{68BCDD6C-1FD3-BE68-A95B-708C453B08CE}"/>
                </a:ext>
              </a:extLst>
            </p:cNvPr>
            <p:cNvSpPr/>
            <p:nvPr/>
          </p:nvSpPr>
          <p:spPr bwMode="auto">
            <a:xfrm>
              <a:off x="2946400" y="2573338"/>
              <a:ext cx="1711325" cy="1714500"/>
            </a:xfrm>
            <a:custGeom>
              <a:avLst/>
              <a:gdLst>
                <a:gd name="T0" fmla="*/ 260 w 519"/>
                <a:gd name="T1" fmla="*/ 0 h 519"/>
                <a:gd name="T2" fmla="*/ 260 w 519"/>
                <a:gd name="T3" fmla="*/ 0 h 519"/>
                <a:gd name="T4" fmla="*/ 260 w 519"/>
                <a:gd name="T5" fmla="*/ 0 h 519"/>
                <a:gd name="T6" fmla="*/ 443 w 519"/>
                <a:gd name="T7" fmla="*/ 76 h 519"/>
                <a:gd name="T8" fmla="*/ 519 w 519"/>
                <a:gd name="T9" fmla="*/ 260 h 519"/>
                <a:gd name="T10" fmla="*/ 519 w 519"/>
                <a:gd name="T11" fmla="*/ 260 h 519"/>
                <a:gd name="T12" fmla="*/ 519 w 519"/>
                <a:gd name="T13" fmla="*/ 260 h 519"/>
                <a:gd name="T14" fmla="*/ 519 w 519"/>
                <a:gd name="T15" fmla="*/ 260 h 519"/>
                <a:gd name="T16" fmla="*/ 519 w 519"/>
                <a:gd name="T17" fmla="*/ 260 h 519"/>
                <a:gd name="T18" fmla="*/ 443 w 519"/>
                <a:gd name="T19" fmla="*/ 443 h 519"/>
                <a:gd name="T20" fmla="*/ 260 w 519"/>
                <a:gd name="T21" fmla="*/ 519 h 519"/>
                <a:gd name="T22" fmla="*/ 260 w 519"/>
                <a:gd name="T23" fmla="*/ 519 h 519"/>
                <a:gd name="T24" fmla="*/ 260 w 519"/>
                <a:gd name="T25" fmla="*/ 519 h 519"/>
                <a:gd name="T26" fmla="*/ 260 w 519"/>
                <a:gd name="T27" fmla="*/ 519 h 519"/>
                <a:gd name="T28" fmla="*/ 260 w 519"/>
                <a:gd name="T29" fmla="*/ 519 h 519"/>
                <a:gd name="T30" fmla="*/ 76 w 519"/>
                <a:gd name="T31" fmla="*/ 443 h 519"/>
                <a:gd name="T32" fmla="*/ 0 w 519"/>
                <a:gd name="T33" fmla="*/ 260 h 519"/>
                <a:gd name="T34" fmla="*/ 0 w 519"/>
                <a:gd name="T35" fmla="*/ 260 h 519"/>
                <a:gd name="T36" fmla="*/ 0 w 519"/>
                <a:gd name="T37" fmla="*/ 260 h 519"/>
                <a:gd name="T38" fmla="*/ 0 w 519"/>
                <a:gd name="T39" fmla="*/ 260 h 519"/>
                <a:gd name="T40" fmla="*/ 0 w 519"/>
                <a:gd name="T41" fmla="*/ 260 h 519"/>
                <a:gd name="T42" fmla="*/ 76 w 519"/>
                <a:gd name="T43" fmla="*/ 76 h 519"/>
                <a:gd name="T44" fmla="*/ 260 w 519"/>
                <a:gd name="T45" fmla="*/ 0 h 519"/>
                <a:gd name="T46" fmla="*/ 260 w 519"/>
                <a:gd name="T47" fmla="*/ 0 h 519"/>
                <a:gd name="T48" fmla="*/ 260 w 519"/>
                <a:gd name="T49" fmla="*/ 0 h 519"/>
                <a:gd name="T50" fmla="*/ 260 w 519"/>
                <a:gd name="T51" fmla="*/ 6 h 519"/>
                <a:gd name="T52" fmla="*/ 260 w 519"/>
                <a:gd name="T53" fmla="*/ 6 h 519"/>
                <a:gd name="T54" fmla="*/ 260 w 519"/>
                <a:gd name="T55" fmla="*/ 6 h 519"/>
                <a:gd name="T56" fmla="*/ 260 w 519"/>
                <a:gd name="T57" fmla="*/ 6 h 519"/>
                <a:gd name="T58" fmla="*/ 260 w 519"/>
                <a:gd name="T59" fmla="*/ 6 h 519"/>
                <a:gd name="T60" fmla="*/ 80 w 519"/>
                <a:gd name="T61" fmla="*/ 80 h 519"/>
                <a:gd name="T62" fmla="*/ 6 w 519"/>
                <a:gd name="T63" fmla="*/ 260 h 519"/>
                <a:gd name="T64" fmla="*/ 6 w 519"/>
                <a:gd name="T65" fmla="*/ 260 h 519"/>
                <a:gd name="T66" fmla="*/ 6 w 519"/>
                <a:gd name="T67" fmla="*/ 260 h 519"/>
                <a:gd name="T68" fmla="*/ 6 w 519"/>
                <a:gd name="T69" fmla="*/ 260 h 519"/>
                <a:gd name="T70" fmla="*/ 6 w 519"/>
                <a:gd name="T71" fmla="*/ 260 h 519"/>
                <a:gd name="T72" fmla="*/ 80 w 519"/>
                <a:gd name="T73" fmla="*/ 439 h 519"/>
                <a:gd name="T74" fmla="*/ 260 w 519"/>
                <a:gd name="T75" fmla="*/ 514 h 519"/>
                <a:gd name="T76" fmla="*/ 260 w 519"/>
                <a:gd name="T77" fmla="*/ 514 h 519"/>
                <a:gd name="T78" fmla="*/ 260 w 519"/>
                <a:gd name="T79" fmla="*/ 514 h 519"/>
                <a:gd name="T80" fmla="*/ 260 w 519"/>
                <a:gd name="T81" fmla="*/ 514 h 519"/>
                <a:gd name="T82" fmla="*/ 260 w 519"/>
                <a:gd name="T83" fmla="*/ 514 h 519"/>
                <a:gd name="T84" fmla="*/ 439 w 519"/>
                <a:gd name="T85" fmla="*/ 439 h 519"/>
                <a:gd name="T86" fmla="*/ 513 w 519"/>
                <a:gd name="T87" fmla="*/ 260 h 519"/>
                <a:gd name="T88" fmla="*/ 513 w 519"/>
                <a:gd name="T89" fmla="*/ 260 h 519"/>
                <a:gd name="T90" fmla="*/ 513 w 519"/>
                <a:gd name="T91" fmla="*/ 260 h 519"/>
                <a:gd name="T92" fmla="*/ 513 w 519"/>
                <a:gd name="T93" fmla="*/ 260 h 519"/>
                <a:gd name="T94" fmla="*/ 513 w 519"/>
                <a:gd name="T95" fmla="*/ 260 h 519"/>
                <a:gd name="T96" fmla="*/ 439 w 519"/>
                <a:gd name="T97" fmla="*/ 80 h 519"/>
                <a:gd name="T98" fmla="*/ 260 w 519"/>
                <a:gd name="T99" fmla="*/ 6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9" h="519">
                  <a:moveTo>
                    <a:pt x="260" y="0"/>
                  </a:moveTo>
                  <a:cubicBezTo>
                    <a:pt x="260" y="0"/>
                    <a:pt x="260" y="0"/>
                    <a:pt x="260" y="0"/>
                  </a:cubicBezTo>
                  <a:cubicBezTo>
                    <a:pt x="260" y="0"/>
                    <a:pt x="260" y="0"/>
                    <a:pt x="260" y="0"/>
                  </a:cubicBezTo>
                  <a:cubicBezTo>
                    <a:pt x="331" y="0"/>
                    <a:pt x="396" y="29"/>
                    <a:pt x="443" y="76"/>
                  </a:cubicBezTo>
                  <a:cubicBezTo>
                    <a:pt x="490" y="123"/>
                    <a:pt x="519" y="188"/>
                    <a:pt x="519" y="260"/>
                  </a:cubicBezTo>
                  <a:cubicBezTo>
                    <a:pt x="519" y="260"/>
                    <a:pt x="519" y="260"/>
                    <a:pt x="519" y="260"/>
                  </a:cubicBezTo>
                  <a:cubicBezTo>
                    <a:pt x="519" y="260"/>
                    <a:pt x="519" y="260"/>
                    <a:pt x="519" y="260"/>
                  </a:cubicBezTo>
                  <a:cubicBezTo>
                    <a:pt x="519" y="260"/>
                    <a:pt x="519" y="260"/>
                    <a:pt x="519" y="260"/>
                  </a:cubicBezTo>
                  <a:cubicBezTo>
                    <a:pt x="519" y="260"/>
                    <a:pt x="519" y="260"/>
                    <a:pt x="519" y="260"/>
                  </a:cubicBezTo>
                  <a:cubicBezTo>
                    <a:pt x="519" y="332"/>
                    <a:pt x="490" y="396"/>
                    <a:pt x="443" y="443"/>
                  </a:cubicBezTo>
                  <a:cubicBezTo>
                    <a:pt x="396" y="490"/>
                    <a:pt x="331" y="519"/>
                    <a:pt x="260" y="519"/>
                  </a:cubicBezTo>
                  <a:cubicBezTo>
                    <a:pt x="260" y="519"/>
                    <a:pt x="260" y="519"/>
                    <a:pt x="260" y="519"/>
                  </a:cubicBezTo>
                  <a:cubicBezTo>
                    <a:pt x="260" y="519"/>
                    <a:pt x="260" y="519"/>
                    <a:pt x="260" y="519"/>
                  </a:cubicBezTo>
                  <a:cubicBezTo>
                    <a:pt x="260" y="519"/>
                    <a:pt x="260" y="519"/>
                    <a:pt x="260" y="519"/>
                  </a:cubicBezTo>
                  <a:cubicBezTo>
                    <a:pt x="260" y="519"/>
                    <a:pt x="260" y="519"/>
                    <a:pt x="260" y="519"/>
                  </a:cubicBezTo>
                  <a:cubicBezTo>
                    <a:pt x="188" y="519"/>
                    <a:pt x="123" y="490"/>
                    <a:pt x="76" y="443"/>
                  </a:cubicBezTo>
                  <a:cubicBezTo>
                    <a:pt x="29" y="396"/>
                    <a:pt x="0" y="332"/>
                    <a:pt x="0" y="260"/>
                  </a:cubicBezTo>
                  <a:cubicBezTo>
                    <a:pt x="0" y="260"/>
                    <a:pt x="0" y="260"/>
                    <a:pt x="0" y="260"/>
                  </a:cubicBezTo>
                  <a:cubicBezTo>
                    <a:pt x="0" y="260"/>
                    <a:pt x="0" y="260"/>
                    <a:pt x="0" y="260"/>
                  </a:cubicBezTo>
                  <a:cubicBezTo>
                    <a:pt x="0" y="260"/>
                    <a:pt x="0" y="260"/>
                    <a:pt x="0" y="260"/>
                  </a:cubicBezTo>
                  <a:cubicBezTo>
                    <a:pt x="0" y="260"/>
                    <a:pt x="0" y="260"/>
                    <a:pt x="0" y="260"/>
                  </a:cubicBezTo>
                  <a:cubicBezTo>
                    <a:pt x="0" y="188"/>
                    <a:pt x="29" y="123"/>
                    <a:pt x="76" y="76"/>
                  </a:cubicBezTo>
                  <a:cubicBezTo>
                    <a:pt x="123" y="29"/>
                    <a:pt x="188" y="0"/>
                    <a:pt x="260" y="0"/>
                  </a:cubicBezTo>
                  <a:cubicBezTo>
                    <a:pt x="260" y="0"/>
                    <a:pt x="260" y="0"/>
                    <a:pt x="260" y="0"/>
                  </a:cubicBezTo>
                  <a:cubicBezTo>
                    <a:pt x="260" y="0"/>
                    <a:pt x="260" y="0"/>
                    <a:pt x="260" y="0"/>
                  </a:cubicBezTo>
                  <a:close/>
                  <a:moveTo>
                    <a:pt x="260" y="6"/>
                  </a:moveTo>
                  <a:cubicBezTo>
                    <a:pt x="260" y="6"/>
                    <a:pt x="260" y="6"/>
                    <a:pt x="260" y="6"/>
                  </a:cubicBezTo>
                  <a:cubicBezTo>
                    <a:pt x="260" y="6"/>
                    <a:pt x="260" y="6"/>
                    <a:pt x="260" y="6"/>
                  </a:cubicBezTo>
                  <a:cubicBezTo>
                    <a:pt x="260" y="6"/>
                    <a:pt x="260" y="6"/>
                    <a:pt x="260" y="6"/>
                  </a:cubicBezTo>
                  <a:cubicBezTo>
                    <a:pt x="260" y="6"/>
                    <a:pt x="260" y="6"/>
                    <a:pt x="260" y="6"/>
                  </a:cubicBezTo>
                  <a:cubicBezTo>
                    <a:pt x="190" y="6"/>
                    <a:pt x="126" y="35"/>
                    <a:pt x="80" y="80"/>
                  </a:cubicBezTo>
                  <a:cubicBezTo>
                    <a:pt x="34" y="126"/>
                    <a:pt x="6" y="190"/>
                    <a:pt x="6" y="260"/>
                  </a:cubicBezTo>
                  <a:cubicBezTo>
                    <a:pt x="6" y="260"/>
                    <a:pt x="6" y="260"/>
                    <a:pt x="6" y="260"/>
                  </a:cubicBezTo>
                  <a:cubicBezTo>
                    <a:pt x="6" y="260"/>
                    <a:pt x="6" y="260"/>
                    <a:pt x="6" y="260"/>
                  </a:cubicBezTo>
                  <a:cubicBezTo>
                    <a:pt x="6" y="260"/>
                    <a:pt x="6" y="260"/>
                    <a:pt x="6" y="260"/>
                  </a:cubicBezTo>
                  <a:cubicBezTo>
                    <a:pt x="6" y="260"/>
                    <a:pt x="6" y="260"/>
                    <a:pt x="6" y="260"/>
                  </a:cubicBezTo>
                  <a:cubicBezTo>
                    <a:pt x="6" y="330"/>
                    <a:pt x="34" y="393"/>
                    <a:pt x="80" y="439"/>
                  </a:cubicBezTo>
                  <a:cubicBezTo>
                    <a:pt x="126" y="485"/>
                    <a:pt x="190" y="514"/>
                    <a:pt x="260" y="514"/>
                  </a:cubicBezTo>
                  <a:cubicBezTo>
                    <a:pt x="260" y="514"/>
                    <a:pt x="260" y="514"/>
                    <a:pt x="260" y="514"/>
                  </a:cubicBezTo>
                  <a:cubicBezTo>
                    <a:pt x="260" y="514"/>
                    <a:pt x="260" y="514"/>
                    <a:pt x="260" y="514"/>
                  </a:cubicBezTo>
                  <a:cubicBezTo>
                    <a:pt x="260" y="514"/>
                    <a:pt x="260" y="514"/>
                    <a:pt x="260" y="514"/>
                  </a:cubicBezTo>
                  <a:cubicBezTo>
                    <a:pt x="260" y="514"/>
                    <a:pt x="260" y="514"/>
                    <a:pt x="260" y="514"/>
                  </a:cubicBezTo>
                  <a:cubicBezTo>
                    <a:pt x="330" y="514"/>
                    <a:pt x="393" y="485"/>
                    <a:pt x="439" y="439"/>
                  </a:cubicBezTo>
                  <a:cubicBezTo>
                    <a:pt x="485" y="393"/>
                    <a:pt x="513" y="330"/>
                    <a:pt x="513" y="260"/>
                  </a:cubicBezTo>
                  <a:cubicBezTo>
                    <a:pt x="513" y="260"/>
                    <a:pt x="513" y="260"/>
                    <a:pt x="513" y="260"/>
                  </a:cubicBezTo>
                  <a:cubicBezTo>
                    <a:pt x="513" y="260"/>
                    <a:pt x="513" y="260"/>
                    <a:pt x="513" y="260"/>
                  </a:cubicBezTo>
                  <a:cubicBezTo>
                    <a:pt x="513" y="260"/>
                    <a:pt x="513" y="260"/>
                    <a:pt x="513" y="260"/>
                  </a:cubicBezTo>
                  <a:cubicBezTo>
                    <a:pt x="513" y="260"/>
                    <a:pt x="513" y="260"/>
                    <a:pt x="513" y="260"/>
                  </a:cubicBezTo>
                  <a:cubicBezTo>
                    <a:pt x="513" y="190"/>
                    <a:pt x="485" y="126"/>
                    <a:pt x="439" y="80"/>
                  </a:cubicBezTo>
                  <a:cubicBezTo>
                    <a:pt x="393" y="35"/>
                    <a:pt x="330" y="6"/>
                    <a:pt x="26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6" name="îṡḷïḋè">
              <a:extLst>
                <a:ext uri="{FF2B5EF4-FFF2-40B4-BE49-F238E27FC236}">
                  <a16:creationId xmlns:a16="http://schemas.microsoft.com/office/drawing/2014/main" id="{E4C00025-C270-77A6-D4C2-5D1AD130DFE0}"/>
                </a:ext>
              </a:extLst>
            </p:cNvPr>
            <p:cNvSpPr/>
            <p:nvPr/>
          </p:nvSpPr>
          <p:spPr bwMode="auto">
            <a:xfrm>
              <a:off x="2873375" y="2500313"/>
              <a:ext cx="1857375" cy="1863725"/>
            </a:xfrm>
            <a:custGeom>
              <a:avLst/>
              <a:gdLst>
                <a:gd name="T0" fmla="*/ 282 w 563"/>
                <a:gd name="T1" fmla="*/ 0 h 564"/>
                <a:gd name="T2" fmla="*/ 282 w 563"/>
                <a:gd name="T3" fmla="*/ 0 h 564"/>
                <a:gd name="T4" fmla="*/ 282 w 563"/>
                <a:gd name="T5" fmla="*/ 0 h 564"/>
                <a:gd name="T6" fmla="*/ 481 w 563"/>
                <a:gd name="T7" fmla="*/ 83 h 564"/>
                <a:gd name="T8" fmla="*/ 563 w 563"/>
                <a:gd name="T9" fmla="*/ 282 h 564"/>
                <a:gd name="T10" fmla="*/ 563 w 563"/>
                <a:gd name="T11" fmla="*/ 282 h 564"/>
                <a:gd name="T12" fmla="*/ 563 w 563"/>
                <a:gd name="T13" fmla="*/ 282 h 564"/>
                <a:gd name="T14" fmla="*/ 563 w 563"/>
                <a:gd name="T15" fmla="*/ 282 h 564"/>
                <a:gd name="T16" fmla="*/ 563 w 563"/>
                <a:gd name="T17" fmla="*/ 282 h 564"/>
                <a:gd name="T18" fmla="*/ 481 w 563"/>
                <a:gd name="T19" fmla="*/ 481 h 564"/>
                <a:gd name="T20" fmla="*/ 282 w 563"/>
                <a:gd name="T21" fmla="*/ 564 h 564"/>
                <a:gd name="T22" fmla="*/ 282 w 563"/>
                <a:gd name="T23" fmla="*/ 564 h 564"/>
                <a:gd name="T24" fmla="*/ 282 w 563"/>
                <a:gd name="T25" fmla="*/ 564 h 564"/>
                <a:gd name="T26" fmla="*/ 282 w 563"/>
                <a:gd name="T27" fmla="*/ 564 h 564"/>
                <a:gd name="T28" fmla="*/ 282 w 563"/>
                <a:gd name="T29" fmla="*/ 564 h 564"/>
                <a:gd name="T30" fmla="*/ 82 w 563"/>
                <a:gd name="T31" fmla="*/ 481 h 564"/>
                <a:gd name="T32" fmla="*/ 0 w 563"/>
                <a:gd name="T33" fmla="*/ 282 h 564"/>
                <a:gd name="T34" fmla="*/ 0 w 563"/>
                <a:gd name="T35" fmla="*/ 282 h 564"/>
                <a:gd name="T36" fmla="*/ 0 w 563"/>
                <a:gd name="T37" fmla="*/ 282 h 564"/>
                <a:gd name="T38" fmla="*/ 0 w 563"/>
                <a:gd name="T39" fmla="*/ 282 h 564"/>
                <a:gd name="T40" fmla="*/ 0 w 563"/>
                <a:gd name="T41" fmla="*/ 282 h 564"/>
                <a:gd name="T42" fmla="*/ 82 w 563"/>
                <a:gd name="T43" fmla="*/ 83 h 564"/>
                <a:gd name="T44" fmla="*/ 282 w 563"/>
                <a:gd name="T45" fmla="*/ 0 h 564"/>
                <a:gd name="T46" fmla="*/ 282 w 563"/>
                <a:gd name="T47" fmla="*/ 0 h 564"/>
                <a:gd name="T48" fmla="*/ 282 w 563"/>
                <a:gd name="T49" fmla="*/ 0 h 564"/>
                <a:gd name="T50" fmla="*/ 282 w 563"/>
                <a:gd name="T51" fmla="*/ 12 h 564"/>
                <a:gd name="T52" fmla="*/ 282 w 563"/>
                <a:gd name="T53" fmla="*/ 12 h 564"/>
                <a:gd name="T54" fmla="*/ 282 w 563"/>
                <a:gd name="T55" fmla="*/ 12 h 564"/>
                <a:gd name="T56" fmla="*/ 282 w 563"/>
                <a:gd name="T57" fmla="*/ 12 h 564"/>
                <a:gd name="T58" fmla="*/ 282 w 563"/>
                <a:gd name="T59" fmla="*/ 12 h 564"/>
                <a:gd name="T60" fmla="*/ 91 w 563"/>
                <a:gd name="T61" fmla="*/ 91 h 564"/>
                <a:gd name="T62" fmla="*/ 11 w 563"/>
                <a:gd name="T63" fmla="*/ 282 h 564"/>
                <a:gd name="T64" fmla="*/ 11 w 563"/>
                <a:gd name="T65" fmla="*/ 282 h 564"/>
                <a:gd name="T66" fmla="*/ 11 w 563"/>
                <a:gd name="T67" fmla="*/ 282 h 564"/>
                <a:gd name="T68" fmla="*/ 11 w 563"/>
                <a:gd name="T69" fmla="*/ 282 h 564"/>
                <a:gd name="T70" fmla="*/ 11 w 563"/>
                <a:gd name="T71" fmla="*/ 282 h 564"/>
                <a:gd name="T72" fmla="*/ 91 w 563"/>
                <a:gd name="T73" fmla="*/ 473 h 564"/>
                <a:gd name="T74" fmla="*/ 282 w 563"/>
                <a:gd name="T75" fmla="*/ 552 h 564"/>
                <a:gd name="T76" fmla="*/ 282 w 563"/>
                <a:gd name="T77" fmla="*/ 552 h 564"/>
                <a:gd name="T78" fmla="*/ 282 w 563"/>
                <a:gd name="T79" fmla="*/ 552 h 564"/>
                <a:gd name="T80" fmla="*/ 282 w 563"/>
                <a:gd name="T81" fmla="*/ 552 h 564"/>
                <a:gd name="T82" fmla="*/ 282 w 563"/>
                <a:gd name="T83" fmla="*/ 552 h 564"/>
                <a:gd name="T84" fmla="*/ 473 w 563"/>
                <a:gd name="T85" fmla="*/ 473 h 564"/>
                <a:gd name="T86" fmla="*/ 552 w 563"/>
                <a:gd name="T87" fmla="*/ 282 h 564"/>
                <a:gd name="T88" fmla="*/ 552 w 563"/>
                <a:gd name="T89" fmla="*/ 282 h 564"/>
                <a:gd name="T90" fmla="*/ 552 w 563"/>
                <a:gd name="T91" fmla="*/ 282 h 564"/>
                <a:gd name="T92" fmla="*/ 552 w 563"/>
                <a:gd name="T93" fmla="*/ 282 h 564"/>
                <a:gd name="T94" fmla="*/ 552 w 563"/>
                <a:gd name="T95" fmla="*/ 282 h 564"/>
                <a:gd name="T96" fmla="*/ 473 w 563"/>
                <a:gd name="T97" fmla="*/ 91 h 564"/>
                <a:gd name="T98" fmla="*/ 282 w 563"/>
                <a:gd name="T99" fmla="*/ 12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3" h="564">
                  <a:moveTo>
                    <a:pt x="282" y="0"/>
                  </a:moveTo>
                  <a:cubicBezTo>
                    <a:pt x="282" y="0"/>
                    <a:pt x="282" y="0"/>
                    <a:pt x="282" y="0"/>
                  </a:cubicBezTo>
                  <a:cubicBezTo>
                    <a:pt x="282" y="0"/>
                    <a:pt x="282" y="0"/>
                    <a:pt x="282" y="0"/>
                  </a:cubicBezTo>
                  <a:cubicBezTo>
                    <a:pt x="359" y="0"/>
                    <a:pt x="430" y="32"/>
                    <a:pt x="481" y="83"/>
                  </a:cubicBezTo>
                  <a:cubicBezTo>
                    <a:pt x="532" y="134"/>
                    <a:pt x="563" y="204"/>
                    <a:pt x="563" y="282"/>
                  </a:cubicBezTo>
                  <a:cubicBezTo>
                    <a:pt x="563" y="282"/>
                    <a:pt x="563" y="282"/>
                    <a:pt x="563" y="282"/>
                  </a:cubicBezTo>
                  <a:cubicBezTo>
                    <a:pt x="563" y="282"/>
                    <a:pt x="563" y="282"/>
                    <a:pt x="563" y="282"/>
                  </a:cubicBezTo>
                  <a:cubicBezTo>
                    <a:pt x="563" y="282"/>
                    <a:pt x="563" y="282"/>
                    <a:pt x="563" y="282"/>
                  </a:cubicBezTo>
                  <a:cubicBezTo>
                    <a:pt x="563" y="282"/>
                    <a:pt x="563" y="282"/>
                    <a:pt x="563" y="282"/>
                  </a:cubicBezTo>
                  <a:cubicBezTo>
                    <a:pt x="563" y="360"/>
                    <a:pt x="532" y="430"/>
                    <a:pt x="481" y="481"/>
                  </a:cubicBezTo>
                  <a:cubicBezTo>
                    <a:pt x="430" y="532"/>
                    <a:pt x="359" y="564"/>
                    <a:pt x="282" y="564"/>
                  </a:cubicBezTo>
                  <a:cubicBezTo>
                    <a:pt x="282" y="564"/>
                    <a:pt x="282" y="564"/>
                    <a:pt x="282" y="564"/>
                  </a:cubicBezTo>
                  <a:cubicBezTo>
                    <a:pt x="282" y="564"/>
                    <a:pt x="282" y="564"/>
                    <a:pt x="282" y="564"/>
                  </a:cubicBezTo>
                  <a:cubicBezTo>
                    <a:pt x="282" y="564"/>
                    <a:pt x="282" y="564"/>
                    <a:pt x="282" y="564"/>
                  </a:cubicBezTo>
                  <a:cubicBezTo>
                    <a:pt x="282" y="564"/>
                    <a:pt x="282" y="564"/>
                    <a:pt x="282" y="564"/>
                  </a:cubicBezTo>
                  <a:cubicBezTo>
                    <a:pt x="204" y="564"/>
                    <a:pt x="133" y="532"/>
                    <a:pt x="82" y="481"/>
                  </a:cubicBezTo>
                  <a:cubicBezTo>
                    <a:pt x="31" y="430"/>
                    <a:pt x="0" y="360"/>
                    <a:pt x="0" y="282"/>
                  </a:cubicBezTo>
                  <a:cubicBezTo>
                    <a:pt x="0" y="282"/>
                    <a:pt x="0" y="282"/>
                    <a:pt x="0" y="282"/>
                  </a:cubicBezTo>
                  <a:cubicBezTo>
                    <a:pt x="0" y="282"/>
                    <a:pt x="0" y="282"/>
                    <a:pt x="0" y="282"/>
                  </a:cubicBezTo>
                  <a:cubicBezTo>
                    <a:pt x="0" y="282"/>
                    <a:pt x="0" y="282"/>
                    <a:pt x="0" y="282"/>
                  </a:cubicBezTo>
                  <a:cubicBezTo>
                    <a:pt x="0" y="282"/>
                    <a:pt x="0" y="282"/>
                    <a:pt x="0" y="282"/>
                  </a:cubicBezTo>
                  <a:cubicBezTo>
                    <a:pt x="0" y="204"/>
                    <a:pt x="31" y="134"/>
                    <a:pt x="82" y="83"/>
                  </a:cubicBezTo>
                  <a:cubicBezTo>
                    <a:pt x="133" y="32"/>
                    <a:pt x="204" y="0"/>
                    <a:pt x="282" y="0"/>
                  </a:cubicBezTo>
                  <a:cubicBezTo>
                    <a:pt x="282" y="0"/>
                    <a:pt x="282" y="0"/>
                    <a:pt x="282" y="0"/>
                  </a:cubicBezTo>
                  <a:cubicBezTo>
                    <a:pt x="282" y="0"/>
                    <a:pt x="282" y="0"/>
                    <a:pt x="282" y="0"/>
                  </a:cubicBezTo>
                  <a:close/>
                  <a:moveTo>
                    <a:pt x="282" y="12"/>
                  </a:moveTo>
                  <a:cubicBezTo>
                    <a:pt x="282" y="12"/>
                    <a:pt x="282" y="12"/>
                    <a:pt x="282" y="12"/>
                  </a:cubicBezTo>
                  <a:cubicBezTo>
                    <a:pt x="282" y="12"/>
                    <a:pt x="282" y="12"/>
                    <a:pt x="282" y="12"/>
                  </a:cubicBezTo>
                  <a:cubicBezTo>
                    <a:pt x="282" y="12"/>
                    <a:pt x="282" y="12"/>
                    <a:pt x="282" y="12"/>
                  </a:cubicBezTo>
                  <a:cubicBezTo>
                    <a:pt x="282" y="12"/>
                    <a:pt x="282" y="12"/>
                    <a:pt x="282" y="12"/>
                  </a:cubicBezTo>
                  <a:cubicBezTo>
                    <a:pt x="207" y="12"/>
                    <a:pt x="139" y="42"/>
                    <a:pt x="91" y="91"/>
                  </a:cubicBezTo>
                  <a:cubicBezTo>
                    <a:pt x="42" y="140"/>
                    <a:pt x="11" y="207"/>
                    <a:pt x="11" y="282"/>
                  </a:cubicBezTo>
                  <a:cubicBezTo>
                    <a:pt x="11" y="282"/>
                    <a:pt x="11" y="282"/>
                    <a:pt x="11" y="282"/>
                  </a:cubicBezTo>
                  <a:cubicBezTo>
                    <a:pt x="11" y="282"/>
                    <a:pt x="11" y="282"/>
                    <a:pt x="11" y="282"/>
                  </a:cubicBezTo>
                  <a:cubicBezTo>
                    <a:pt x="11" y="282"/>
                    <a:pt x="11" y="282"/>
                    <a:pt x="11" y="282"/>
                  </a:cubicBezTo>
                  <a:cubicBezTo>
                    <a:pt x="11" y="282"/>
                    <a:pt x="11" y="282"/>
                    <a:pt x="11" y="282"/>
                  </a:cubicBezTo>
                  <a:cubicBezTo>
                    <a:pt x="11" y="356"/>
                    <a:pt x="42" y="424"/>
                    <a:pt x="91" y="473"/>
                  </a:cubicBezTo>
                  <a:cubicBezTo>
                    <a:pt x="139" y="522"/>
                    <a:pt x="207" y="552"/>
                    <a:pt x="282" y="552"/>
                  </a:cubicBezTo>
                  <a:cubicBezTo>
                    <a:pt x="282" y="552"/>
                    <a:pt x="282" y="552"/>
                    <a:pt x="282" y="552"/>
                  </a:cubicBezTo>
                  <a:cubicBezTo>
                    <a:pt x="282" y="552"/>
                    <a:pt x="282" y="552"/>
                    <a:pt x="282" y="552"/>
                  </a:cubicBezTo>
                  <a:cubicBezTo>
                    <a:pt x="282" y="552"/>
                    <a:pt x="282" y="552"/>
                    <a:pt x="282" y="552"/>
                  </a:cubicBezTo>
                  <a:cubicBezTo>
                    <a:pt x="282" y="552"/>
                    <a:pt x="282" y="552"/>
                    <a:pt x="282" y="552"/>
                  </a:cubicBezTo>
                  <a:cubicBezTo>
                    <a:pt x="356" y="552"/>
                    <a:pt x="424" y="522"/>
                    <a:pt x="473" y="473"/>
                  </a:cubicBezTo>
                  <a:cubicBezTo>
                    <a:pt x="521" y="424"/>
                    <a:pt x="552" y="356"/>
                    <a:pt x="552" y="282"/>
                  </a:cubicBezTo>
                  <a:cubicBezTo>
                    <a:pt x="552" y="282"/>
                    <a:pt x="552" y="282"/>
                    <a:pt x="552" y="282"/>
                  </a:cubicBezTo>
                  <a:cubicBezTo>
                    <a:pt x="552" y="282"/>
                    <a:pt x="552" y="282"/>
                    <a:pt x="552" y="282"/>
                  </a:cubicBezTo>
                  <a:cubicBezTo>
                    <a:pt x="552" y="282"/>
                    <a:pt x="552" y="282"/>
                    <a:pt x="552" y="282"/>
                  </a:cubicBezTo>
                  <a:cubicBezTo>
                    <a:pt x="552" y="282"/>
                    <a:pt x="552" y="282"/>
                    <a:pt x="552" y="282"/>
                  </a:cubicBezTo>
                  <a:cubicBezTo>
                    <a:pt x="552" y="207"/>
                    <a:pt x="521" y="140"/>
                    <a:pt x="473" y="91"/>
                  </a:cubicBezTo>
                  <a:cubicBezTo>
                    <a:pt x="424" y="42"/>
                    <a:pt x="35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7" name="íṩḻîdé">
              <a:extLst>
                <a:ext uri="{FF2B5EF4-FFF2-40B4-BE49-F238E27FC236}">
                  <a16:creationId xmlns:a16="http://schemas.microsoft.com/office/drawing/2014/main" id="{A84F1517-4E57-2788-FEC3-76A732B76981}"/>
                </a:ext>
              </a:extLst>
            </p:cNvPr>
            <p:cNvSpPr/>
            <p:nvPr/>
          </p:nvSpPr>
          <p:spPr bwMode="auto">
            <a:xfrm>
              <a:off x="3014663" y="3465513"/>
              <a:ext cx="1566863" cy="754063"/>
            </a:xfrm>
            <a:custGeom>
              <a:avLst/>
              <a:gdLst>
                <a:gd name="T0" fmla="*/ 448 w 475"/>
                <a:gd name="T1" fmla="*/ 10 h 228"/>
                <a:gd name="T2" fmla="*/ 472 w 475"/>
                <a:gd name="T3" fmla="*/ 18 h 228"/>
                <a:gd name="T4" fmla="*/ 446 w 475"/>
                <a:gd name="T5" fmla="*/ 28 h 228"/>
                <a:gd name="T6" fmla="*/ 461 w 475"/>
                <a:gd name="T7" fmla="*/ 18 h 228"/>
                <a:gd name="T8" fmla="*/ 438 w 475"/>
                <a:gd name="T9" fmla="*/ 56 h 228"/>
                <a:gd name="T10" fmla="*/ 466 w 475"/>
                <a:gd name="T11" fmla="*/ 52 h 228"/>
                <a:gd name="T12" fmla="*/ 455 w 475"/>
                <a:gd name="T13" fmla="*/ 86 h 228"/>
                <a:gd name="T14" fmla="*/ 434 w 475"/>
                <a:gd name="T15" fmla="*/ 62 h 228"/>
                <a:gd name="T16" fmla="*/ 423 w 475"/>
                <a:gd name="T17" fmla="*/ 86 h 228"/>
                <a:gd name="T18" fmla="*/ 444 w 475"/>
                <a:gd name="T19" fmla="*/ 94 h 228"/>
                <a:gd name="T20" fmla="*/ 446 w 475"/>
                <a:gd name="T21" fmla="*/ 101 h 228"/>
                <a:gd name="T22" fmla="*/ 402 w 475"/>
                <a:gd name="T23" fmla="*/ 121 h 228"/>
                <a:gd name="T24" fmla="*/ 420 w 475"/>
                <a:gd name="T25" fmla="*/ 141 h 228"/>
                <a:gd name="T26" fmla="*/ 415 w 475"/>
                <a:gd name="T27" fmla="*/ 125 h 228"/>
                <a:gd name="T28" fmla="*/ 376 w 475"/>
                <a:gd name="T29" fmla="*/ 147 h 228"/>
                <a:gd name="T30" fmla="*/ 398 w 475"/>
                <a:gd name="T31" fmla="*/ 142 h 228"/>
                <a:gd name="T32" fmla="*/ 403 w 475"/>
                <a:gd name="T33" fmla="*/ 161 h 228"/>
                <a:gd name="T34" fmla="*/ 399 w 475"/>
                <a:gd name="T35" fmla="*/ 163 h 228"/>
                <a:gd name="T36" fmla="*/ 362 w 475"/>
                <a:gd name="T37" fmla="*/ 161 h 228"/>
                <a:gd name="T38" fmla="*/ 384 w 475"/>
                <a:gd name="T39" fmla="*/ 178 h 228"/>
                <a:gd name="T40" fmla="*/ 353 w 475"/>
                <a:gd name="T41" fmla="*/ 166 h 228"/>
                <a:gd name="T42" fmla="*/ 354 w 475"/>
                <a:gd name="T43" fmla="*/ 197 h 228"/>
                <a:gd name="T44" fmla="*/ 306 w 475"/>
                <a:gd name="T45" fmla="*/ 188 h 228"/>
                <a:gd name="T46" fmla="*/ 321 w 475"/>
                <a:gd name="T47" fmla="*/ 212 h 228"/>
                <a:gd name="T48" fmla="*/ 333 w 475"/>
                <a:gd name="T49" fmla="*/ 176 h 228"/>
                <a:gd name="T50" fmla="*/ 302 w 475"/>
                <a:gd name="T51" fmla="*/ 190 h 228"/>
                <a:gd name="T52" fmla="*/ 308 w 475"/>
                <a:gd name="T53" fmla="*/ 216 h 228"/>
                <a:gd name="T54" fmla="*/ 288 w 475"/>
                <a:gd name="T55" fmla="*/ 193 h 228"/>
                <a:gd name="T56" fmla="*/ 250 w 475"/>
                <a:gd name="T57" fmla="*/ 226 h 228"/>
                <a:gd name="T58" fmla="*/ 255 w 475"/>
                <a:gd name="T59" fmla="*/ 217 h 228"/>
                <a:gd name="T60" fmla="*/ 244 w 475"/>
                <a:gd name="T61" fmla="*/ 197 h 228"/>
                <a:gd name="T62" fmla="*/ 203 w 475"/>
                <a:gd name="T63" fmla="*/ 195 h 228"/>
                <a:gd name="T64" fmla="*/ 209 w 475"/>
                <a:gd name="T65" fmla="*/ 225 h 228"/>
                <a:gd name="T66" fmla="*/ 232 w 475"/>
                <a:gd name="T67" fmla="*/ 200 h 228"/>
                <a:gd name="T68" fmla="*/ 194 w 475"/>
                <a:gd name="T69" fmla="*/ 220 h 228"/>
                <a:gd name="T70" fmla="*/ 191 w 475"/>
                <a:gd name="T71" fmla="*/ 219 h 228"/>
                <a:gd name="T72" fmla="*/ 165 w 475"/>
                <a:gd name="T73" fmla="*/ 188 h 228"/>
                <a:gd name="T74" fmla="*/ 160 w 475"/>
                <a:gd name="T75" fmla="*/ 184 h 228"/>
                <a:gd name="T76" fmla="*/ 125 w 475"/>
                <a:gd name="T77" fmla="*/ 200 h 228"/>
                <a:gd name="T78" fmla="*/ 141 w 475"/>
                <a:gd name="T79" fmla="*/ 190 h 228"/>
                <a:gd name="T80" fmla="*/ 106 w 475"/>
                <a:gd name="T81" fmla="*/ 184 h 228"/>
                <a:gd name="T82" fmla="*/ 114 w 475"/>
                <a:gd name="T83" fmla="*/ 157 h 228"/>
                <a:gd name="T84" fmla="*/ 100 w 475"/>
                <a:gd name="T85" fmla="*/ 169 h 228"/>
                <a:gd name="T86" fmla="*/ 79 w 475"/>
                <a:gd name="T87" fmla="*/ 165 h 228"/>
                <a:gd name="T88" fmla="*/ 88 w 475"/>
                <a:gd name="T89" fmla="*/ 135 h 228"/>
                <a:gd name="T90" fmla="*/ 45 w 475"/>
                <a:gd name="T91" fmla="*/ 130 h 228"/>
                <a:gd name="T92" fmla="*/ 74 w 475"/>
                <a:gd name="T93" fmla="*/ 117 h 228"/>
                <a:gd name="T94" fmla="*/ 58 w 475"/>
                <a:gd name="T95" fmla="*/ 93 h 228"/>
                <a:gd name="T96" fmla="*/ 26 w 475"/>
                <a:gd name="T97" fmla="*/ 94 h 228"/>
                <a:gd name="T98" fmla="*/ 48 w 475"/>
                <a:gd name="T99" fmla="*/ 79 h 228"/>
                <a:gd name="T100" fmla="*/ 28 w 475"/>
                <a:gd name="T101" fmla="*/ 75 h 228"/>
                <a:gd name="T102" fmla="*/ 46 w 475"/>
                <a:gd name="T103" fmla="*/ 66 h 228"/>
                <a:gd name="T104" fmla="*/ 17 w 475"/>
                <a:gd name="T105" fmla="*/ 65 h 228"/>
                <a:gd name="T106" fmla="*/ 5 w 475"/>
                <a:gd name="T107" fmla="*/ 38 h 228"/>
                <a:gd name="T108" fmla="*/ 35 w 475"/>
                <a:gd name="T109" fmla="*/ 31 h 228"/>
                <a:gd name="T110" fmla="*/ 4 w 475"/>
                <a:gd name="T111" fmla="*/ 23 h 228"/>
                <a:gd name="T112" fmla="*/ 1 w 475"/>
                <a:gd name="T113" fmla="*/ 2 h 228"/>
                <a:gd name="T114" fmla="*/ 30 w 475"/>
                <a:gd name="T115" fmla="*/ 11 h 228"/>
                <a:gd name="T116" fmla="*/ 32 w 475"/>
                <a:gd name="T117"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5" h="228">
                  <a:moveTo>
                    <a:pt x="44" y="55"/>
                  </a:moveTo>
                  <a:cubicBezTo>
                    <a:pt x="45" y="56"/>
                    <a:pt x="45" y="56"/>
                    <a:pt x="45" y="57"/>
                  </a:cubicBezTo>
                  <a:cubicBezTo>
                    <a:pt x="45" y="57"/>
                    <a:pt x="45" y="58"/>
                    <a:pt x="44" y="58"/>
                  </a:cubicBezTo>
                  <a:cubicBezTo>
                    <a:pt x="44" y="58"/>
                    <a:pt x="43" y="58"/>
                    <a:pt x="42" y="58"/>
                  </a:cubicBezTo>
                  <a:cubicBezTo>
                    <a:pt x="29" y="57"/>
                    <a:pt x="29" y="57"/>
                    <a:pt x="29" y="57"/>
                  </a:cubicBezTo>
                  <a:cubicBezTo>
                    <a:pt x="28" y="57"/>
                    <a:pt x="28" y="57"/>
                    <a:pt x="28" y="57"/>
                  </a:cubicBezTo>
                  <a:cubicBezTo>
                    <a:pt x="28" y="56"/>
                    <a:pt x="28" y="56"/>
                    <a:pt x="28" y="56"/>
                  </a:cubicBezTo>
                  <a:cubicBezTo>
                    <a:pt x="28" y="56"/>
                    <a:pt x="28" y="56"/>
                    <a:pt x="29" y="56"/>
                  </a:cubicBezTo>
                  <a:cubicBezTo>
                    <a:pt x="29" y="55"/>
                    <a:pt x="33" y="55"/>
                    <a:pt x="41" y="54"/>
                  </a:cubicBezTo>
                  <a:cubicBezTo>
                    <a:pt x="42" y="54"/>
                    <a:pt x="43" y="54"/>
                    <a:pt x="44" y="55"/>
                  </a:cubicBezTo>
                  <a:close/>
                  <a:moveTo>
                    <a:pt x="448" y="10"/>
                  </a:moveTo>
                  <a:cubicBezTo>
                    <a:pt x="448" y="9"/>
                    <a:pt x="447" y="9"/>
                    <a:pt x="447" y="10"/>
                  </a:cubicBezTo>
                  <a:cubicBezTo>
                    <a:pt x="446" y="10"/>
                    <a:pt x="446" y="11"/>
                    <a:pt x="446" y="12"/>
                  </a:cubicBezTo>
                  <a:cubicBezTo>
                    <a:pt x="446" y="13"/>
                    <a:pt x="446" y="13"/>
                    <a:pt x="446" y="13"/>
                  </a:cubicBezTo>
                  <a:cubicBezTo>
                    <a:pt x="445" y="13"/>
                    <a:pt x="445" y="13"/>
                    <a:pt x="445" y="13"/>
                  </a:cubicBezTo>
                  <a:cubicBezTo>
                    <a:pt x="446" y="3"/>
                    <a:pt x="446" y="3"/>
                    <a:pt x="446" y="3"/>
                  </a:cubicBezTo>
                  <a:cubicBezTo>
                    <a:pt x="447" y="3"/>
                    <a:pt x="447" y="3"/>
                    <a:pt x="447" y="3"/>
                  </a:cubicBezTo>
                  <a:cubicBezTo>
                    <a:pt x="447" y="4"/>
                    <a:pt x="447" y="4"/>
                    <a:pt x="447" y="4"/>
                  </a:cubicBezTo>
                  <a:cubicBezTo>
                    <a:pt x="447" y="4"/>
                    <a:pt x="447" y="5"/>
                    <a:pt x="447" y="6"/>
                  </a:cubicBezTo>
                  <a:cubicBezTo>
                    <a:pt x="448" y="7"/>
                    <a:pt x="448" y="7"/>
                    <a:pt x="449" y="8"/>
                  </a:cubicBezTo>
                  <a:cubicBezTo>
                    <a:pt x="462" y="17"/>
                    <a:pt x="462" y="17"/>
                    <a:pt x="462" y="17"/>
                  </a:cubicBezTo>
                  <a:cubicBezTo>
                    <a:pt x="472" y="18"/>
                    <a:pt x="472" y="18"/>
                    <a:pt x="472" y="18"/>
                  </a:cubicBezTo>
                  <a:cubicBezTo>
                    <a:pt x="473" y="18"/>
                    <a:pt x="473" y="18"/>
                    <a:pt x="473" y="18"/>
                  </a:cubicBezTo>
                  <a:cubicBezTo>
                    <a:pt x="473" y="17"/>
                    <a:pt x="474" y="17"/>
                    <a:pt x="474" y="16"/>
                  </a:cubicBezTo>
                  <a:cubicBezTo>
                    <a:pt x="474" y="14"/>
                    <a:pt x="474" y="14"/>
                    <a:pt x="474" y="14"/>
                  </a:cubicBezTo>
                  <a:cubicBezTo>
                    <a:pt x="475" y="14"/>
                    <a:pt x="475" y="14"/>
                    <a:pt x="475" y="14"/>
                  </a:cubicBezTo>
                  <a:cubicBezTo>
                    <a:pt x="474" y="27"/>
                    <a:pt x="474" y="27"/>
                    <a:pt x="474" y="27"/>
                  </a:cubicBezTo>
                  <a:cubicBezTo>
                    <a:pt x="473" y="27"/>
                    <a:pt x="473" y="27"/>
                    <a:pt x="473" y="27"/>
                  </a:cubicBezTo>
                  <a:cubicBezTo>
                    <a:pt x="473" y="25"/>
                    <a:pt x="473" y="25"/>
                    <a:pt x="473" y="25"/>
                  </a:cubicBezTo>
                  <a:cubicBezTo>
                    <a:pt x="473" y="24"/>
                    <a:pt x="473" y="23"/>
                    <a:pt x="473" y="23"/>
                  </a:cubicBezTo>
                  <a:cubicBezTo>
                    <a:pt x="472" y="22"/>
                    <a:pt x="472" y="22"/>
                    <a:pt x="472" y="22"/>
                  </a:cubicBezTo>
                  <a:cubicBezTo>
                    <a:pt x="463" y="21"/>
                    <a:pt x="463" y="21"/>
                    <a:pt x="463" y="21"/>
                  </a:cubicBezTo>
                  <a:cubicBezTo>
                    <a:pt x="446" y="28"/>
                    <a:pt x="446" y="28"/>
                    <a:pt x="446" y="28"/>
                  </a:cubicBezTo>
                  <a:cubicBezTo>
                    <a:pt x="446" y="28"/>
                    <a:pt x="445" y="29"/>
                    <a:pt x="445" y="29"/>
                  </a:cubicBezTo>
                  <a:cubicBezTo>
                    <a:pt x="444" y="30"/>
                    <a:pt x="444" y="30"/>
                    <a:pt x="444" y="31"/>
                  </a:cubicBezTo>
                  <a:cubicBezTo>
                    <a:pt x="444" y="32"/>
                    <a:pt x="444" y="32"/>
                    <a:pt x="444" y="32"/>
                  </a:cubicBezTo>
                  <a:cubicBezTo>
                    <a:pt x="443" y="32"/>
                    <a:pt x="443" y="32"/>
                    <a:pt x="443" y="32"/>
                  </a:cubicBezTo>
                  <a:cubicBezTo>
                    <a:pt x="444" y="21"/>
                    <a:pt x="444" y="21"/>
                    <a:pt x="444" y="21"/>
                  </a:cubicBezTo>
                  <a:cubicBezTo>
                    <a:pt x="445" y="21"/>
                    <a:pt x="445" y="21"/>
                    <a:pt x="445" y="21"/>
                  </a:cubicBezTo>
                  <a:cubicBezTo>
                    <a:pt x="445" y="22"/>
                    <a:pt x="445" y="22"/>
                    <a:pt x="445" y="22"/>
                  </a:cubicBezTo>
                  <a:cubicBezTo>
                    <a:pt x="445" y="23"/>
                    <a:pt x="445" y="24"/>
                    <a:pt x="445" y="24"/>
                  </a:cubicBezTo>
                  <a:cubicBezTo>
                    <a:pt x="446" y="24"/>
                    <a:pt x="446" y="24"/>
                    <a:pt x="447" y="24"/>
                  </a:cubicBezTo>
                  <a:cubicBezTo>
                    <a:pt x="460" y="18"/>
                    <a:pt x="460" y="18"/>
                    <a:pt x="460" y="18"/>
                  </a:cubicBezTo>
                  <a:cubicBezTo>
                    <a:pt x="461" y="18"/>
                    <a:pt x="461" y="18"/>
                    <a:pt x="461" y="18"/>
                  </a:cubicBezTo>
                  <a:cubicBezTo>
                    <a:pt x="448" y="10"/>
                    <a:pt x="448" y="10"/>
                    <a:pt x="448" y="10"/>
                  </a:cubicBezTo>
                  <a:close/>
                  <a:moveTo>
                    <a:pt x="470" y="48"/>
                  </a:moveTo>
                  <a:cubicBezTo>
                    <a:pt x="466" y="61"/>
                    <a:pt x="466" y="61"/>
                    <a:pt x="466" y="61"/>
                  </a:cubicBezTo>
                  <a:cubicBezTo>
                    <a:pt x="465" y="61"/>
                    <a:pt x="465" y="61"/>
                    <a:pt x="465" y="61"/>
                  </a:cubicBezTo>
                  <a:cubicBezTo>
                    <a:pt x="466" y="59"/>
                    <a:pt x="466" y="59"/>
                    <a:pt x="466" y="59"/>
                  </a:cubicBezTo>
                  <a:cubicBezTo>
                    <a:pt x="466" y="58"/>
                    <a:pt x="466" y="57"/>
                    <a:pt x="466" y="57"/>
                  </a:cubicBezTo>
                  <a:cubicBezTo>
                    <a:pt x="466" y="56"/>
                    <a:pt x="465" y="56"/>
                    <a:pt x="465" y="56"/>
                  </a:cubicBezTo>
                  <a:cubicBezTo>
                    <a:pt x="441" y="49"/>
                    <a:pt x="441" y="49"/>
                    <a:pt x="441" y="49"/>
                  </a:cubicBezTo>
                  <a:cubicBezTo>
                    <a:pt x="440" y="49"/>
                    <a:pt x="440" y="49"/>
                    <a:pt x="439" y="49"/>
                  </a:cubicBezTo>
                  <a:cubicBezTo>
                    <a:pt x="439" y="49"/>
                    <a:pt x="439" y="50"/>
                    <a:pt x="439" y="51"/>
                  </a:cubicBezTo>
                  <a:cubicBezTo>
                    <a:pt x="438" y="53"/>
                    <a:pt x="438" y="55"/>
                    <a:pt x="438" y="56"/>
                  </a:cubicBezTo>
                  <a:cubicBezTo>
                    <a:pt x="439" y="57"/>
                    <a:pt x="440" y="58"/>
                    <a:pt x="442" y="60"/>
                  </a:cubicBezTo>
                  <a:cubicBezTo>
                    <a:pt x="441" y="62"/>
                    <a:pt x="441" y="62"/>
                    <a:pt x="441" y="62"/>
                  </a:cubicBezTo>
                  <a:cubicBezTo>
                    <a:pt x="435" y="58"/>
                    <a:pt x="435" y="58"/>
                    <a:pt x="435" y="58"/>
                  </a:cubicBezTo>
                  <a:cubicBezTo>
                    <a:pt x="442" y="35"/>
                    <a:pt x="442" y="35"/>
                    <a:pt x="442" y="35"/>
                  </a:cubicBezTo>
                  <a:cubicBezTo>
                    <a:pt x="449" y="35"/>
                    <a:pt x="449" y="35"/>
                    <a:pt x="449" y="35"/>
                  </a:cubicBezTo>
                  <a:cubicBezTo>
                    <a:pt x="449" y="36"/>
                    <a:pt x="449" y="36"/>
                    <a:pt x="449" y="36"/>
                  </a:cubicBezTo>
                  <a:cubicBezTo>
                    <a:pt x="446" y="37"/>
                    <a:pt x="444" y="37"/>
                    <a:pt x="444" y="38"/>
                  </a:cubicBezTo>
                  <a:cubicBezTo>
                    <a:pt x="443" y="38"/>
                    <a:pt x="442" y="40"/>
                    <a:pt x="441" y="42"/>
                  </a:cubicBezTo>
                  <a:cubicBezTo>
                    <a:pt x="441" y="44"/>
                    <a:pt x="441" y="44"/>
                    <a:pt x="441" y="45"/>
                  </a:cubicBezTo>
                  <a:cubicBezTo>
                    <a:pt x="441" y="45"/>
                    <a:pt x="441" y="45"/>
                    <a:pt x="442" y="45"/>
                  </a:cubicBezTo>
                  <a:cubicBezTo>
                    <a:pt x="466" y="52"/>
                    <a:pt x="466" y="52"/>
                    <a:pt x="466" y="52"/>
                  </a:cubicBezTo>
                  <a:cubicBezTo>
                    <a:pt x="466" y="52"/>
                    <a:pt x="467" y="52"/>
                    <a:pt x="467" y="52"/>
                  </a:cubicBezTo>
                  <a:cubicBezTo>
                    <a:pt x="467" y="51"/>
                    <a:pt x="468" y="51"/>
                    <a:pt x="468" y="50"/>
                  </a:cubicBezTo>
                  <a:cubicBezTo>
                    <a:pt x="469" y="48"/>
                    <a:pt x="469" y="48"/>
                    <a:pt x="469" y="48"/>
                  </a:cubicBezTo>
                  <a:cubicBezTo>
                    <a:pt x="470" y="48"/>
                    <a:pt x="470" y="48"/>
                    <a:pt x="470" y="48"/>
                  </a:cubicBezTo>
                  <a:close/>
                  <a:moveTo>
                    <a:pt x="427" y="81"/>
                  </a:moveTo>
                  <a:cubicBezTo>
                    <a:pt x="429" y="76"/>
                    <a:pt x="429" y="76"/>
                    <a:pt x="429" y="76"/>
                  </a:cubicBezTo>
                  <a:cubicBezTo>
                    <a:pt x="429" y="75"/>
                    <a:pt x="430" y="74"/>
                    <a:pt x="430" y="74"/>
                  </a:cubicBezTo>
                  <a:cubicBezTo>
                    <a:pt x="430" y="74"/>
                    <a:pt x="431" y="74"/>
                    <a:pt x="431" y="74"/>
                  </a:cubicBezTo>
                  <a:cubicBezTo>
                    <a:pt x="455" y="83"/>
                    <a:pt x="455" y="83"/>
                    <a:pt x="455" y="83"/>
                  </a:cubicBezTo>
                  <a:cubicBezTo>
                    <a:pt x="455" y="83"/>
                    <a:pt x="456" y="83"/>
                    <a:pt x="456" y="84"/>
                  </a:cubicBezTo>
                  <a:cubicBezTo>
                    <a:pt x="456" y="84"/>
                    <a:pt x="456" y="85"/>
                    <a:pt x="455" y="86"/>
                  </a:cubicBezTo>
                  <a:cubicBezTo>
                    <a:pt x="453" y="91"/>
                    <a:pt x="453" y="91"/>
                    <a:pt x="453" y="91"/>
                  </a:cubicBezTo>
                  <a:cubicBezTo>
                    <a:pt x="454" y="91"/>
                    <a:pt x="454" y="91"/>
                    <a:pt x="454" y="91"/>
                  </a:cubicBezTo>
                  <a:cubicBezTo>
                    <a:pt x="462" y="73"/>
                    <a:pt x="462" y="73"/>
                    <a:pt x="462" y="73"/>
                  </a:cubicBezTo>
                  <a:cubicBezTo>
                    <a:pt x="461" y="72"/>
                    <a:pt x="461" y="72"/>
                    <a:pt x="461" y="72"/>
                  </a:cubicBezTo>
                  <a:cubicBezTo>
                    <a:pt x="458" y="78"/>
                    <a:pt x="458" y="78"/>
                    <a:pt x="458" y="78"/>
                  </a:cubicBezTo>
                  <a:cubicBezTo>
                    <a:pt x="458" y="78"/>
                    <a:pt x="458" y="79"/>
                    <a:pt x="458" y="79"/>
                  </a:cubicBezTo>
                  <a:cubicBezTo>
                    <a:pt x="457" y="79"/>
                    <a:pt x="457" y="79"/>
                    <a:pt x="456" y="79"/>
                  </a:cubicBezTo>
                  <a:cubicBezTo>
                    <a:pt x="433" y="70"/>
                    <a:pt x="433" y="70"/>
                    <a:pt x="433" y="70"/>
                  </a:cubicBezTo>
                  <a:cubicBezTo>
                    <a:pt x="432" y="70"/>
                    <a:pt x="432" y="70"/>
                    <a:pt x="432" y="69"/>
                  </a:cubicBezTo>
                  <a:cubicBezTo>
                    <a:pt x="432" y="69"/>
                    <a:pt x="432" y="68"/>
                    <a:pt x="432" y="68"/>
                  </a:cubicBezTo>
                  <a:cubicBezTo>
                    <a:pt x="434" y="62"/>
                    <a:pt x="434" y="62"/>
                    <a:pt x="434" y="62"/>
                  </a:cubicBezTo>
                  <a:cubicBezTo>
                    <a:pt x="433" y="62"/>
                    <a:pt x="433" y="62"/>
                    <a:pt x="433" y="62"/>
                  </a:cubicBezTo>
                  <a:cubicBezTo>
                    <a:pt x="426" y="81"/>
                    <a:pt x="426" y="81"/>
                    <a:pt x="426" y="81"/>
                  </a:cubicBezTo>
                  <a:cubicBezTo>
                    <a:pt x="427" y="81"/>
                    <a:pt x="427" y="81"/>
                    <a:pt x="427" y="81"/>
                  </a:cubicBezTo>
                  <a:close/>
                  <a:moveTo>
                    <a:pt x="432" y="102"/>
                  </a:moveTo>
                  <a:cubicBezTo>
                    <a:pt x="428" y="105"/>
                    <a:pt x="426" y="107"/>
                    <a:pt x="424" y="108"/>
                  </a:cubicBezTo>
                  <a:cubicBezTo>
                    <a:pt x="422" y="109"/>
                    <a:pt x="420" y="109"/>
                    <a:pt x="418" y="108"/>
                  </a:cubicBezTo>
                  <a:cubicBezTo>
                    <a:pt x="417" y="107"/>
                    <a:pt x="416" y="106"/>
                    <a:pt x="416" y="103"/>
                  </a:cubicBezTo>
                  <a:cubicBezTo>
                    <a:pt x="415" y="100"/>
                    <a:pt x="416" y="97"/>
                    <a:pt x="418" y="94"/>
                  </a:cubicBezTo>
                  <a:cubicBezTo>
                    <a:pt x="419" y="93"/>
                    <a:pt x="420" y="91"/>
                    <a:pt x="421" y="90"/>
                  </a:cubicBezTo>
                  <a:cubicBezTo>
                    <a:pt x="422" y="89"/>
                    <a:pt x="422" y="88"/>
                    <a:pt x="423" y="88"/>
                  </a:cubicBezTo>
                  <a:cubicBezTo>
                    <a:pt x="423" y="87"/>
                    <a:pt x="423" y="87"/>
                    <a:pt x="423" y="86"/>
                  </a:cubicBezTo>
                  <a:cubicBezTo>
                    <a:pt x="423" y="86"/>
                    <a:pt x="423" y="85"/>
                    <a:pt x="423" y="85"/>
                  </a:cubicBezTo>
                  <a:cubicBezTo>
                    <a:pt x="430" y="87"/>
                    <a:pt x="430" y="87"/>
                    <a:pt x="430" y="87"/>
                  </a:cubicBezTo>
                  <a:cubicBezTo>
                    <a:pt x="429" y="89"/>
                    <a:pt x="429" y="89"/>
                    <a:pt x="429" y="89"/>
                  </a:cubicBezTo>
                  <a:cubicBezTo>
                    <a:pt x="427" y="89"/>
                    <a:pt x="424" y="89"/>
                    <a:pt x="423" y="90"/>
                  </a:cubicBezTo>
                  <a:cubicBezTo>
                    <a:pt x="421" y="91"/>
                    <a:pt x="420" y="93"/>
                    <a:pt x="419" y="95"/>
                  </a:cubicBezTo>
                  <a:cubicBezTo>
                    <a:pt x="417" y="98"/>
                    <a:pt x="417" y="100"/>
                    <a:pt x="417" y="102"/>
                  </a:cubicBezTo>
                  <a:cubicBezTo>
                    <a:pt x="418" y="103"/>
                    <a:pt x="418" y="104"/>
                    <a:pt x="420" y="105"/>
                  </a:cubicBezTo>
                  <a:cubicBezTo>
                    <a:pt x="421" y="106"/>
                    <a:pt x="422" y="106"/>
                    <a:pt x="423" y="105"/>
                  </a:cubicBezTo>
                  <a:cubicBezTo>
                    <a:pt x="424" y="105"/>
                    <a:pt x="427" y="103"/>
                    <a:pt x="431" y="99"/>
                  </a:cubicBezTo>
                  <a:cubicBezTo>
                    <a:pt x="434" y="96"/>
                    <a:pt x="436" y="94"/>
                    <a:pt x="438" y="93"/>
                  </a:cubicBezTo>
                  <a:cubicBezTo>
                    <a:pt x="440" y="93"/>
                    <a:pt x="442" y="93"/>
                    <a:pt x="444" y="94"/>
                  </a:cubicBezTo>
                  <a:cubicBezTo>
                    <a:pt x="446" y="95"/>
                    <a:pt x="447" y="96"/>
                    <a:pt x="447" y="99"/>
                  </a:cubicBezTo>
                  <a:cubicBezTo>
                    <a:pt x="448" y="102"/>
                    <a:pt x="447" y="105"/>
                    <a:pt x="445" y="108"/>
                  </a:cubicBezTo>
                  <a:cubicBezTo>
                    <a:pt x="444" y="110"/>
                    <a:pt x="443" y="111"/>
                    <a:pt x="442" y="112"/>
                  </a:cubicBezTo>
                  <a:cubicBezTo>
                    <a:pt x="441" y="113"/>
                    <a:pt x="441" y="114"/>
                    <a:pt x="440" y="115"/>
                  </a:cubicBezTo>
                  <a:cubicBezTo>
                    <a:pt x="440" y="115"/>
                    <a:pt x="440" y="116"/>
                    <a:pt x="440" y="116"/>
                  </a:cubicBezTo>
                  <a:cubicBezTo>
                    <a:pt x="440" y="117"/>
                    <a:pt x="440" y="118"/>
                    <a:pt x="440" y="118"/>
                  </a:cubicBezTo>
                  <a:cubicBezTo>
                    <a:pt x="431" y="116"/>
                    <a:pt x="431" y="116"/>
                    <a:pt x="431" y="116"/>
                  </a:cubicBezTo>
                  <a:cubicBezTo>
                    <a:pt x="432" y="114"/>
                    <a:pt x="432" y="114"/>
                    <a:pt x="432" y="114"/>
                  </a:cubicBezTo>
                  <a:cubicBezTo>
                    <a:pt x="435" y="115"/>
                    <a:pt x="437" y="114"/>
                    <a:pt x="439" y="113"/>
                  </a:cubicBezTo>
                  <a:cubicBezTo>
                    <a:pt x="441" y="112"/>
                    <a:pt x="443" y="110"/>
                    <a:pt x="444" y="108"/>
                  </a:cubicBezTo>
                  <a:cubicBezTo>
                    <a:pt x="446" y="105"/>
                    <a:pt x="446" y="103"/>
                    <a:pt x="446" y="101"/>
                  </a:cubicBezTo>
                  <a:cubicBezTo>
                    <a:pt x="445" y="99"/>
                    <a:pt x="444" y="98"/>
                    <a:pt x="442" y="97"/>
                  </a:cubicBezTo>
                  <a:cubicBezTo>
                    <a:pt x="441" y="96"/>
                    <a:pt x="440" y="96"/>
                    <a:pt x="438" y="97"/>
                  </a:cubicBezTo>
                  <a:cubicBezTo>
                    <a:pt x="436" y="98"/>
                    <a:pt x="434" y="100"/>
                    <a:pt x="432" y="102"/>
                  </a:cubicBezTo>
                  <a:close/>
                  <a:moveTo>
                    <a:pt x="411" y="129"/>
                  </a:moveTo>
                  <a:cubicBezTo>
                    <a:pt x="415" y="124"/>
                    <a:pt x="415" y="124"/>
                    <a:pt x="415" y="124"/>
                  </a:cubicBezTo>
                  <a:cubicBezTo>
                    <a:pt x="416" y="123"/>
                    <a:pt x="417" y="121"/>
                    <a:pt x="417" y="119"/>
                  </a:cubicBezTo>
                  <a:cubicBezTo>
                    <a:pt x="418" y="117"/>
                    <a:pt x="417" y="115"/>
                    <a:pt x="415" y="114"/>
                  </a:cubicBezTo>
                  <a:cubicBezTo>
                    <a:pt x="413" y="112"/>
                    <a:pt x="412" y="112"/>
                    <a:pt x="410" y="112"/>
                  </a:cubicBezTo>
                  <a:cubicBezTo>
                    <a:pt x="408" y="113"/>
                    <a:pt x="406" y="114"/>
                    <a:pt x="404" y="117"/>
                  </a:cubicBezTo>
                  <a:cubicBezTo>
                    <a:pt x="403" y="119"/>
                    <a:pt x="403" y="119"/>
                    <a:pt x="403" y="119"/>
                  </a:cubicBezTo>
                  <a:cubicBezTo>
                    <a:pt x="402" y="120"/>
                    <a:pt x="402" y="120"/>
                    <a:pt x="402" y="121"/>
                  </a:cubicBezTo>
                  <a:cubicBezTo>
                    <a:pt x="402" y="121"/>
                    <a:pt x="402" y="122"/>
                    <a:pt x="402" y="122"/>
                  </a:cubicBezTo>
                  <a:cubicBezTo>
                    <a:pt x="411" y="129"/>
                    <a:pt x="411" y="129"/>
                    <a:pt x="411" y="129"/>
                  </a:cubicBezTo>
                  <a:close/>
                  <a:moveTo>
                    <a:pt x="417" y="110"/>
                  </a:moveTo>
                  <a:cubicBezTo>
                    <a:pt x="416" y="108"/>
                    <a:pt x="414" y="108"/>
                    <a:pt x="411" y="109"/>
                  </a:cubicBezTo>
                  <a:cubicBezTo>
                    <a:pt x="409" y="110"/>
                    <a:pt x="407" y="112"/>
                    <a:pt x="404" y="115"/>
                  </a:cubicBezTo>
                  <a:cubicBezTo>
                    <a:pt x="396" y="126"/>
                    <a:pt x="396" y="126"/>
                    <a:pt x="396" y="126"/>
                  </a:cubicBezTo>
                  <a:cubicBezTo>
                    <a:pt x="396" y="127"/>
                    <a:pt x="396" y="127"/>
                    <a:pt x="396" y="127"/>
                  </a:cubicBezTo>
                  <a:cubicBezTo>
                    <a:pt x="397" y="126"/>
                    <a:pt x="397" y="126"/>
                    <a:pt x="397" y="126"/>
                  </a:cubicBezTo>
                  <a:cubicBezTo>
                    <a:pt x="398" y="125"/>
                    <a:pt x="398" y="125"/>
                    <a:pt x="399" y="125"/>
                  </a:cubicBezTo>
                  <a:cubicBezTo>
                    <a:pt x="399" y="125"/>
                    <a:pt x="399" y="125"/>
                    <a:pt x="400" y="125"/>
                  </a:cubicBezTo>
                  <a:cubicBezTo>
                    <a:pt x="420" y="141"/>
                    <a:pt x="420" y="141"/>
                    <a:pt x="420" y="141"/>
                  </a:cubicBezTo>
                  <a:cubicBezTo>
                    <a:pt x="420" y="141"/>
                    <a:pt x="420" y="141"/>
                    <a:pt x="420" y="142"/>
                  </a:cubicBezTo>
                  <a:cubicBezTo>
                    <a:pt x="420" y="142"/>
                    <a:pt x="420" y="143"/>
                    <a:pt x="419" y="143"/>
                  </a:cubicBezTo>
                  <a:cubicBezTo>
                    <a:pt x="419" y="144"/>
                    <a:pt x="419" y="144"/>
                    <a:pt x="419" y="144"/>
                  </a:cubicBezTo>
                  <a:cubicBezTo>
                    <a:pt x="419" y="145"/>
                    <a:pt x="419" y="145"/>
                    <a:pt x="419" y="145"/>
                  </a:cubicBezTo>
                  <a:cubicBezTo>
                    <a:pt x="427" y="136"/>
                    <a:pt x="427" y="136"/>
                    <a:pt x="427" y="136"/>
                  </a:cubicBezTo>
                  <a:cubicBezTo>
                    <a:pt x="426" y="135"/>
                    <a:pt x="426" y="135"/>
                    <a:pt x="426" y="135"/>
                  </a:cubicBezTo>
                  <a:cubicBezTo>
                    <a:pt x="425" y="136"/>
                    <a:pt x="425" y="136"/>
                    <a:pt x="425" y="136"/>
                  </a:cubicBezTo>
                  <a:cubicBezTo>
                    <a:pt x="424" y="137"/>
                    <a:pt x="424" y="137"/>
                    <a:pt x="423" y="137"/>
                  </a:cubicBezTo>
                  <a:cubicBezTo>
                    <a:pt x="423" y="138"/>
                    <a:pt x="423" y="138"/>
                    <a:pt x="422" y="137"/>
                  </a:cubicBezTo>
                  <a:cubicBezTo>
                    <a:pt x="412" y="130"/>
                    <a:pt x="412" y="130"/>
                    <a:pt x="412" y="130"/>
                  </a:cubicBezTo>
                  <a:cubicBezTo>
                    <a:pt x="415" y="125"/>
                    <a:pt x="415" y="125"/>
                    <a:pt x="415" y="125"/>
                  </a:cubicBezTo>
                  <a:cubicBezTo>
                    <a:pt x="433" y="128"/>
                    <a:pt x="433" y="128"/>
                    <a:pt x="433" y="128"/>
                  </a:cubicBezTo>
                  <a:cubicBezTo>
                    <a:pt x="437" y="122"/>
                    <a:pt x="437" y="122"/>
                    <a:pt x="437" y="122"/>
                  </a:cubicBezTo>
                  <a:cubicBezTo>
                    <a:pt x="436" y="122"/>
                    <a:pt x="436" y="122"/>
                    <a:pt x="436" y="122"/>
                  </a:cubicBezTo>
                  <a:cubicBezTo>
                    <a:pt x="435" y="123"/>
                    <a:pt x="435" y="123"/>
                    <a:pt x="435" y="123"/>
                  </a:cubicBezTo>
                  <a:cubicBezTo>
                    <a:pt x="435" y="123"/>
                    <a:pt x="435" y="123"/>
                    <a:pt x="434" y="124"/>
                  </a:cubicBezTo>
                  <a:cubicBezTo>
                    <a:pt x="434" y="124"/>
                    <a:pt x="433" y="124"/>
                    <a:pt x="433" y="124"/>
                  </a:cubicBezTo>
                  <a:cubicBezTo>
                    <a:pt x="418" y="122"/>
                    <a:pt x="418" y="122"/>
                    <a:pt x="418" y="122"/>
                  </a:cubicBezTo>
                  <a:cubicBezTo>
                    <a:pt x="419" y="120"/>
                    <a:pt x="420" y="118"/>
                    <a:pt x="420" y="115"/>
                  </a:cubicBezTo>
                  <a:cubicBezTo>
                    <a:pt x="420" y="113"/>
                    <a:pt x="419" y="111"/>
                    <a:pt x="417" y="110"/>
                  </a:cubicBezTo>
                  <a:close/>
                  <a:moveTo>
                    <a:pt x="376" y="148"/>
                  </a:moveTo>
                  <a:cubicBezTo>
                    <a:pt x="376" y="147"/>
                    <a:pt x="376" y="147"/>
                    <a:pt x="376" y="147"/>
                  </a:cubicBezTo>
                  <a:cubicBezTo>
                    <a:pt x="393" y="129"/>
                    <a:pt x="393" y="129"/>
                    <a:pt x="393" y="129"/>
                  </a:cubicBezTo>
                  <a:cubicBezTo>
                    <a:pt x="399" y="131"/>
                    <a:pt x="399" y="131"/>
                    <a:pt x="399" y="131"/>
                  </a:cubicBezTo>
                  <a:cubicBezTo>
                    <a:pt x="398" y="132"/>
                    <a:pt x="398" y="132"/>
                    <a:pt x="398" y="132"/>
                  </a:cubicBezTo>
                  <a:cubicBezTo>
                    <a:pt x="396" y="132"/>
                    <a:pt x="394" y="132"/>
                    <a:pt x="393" y="133"/>
                  </a:cubicBezTo>
                  <a:cubicBezTo>
                    <a:pt x="391" y="133"/>
                    <a:pt x="389" y="134"/>
                    <a:pt x="388" y="135"/>
                  </a:cubicBezTo>
                  <a:cubicBezTo>
                    <a:pt x="383" y="141"/>
                    <a:pt x="383" y="141"/>
                    <a:pt x="383" y="141"/>
                  </a:cubicBezTo>
                  <a:cubicBezTo>
                    <a:pt x="383" y="141"/>
                    <a:pt x="383" y="142"/>
                    <a:pt x="383" y="142"/>
                  </a:cubicBezTo>
                  <a:cubicBezTo>
                    <a:pt x="382" y="143"/>
                    <a:pt x="382" y="143"/>
                    <a:pt x="383" y="143"/>
                  </a:cubicBezTo>
                  <a:cubicBezTo>
                    <a:pt x="391" y="151"/>
                    <a:pt x="391" y="151"/>
                    <a:pt x="391" y="151"/>
                  </a:cubicBezTo>
                  <a:cubicBezTo>
                    <a:pt x="396" y="145"/>
                    <a:pt x="396" y="145"/>
                    <a:pt x="396" y="145"/>
                  </a:cubicBezTo>
                  <a:cubicBezTo>
                    <a:pt x="397" y="144"/>
                    <a:pt x="398" y="143"/>
                    <a:pt x="398" y="142"/>
                  </a:cubicBezTo>
                  <a:cubicBezTo>
                    <a:pt x="398" y="141"/>
                    <a:pt x="397" y="140"/>
                    <a:pt x="397" y="139"/>
                  </a:cubicBezTo>
                  <a:cubicBezTo>
                    <a:pt x="396" y="139"/>
                    <a:pt x="396" y="139"/>
                    <a:pt x="396" y="139"/>
                  </a:cubicBezTo>
                  <a:cubicBezTo>
                    <a:pt x="397" y="138"/>
                    <a:pt x="397" y="138"/>
                    <a:pt x="397" y="138"/>
                  </a:cubicBezTo>
                  <a:cubicBezTo>
                    <a:pt x="404" y="145"/>
                    <a:pt x="404" y="145"/>
                    <a:pt x="404" y="145"/>
                  </a:cubicBezTo>
                  <a:cubicBezTo>
                    <a:pt x="403" y="146"/>
                    <a:pt x="403" y="146"/>
                    <a:pt x="403" y="146"/>
                  </a:cubicBezTo>
                  <a:cubicBezTo>
                    <a:pt x="403" y="145"/>
                    <a:pt x="403" y="145"/>
                    <a:pt x="403" y="145"/>
                  </a:cubicBezTo>
                  <a:cubicBezTo>
                    <a:pt x="402" y="144"/>
                    <a:pt x="401" y="144"/>
                    <a:pt x="400" y="144"/>
                  </a:cubicBezTo>
                  <a:cubicBezTo>
                    <a:pt x="399" y="144"/>
                    <a:pt x="398" y="145"/>
                    <a:pt x="397" y="146"/>
                  </a:cubicBezTo>
                  <a:cubicBezTo>
                    <a:pt x="392" y="151"/>
                    <a:pt x="392" y="151"/>
                    <a:pt x="392" y="151"/>
                  </a:cubicBezTo>
                  <a:cubicBezTo>
                    <a:pt x="401" y="160"/>
                    <a:pt x="401" y="160"/>
                    <a:pt x="401" y="160"/>
                  </a:cubicBezTo>
                  <a:cubicBezTo>
                    <a:pt x="402" y="161"/>
                    <a:pt x="402" y="161"/>
                    <a:pt x="403" y="161"/>
                  </a:cubicBezTo>
                  <a:cubicBezTo>
                    <a:pt x="403" y="161"/>
                    <a:pt x="403" y="160"/>
                    <a:pt x="404" y="160"/>
                  </a:cubicBezTo>
                  <a:cubicBezTo>
                    <a:pt x="408" y="155"/>
                    <a:pt x="408" y="155"/>
                    <a:pt x="408" y="155"/>
                  </a:cubicBezTo>
                  <a:cubicBezTo>
                    <a:pt x="410" y="153"/>
                    <a:pt x="411" y="151"/>
                    <a:pt x="412" y="149"/>
                  </a:cubicBezTo>
                  <a:cubicBezTo>
                    <a:pt x="412" y="147"/>
                    <a:pt x="412" y="145"/>
                    <a:pt x="411" y="143"/>
                  </a:cubicBezTo>
                  <a:cubicBezTo>
                    <a:pt x="412" y="142"/>
                    <a:pt x="412" y="142"/>
                    <a:pt x="412" y="142"/>
                  </a:cubicBezTo>
                  <a:cubicBezTo>
                    <a:pt x="415" y="149"/>
                    <a:pt x="415" y="149"/>
                    <a:pt x="415" y="149"/>
                  </a:cubicBezTo>
                  <a:cubicBezTo>
                    <a:pt x="398" y="168"/>
                    <a:pt x="398" y="168"/>
                    <a:pt x="398" y="168"/>
                  </a:cubicBezTo>
                  <a:cubicBezTo>
                    <a:pt x="397" y="167"/>
                    <a:pt x="397" y="167"/>
                    <a:pt x="397" y="167"/>
                  </a:cubicBezTo>
                  <a:cubicBezTo>
                    <a:pt x="398" y="166"/>
                    <a:pt x="398" y="166"/>
                    <a:pt x="398" y="166"/>
                  </a:cubicBezTo>
                  <a:cubicBezTo>
                    <a:pt x="399" y="165"/>
                    <a:pt x="399" y="165"/>
                    <a:pt x="399" y="165"/>
                  </a:cubicBezTo>
                  <a:cubicBezTo>
                    <a:pt x="399" y="164"/>
                    <a:pt x="399" y="164"/>
                    <a:pt x="399" y="163"/>
                  </a:cubicBezTo>
                  <a:cubicBezTo>
                    <a:pt x="380" y="146"/>
                    <a:pt x="380" y="146"/>
                    <a:pt x="380" y="146"/>
                  </a:cubicBezTo>
                  <a:cubicBezTo>
                    <a:pt x="380" y="146"/>
                    <a:pt x="379" y="146"/>
                    <a:pt x="379" y="146"/>
                  </a:cubicBezTo>
                  <a:cubicBezTo>
                    <a:pt x="379" y="146"/>
                    <a:pt x="378" y="146"/>
                    <a:pt x="377" y="147"/>
                  </a:cubicBezTo>
                  <a:cubicBezTo>
                    <a:pt x="376" y="148"/>
                    <a:pt x="376" y="148"/>
                    <a:pt x="376" y="148"/>
                  </a:cubicBezTo>
                  <a:close/>
                  <a:moveTo>
                    <a:pt x="370" y="152"/>
                  </a:moveTo>
                  <a:cubicBezTo>
                    <a:pt x="371" y="151"/>
                    <a:pt x="371" y="151"/>
                    <a:pt x="371" y="151"/>
                  </a:cubicBezTo>
                  <a:cubicBezTo>
                    <a:pt x="372" y="151"/>
                    <a:pt x="372" y="151"/>
                    <a:pt x="373" y="151"/>
                  </a:cubicBezTo>
                  <a:cubicBezTo>
                    <a:pt x="373" y="151"/>
                    <a:pt x="374" y="151"/>
                    <a:pt x="374" y="152"/>
                  </a:cubicBezTo>
                  <a:cubicBezTo>
                    <a:pt x="380" y="172"/>
                    <a:pt x="380" y="172"/>
                    <a:pt x="380" y="172"/>
                  </a:cubicBezTo>
                  <a:cubicBezTo>
                    <a:pt x="380" y="173"/>
                    <a:pt x="380" y="173"/>
                    <a:pt x="380" y="173"/>
                  </a:cubicBezTo>
                  <a:cubicBezTo>
                    <a:pt x="362" y="161"/>
                    <a:pt x="362" y="161"/>
                    <a:pt x="362" y="161"/>
                  </a:cubicBezTo>
                  <a:cubicBezTo>
                    <a:pt x="361" y="161"/>
                    <a:pt x="361" y="161"/>
                    <a:pt x="361" y="160"/>
                  </a:cubicBezTo>
                  <a:cubicBezTo>
                    <a:pt x="361" y="160"/>
                    <a:pt x="361" y="159"/>
                    <a:pt x="362" y="159"/>
                  </a:cubicBezTo>
                  <a:cubicBezTo>
                    <a:pt x="363" y="158"/>
                    <a:pt x="363" y="158"/>
                    <a:pt x="363" y="158"/>
                  </a:cubicBezTo>
                  <a:cubicBezTo>
                    <a:pt x="362" y="157"/>
                    <a:pt x="362" y="157"/>
                    <a:pt x="362" y="157"/>
                  </a:cubicBezTo>
                  <a:cubicBezTo>
                    <a:pt x="354" y="164"/>
                    <a:pt x="354" y="164"/>
                    <a:pt x="354" y="164"/>
                  </a:cubicBezTo>
                  <a:cubicBezTo>
                    <a:pt x="354" y="165"/>
                    <a:pt x="354" y="165"/>
                    <a:pt x="354" y="165"/>
                  </a:cubicBezTo>
                  <a:cubicBezTo>
                    <a:pt x="355" y="164"/>
                    <a:pt x="355" y="164"/>
                    <a:pt x="355" y="164"/>
                  </a:cubicBezTo>
                  <a:cubicBezTo>
                    <a:pt x="356" y="163"/>
                    <a:pt x="357" y="163"/>
                    <a:pt x="357" y="163"/>
                  </a:cubicBezTo>
                  <a:cubicBezTo>
                    <a:pt x="358" y="163"/>
                    <a:pt x="358" y="164"/>
                    <a:pt x="359" y="164"/>
                  </a:cubicBezTo>
                  <a:cubicBezTo>
                    <a:pt x="383" y="179"/>
                    <a:pt x="383" y="179"/>
                    <a:pt x="383" y="179"/>
                  </a:cubicBezTo>
                  <a:cubicBezTo>
                    <a:pt x="384" y="178"/>
                    <a:pt x="384" y="178"/>
                    <a:pt x="384" y="178"/>
                  </a:cubicBezTo>
                  <a:cubicBezTo>
                    <a:pt x="375" y="151"/>
                    <a:pt x="375" y="151"/>
                    <a:pt x="375" y="151"/>
                  </a:cubicBezTo>
                  <a:cubicBezTo>
                    <a:pt x="375" y="150"/>
                    <a:pt x="375" y="149"/>
                    <a:pt x="375" y="148"/>
                  </a:cubicBezTo>
                  <a:cubicBezTo>
                    <a:pt x="376" y="148"/>
                    <a:pt x="376" y="147"/>
                    <a:pt x="376" y="147"/>
                  </a:cubicBezTo>
                  <a:cubicBezTo>
                    <a:pt x="377" y="146"/>
                    <a:pt x="377" y="146"/>
                    <a:pt x="377" y="146"/>
                  </a:cubicBezTo>
                  <a:cubicBezTo>
                    <a:pt x="377" y="145"/>
                    <a:pt x="377" y="145"/>
                    <a:pt x="377" y="145"/>
                  </a:cubicBezTo>
                  <a:cubicBezTo>
                    <a:pt x="369" y="151"/>
                    <a:pt x="369" y="151"/>
                    <a:pt x="369" y="151"/>
                  </a:cubicBezTo>
                  <a:cubicBezTo>
                    <a:pt x="370" y="152"/>
                    <a:pt x="370" y="152"/>
                    <a:pt x="370" y="152"/>
                  </a:cubicBezTo>
                  <a:close/>
                  <a:moveTo>
                    <a:pt x="335" y="176"/>
                  </a:moveTo>
                  <a:cubicBezTo>
                    <a:pt x="335" y="175"/>
                    <a:pt x="335" y="175"/>
                    <a:pt x="335" y="175"/>
                  </a:cubicBezTo>
                  <a:cubicBezTo>
                    <a:pt x="352" y="165"/>
                    <a:pt x="352" y="165"/>
                    <a:pt x="352" y="165"/>
                  </a:cubicBezTo>
                  <a:cubicBezTo>
                    <a:pt x="353" y="166"/>
                    <a:pt x="353" y="166"/>
                    <a:pt x="353" y="166"/>
                  </a:cubicBezTo>
                  <a:cubicBezTo>
                    <a:pt x="348" y="168"/>
                    <a:pt x="348" y="168"/>
                    <a:pt x="348" y="168"/>
                  </a:cubicBezTo>
                  <a:cubicBezTo>
                    <a:pt x="347" y="169"/>
                    <a:pt x="347" y="169"/>
                    <a:pt x="346" y="170"/>
                  </a:cubicBezTo>
                  <a:cubicBezTo>
                    <a:pt x="346" y="170"/>
                    <a:pt x="346" y="170"/>
                    <a:pt x="346" y="171"/>
                  </a:cubicBezTo>
                  <a:cubicBezTo>
                    <a:pt x="359" y="193"/>
                    <a:pt x="359" y="193"/>
                    <a:pt x="359" y="193"/>
                  </a:cubicBezTo>
                  <a:cubicBezTo>
                    <a:pt x="359" y="193"/>
                    <a:pt x="360" y="193"/>
                    <a:pt x="360" y="193"/>
                  </a:cubicBezTo>
                  <a:cubicBezTo>
                    <a:pt x="361" y="193"/>
                    <a:pt x="361" y="193"/>
                    <a:pt x="362" y="193"/>
                  </a:cubicBezTo>
                  <a:cubicBezTo>
                    <a:pt x="367" y="190"/>
                    <a:pt x="367" y="190"/>
                    <a:pt x="367" y="190"/>
                  </a:cubicBezTo>
                  <a:cubicBezTo>
                    <a:pt x="367" y="191"/>
                    <a:pt x="367" y="191"/>
                    <a:pt x="367" y="191"/>
                  </a:cubicBezTo>
                  <a:cubicBezTo>
                    <a:pt x="350" y="201"/>
                    <a:pt x="350" y="201"/>
                    <a:pt x="350" y="201"/>
                  </a:cubicBezTo>
                  <a:cubicBezTo>
                    <a:pt x="349" y="200"/>
                    <a:pt x="349" y="200"/>
                    <a:pt x="349" y="200"/>
                  </a:cubicBezTo>
                  <a:cubicBezTo>
                    <a:pt x="354" y="197"/>
                    <a:pt x="354" y="197"/>
                    <a:pt x="354" y="197"/>
                  </a:cubicBezTo>
                  <a:cubicBezTo>
                    <a:pt x="355" y="197"/>
                    <a:pt x="355" y="196"/>
                    <a:pt x="356" y="196"/>
                  </a:cubicBezTo>
                  <a:cubicBezTo>
                    <a:pt x="356" y="195"/>
                    <a:pt x="356" y="195"/>
                    <a:pt x="356" y="195"/>
                  </a:cubicBezTo>
                  <a:cubicBezTo>
                    <a:pt x="343" y="173"/>
                    <a:pt x="343" y="173"/>
                    <a:pt x="343" y="173"/>
                  </a:cubicBezTo>
                  <a:cubicBezTo>
                    <a:pt x="343" y="172"/>
                    <a:pt x="342" y="172"/>
                    <a:pt x="342" y="172"/>
                  </a:cubicBezTo>
                  <a:cubicBezTo>
                    <a:pt x="342" y="172"/>
                    <a:pt x="341" y="172"/>
                    <a:pt x="340" y="173"/>
                  </a:cubicBezTo>
                  <a:cubicBezTo>
                    <a:pt x="335" y="176"/>
                    <a:pt x="335" y="176"/>
                    <a:pt x="335" y="176"/>
                  </a:cubicBezTo>
                  <a:close/>
                  <a:moveTo>
                    <a:pt x="336" y="199"/>
                  </a:moveTo>
                  <a:cubicBezTo>
                    <a:pt x="312" y="184"/>
                    <a:pt x="312" y="184"/>
                    <a:pt x="312" y="184"/>
                  </a:cubicBezTo>
                  <a:cubicBezTo>
                    <a:pt x="304" y="187"/>
                    <a:pt x="304" y="187"/>
                    <a:pt x="304" y="187"/>
                  </a:cubicBezTo>
                  <a:cubicBezTo>
                    <a:pt x="305" y="188"/>
                    <a:pt x="305" y="188"/>
                    <a:pt x="305" y="188"/>
                  </a:cubicBezTo>
                  <a:cubicBezTo>
                    <a:pt x="306" y="188"/>
                    <a:pt x="306" y="188"/>
                    <a:pt x="306" y="188"/>
                  </a:cubicBezTo>
                  <a:cubicBezTo>
                    <a:pt x="307" y="187"/>
                    <a:pt x="308" y="187"/>
                    <a:pt x="308" y="187"/>
                  </a:cubicBezTo>
                  <a:cubicBezTo>
                    <a:pt x="309" y="187"/>
                    <a:pt x="309" y="188"/>
                    <a:pt x="309" y="188"/>
                  </a:cubicBezTo>
                  <a:cubicBezTo>
                    <a:pt x="319" y="211"/>
                    <a:pt x="319" y="211"/>
                    <a:pt x="319" y="211"/>
                  </a:cubicBezTo>
                  <a:cubicBezTo>
                    <a:pt x="319" y="212"/>
                    <a:pt x="319" y="212"/>
                    <a:pt x="319" y="213"/>
                  </a:cubicBezTo>
                  <a:cubicBezTo>
                    <a:pt x="319" y="213"/>
                    <a:pt x="318" y="213"/>
                    <a:pt x="317" y="214"/>
                  </a:cubicBezTo>
                  <a:cubicBezTo>
                    <a:pt x="315" y="214"/>
                    <a:pt x="315" y="214"/>
                    <a:pt x="315" y="214"/>
                  </a:cubicBezTo>
                  <a:cubicBezTo>
                    <a:pt x="316" y="215"/>
                    <a:pt x="316" y="215"/>
                    <a:pt x="316" y="215"/>
                  </a:cubicBezTo>
                  <a:cubicBezTo>
                    <a:pt x="325" y="212"/>
                    <a:pt x="325" y="212"/>
                    <a:pt x="325" y="212"/>
                  </a:cubicBezTo>
                  <a:cubicBezTo>
                    <a:pt x="325" y="211"/>
                    <a:pt x="325" y="211"/>
                    <a:pt x="325" y="211"/>
                  </a:cubicBezTo>
                  <a:cubicBezTo>
                    <a:pt x="323" y="211"/>
                    <a:pt x="323" y="211"/>
                    <a:pt x="323" y="211"/>
                  </a:cubicBezTo>
                  <a:cubicBezTo>
                    <a:pt x="322" y="212"/>
                    <a:pt x="322" y="212"/>
                    <a:pt x="321" y="212"/>
                  </a:cubicBezTo>
                  <a:cubicBezTo>
                    <a:pt x="321" y="212"/>
                    <a:pt x="320" y="211"/>
                    <a:pt x="320" y="211"/>
                  </a:cubicBezTo>
                  <a:cubicBezTo>
                    <a:pt x="311" y="189"/>
                    <a:pt x="311" y="189"/>
                    <a:pt x="311" y="189"/>
                  </a:cubicBezTo>
                  <a:cubicBezTo>
                    <a:pt x="312" y="189"/>
                    <a:pt x="312" y="189"/>
                    <a:pt x="312" y="189"/>
                  </a:cubicBezTo>
                  <a:cubicBezTo>
                    <a:pt x="340" y="206"/>
                    <a:pt x="340" y="206"/>
                    <a:pt x="340" y="206"/>
                  </a:cubicBezTo>
                  <a:cubicBezTo>
                    <a:pt x="339" y="206"/>
                    <a:pt x="339" y="206"/>
                    <a:pt x="339" y="206"/>
                  </a:cubicBezTo>
                  <a:cubicBezTo>
                    <a:pt x="341" y="205"/>
                    <a:pt x="341" y="205"/>
                    <a:pt x="341" y="205"/>
                  </a:cubicBezTo>
                  <a:cubicBezTo>
                    <a:pt x="330" y="180"/>
                    <a:pt x="330" y="180"/>
                    <a:pt x="330" y="180"/>
                  </a:cubicBezTo>
                  <a:cubicBezTo>
                    <a:pt x="330" y="179"/>
                    <a:pt x="330" y="179"/>
                    <a:pt x="331" y="178"/>
                  </a:cubicBezTo>
                  <a:cubicBezTo>
                    <a:pt x="331" y="178"/>
                    <a:pt x="331" y="178"/>
                    <a:pt x="332" y="177"/>
                  </a:cubicBezTo>
                  <a:cubicBezTo>
                    <a:pt x="334" y="177"/>
                    <a:pt x="334" y="177"/>
                    <a:pt x="334" y="177"/>
                  </a:cubicBezTo>
                  <a:cubicBezTo>
                    <a:pt x="333" y="176"/>
                    <a:pt x="333" y="176"/>
                    <a:pt x="333" y="176"/>
                  </a:cubicBezTo>
                  <a:cubicBezTo>
                    <a:pt x="324" y="179"/>
                    <a:pt x="324" y="179"/>
                    <a:pt x="324" y="179"/>
                  </a:cubicBezTo>
                  <a:cubicBezTo>
                    <a:pt x="325" y="180"/>
                    <a:pt x="325" y="180"/>
                    <a:pt x="325" y="180"/>
                  </a:cubicBezTo>
                  <a:cubicBezTo>
                    <a:pt x="326" y="180"/>
                    <a:pt x="326" y="180"/>
                    <a:pt x="326" y="180"/>
                  </a:cubicBezTo>
                  <a:cubicBezTo>
                    <a:pt x="327" y="179"/>
                    <a:pt x="328" y="179"/>
                    <a:pt x="328" y="179"/>
                  </a:cubicBezTo>
                  <a:cubicBezTo>
                    <a:pt x="329" y="179"/>
                    <a:pt x="329" y="180"/>
                    <a:pt x="329" y="180"/>
                  </a:cubicBezTo>
                  <a:cubicBezTo>
                    <a:pt x="337" y="199"/>
                    <a:pt x="337" y="199"/>
                    <a:pt x="337" y="199"/>
                  </a:cubicBezTo>
                  <a:cubicBezTo>
                    <a:pt x="336" y="199"/>
                    <a:pt x="336" y="199"/>
                    <a:pt x="336" y="199"/>
                  </a:cubicBezTo>
                  <a:close/>
                  <a:moveTo>
                    <a:pt x="301" y="219"/>
                  </a:moveTo>
                  <a:cubicBezTo>
                    <a:pt x="303" y="218"/>
                    <a:pt x="305" y="217"/>
                    <a:pt x="307" y="215"/>
                  </a:cubicBezTo>
                  <a:cubicBezTo>
                    <a:pt x="308" y="213"/>
                    <a:pt x="308" y="212"/>
                    <a:pt x="308" y="210"/>
                  </a:cubicBezTo>
                  <a:cubicBezTo>
                    <a:pt x="302" y="190"/>
                    <a:pt x="302" y="190"/>
                    <a:pt x="302" y="190"/>
                  </a:cubicBezTo>
                  <a:cubicBezTo>
                    <a:pt x="302" y="190"/>
                    <a:pt x="302" y="190"/>
                    <a:pt x="301" y="190"/>
                  </a:cubicBezTo>
                  <a:cubicBezTo>
                    <a:pt x="301" y="189"/>
                    <a:pt x="300" y="189"/>
                    <a:pt x="300" y="190"/>
                  </a:cubicBezTo>
                  <a:cubicBezTo>
                    <a:pt x="298" y="190"/>
                    <a:pt x="298" y="190"/>
                    <a:pt x="298" y="190"/>
                  </a:cubicBezTo>
                  <a:cubicBezTo>
                    <a:pt x="298" y="189"/>
                    <a:pt x="298" y="189"/>
                    <a:pt x="298" y="189"/>
                  </a:cubicBezTo>
                  <a:cubicBezTo>
                    <a:pt x="307" y="187"/>
                    <a:pt x="307" y="187"/>
                    <a:pt x="307" y="187"/>
                  </a:cubicBezTo>
                  <a:cubicBezTo>
                    <a:pt x="307" y="188"/>
                    <a:pt x="307" y="188"/>
                    <a:pt x="307" y="188"/>
                  </a:cubicBezTo>
                  <a:cubicBezTo>
                    <a:pt x="306" y="188"/>
                    <a:pt x="306" y="188"/>
                    <a:pt x="306" y="188"/>
                  </a:cubicBezTo>
                  <a:cubicBezTo>
                    <a:pt x="305" y="188"/>
                    <a:pt x="304" y="189"/>
                    <a:pt x="304" y="189"/>
                  </a:cubicBezTo>
                  <a:cubicBezTo>
                    <a:pt x="304" y="189"/>
                    <a:pt x="304" y="190"/>
                    <a:pt x="304" y="190"/>
                  </a:cubicBezTo>
                  <a:cubicBezTo>
                    <a:pt x="309" y="210"/>
                    <a:pt x="309" y="210"/>
                    <a:pt x="309" y="210"/>
                  </a:cubicBezTo>
                  <a:cubicBezTo>
                    <a:pt x="310" y="212"/>
                    <a:pt x="309" y="214"/>
                    <a:pt x="308" y="216"/>
                  </a:cubicBezTo>
                  <a:cubicBezTo>
                    <a:pt x="306" y="218"/>
                    <a:pt x="304" y="219"/>
                    <a:pt x="301" y="220"/>
                  </a:cubicBezTo>
                  <a:cubicBezTo>
                    <a:pt x="298" y="221"/>
                    <a:pt x="295" y="221"/>
                    <a:pt x="293" y="221"/>
                  </a:cubicBezTo>
                  <a:cubicBezTo>
                    <a:pt x="290" y="220"/>
                    <a:pt x="289" y="219"/>
                    <a:pt x="288" y="216"/>
                  </a:cubicBezTo>
                  <a:cubicBezTo>
                    <a:pt x="282" y="196"/>
                    <a:pt x="282" y="196"/>
                    <a:pt x="282" y="196"/>
                  </a:cubicBezTo>
                  <a:cubicBezTo>
                    <a:pt x="282" y="196"/>
                    <a:pt x="282" y="195"/>
                    <a:pt x="281" y="195"/>
                  </a:cubicBezTo>
                  <a:cubicBezTo>
                    <a:pt x="281" y="195"/>
                    <a:pt x="280" y="195"/>
                    <a:pt x="280" y="195"/>
                  </a:cubicBezTo>
                  <a:cubicBezTo>
                    <a:pt x="278" y="196"/>
                    <a:pt x="278" y="196"/>
                    <a:pt x="278" y="196"/>
                  </a:cubicBezTo>
                  <a:cubicBezTo>
                    <a:pt x="278" y="195"/>
                    <a:pt x="278" y="195"/>
                    <a:pt x="278" y="195"/>
                  </a:cubicBezTo>
                  <a:cubicBezTo>
                    <a:pt x="289" y="192"/>
                    <a:pt x="289" y="192"/>
                    <a:pt x="289" y="192"/>
                  </a:cubicBezTo>
                  <a:cubicBezTo>
                    <a:pt x="289" y="193"/>
                    <a:pt x="289" y="193"/>
                    <a:pt x="289" y="193"/>
                  </a:cubicBezTo>
                  <a:cubicBezTo>
                    <a:pt x="288" y="193"/>
                    <a:pt x="288" y="193"/>
                    <a:pt x="288" y="193"/>
                  </a:cubicBezTo>
                  <a:cubicBezTo>
                    <a:pt x="287" y="193"/>
                    <a:pt x="287" y="194"/>
                    <a:pt x="286" y="194"/>
                  </a:cubicBezTo>
                  <a:cubicBezTo>
                    <a:pt x="286" y="194"/>
                    <a:pt x="286" y="195"/>
                    <a:pt x="286" y="195"/>
                  </a:cubicBezTo>
                  <a:cubicBezTo>
                    <a:pt x="292" y="215"/>
                    <a:pt x="292" y="215"/>
                    <a:pt x="292" y="215"/>
                  </a:cubicBezTo>
                  <a:cubicBezTo>
                    <a:pt x="292" y="217"/>
                    <a:pt x="293" y="219"/>
                    <a:pt x="295" y="219"/>
                  </a:cubicBezTo>
                  <a:cubicBezTo>
                    <a:pt x="297" y="219"/>
                    <a:pt x="299" y="219"/>
                    <a:pt x="301" y="219"/>
                  </a:cubicBezTo>
                  <a:close/>
                  <a:moveTo>
                    <a:pt x="244" y="198"/>
                  </a:moveTo>
                  <a:cubicBezTo>
                    <a:pt x="241" y="198"/>
                    <a:pt x="239" y="200"/>
                    <a:pt x="237" y="202"/>
                  </a:cubicBezTo>
                  <a:cubicBezTo>
                    <a:pt x="235" y="205"/>
                    <a:pt x="234" y="208"/>
                    <a:pt x="234" y="213"/>
                  </a:cubicBezTo>
                  <a:cubicBezTo>
                    <a:pt x="234" y="217"/>
                    <a:pt x="235" y="220"/>
                    <a:pt x="237" y="223"/>
                  </a:cubicBezTo>
                  <a:cubicBezTo>
                    <a:pt x="239" y="225"/>
                    <a:pt x="241" y="227"/>
                    <a:pt x="245" y="227"/>
                  </a:cubicBezTo>
                  <a:cubicBezTo>
                    <a:pt x="247" y="227"/>
                    <a:pt x="248" y="226"/>
                    <a:pt x="250" y="226"/>
                  </a:cubicBezTo>
                  <a:cubicBezTo>
                    <a:pt x="251" y="225"/>
                    <a:pt x="251" y="224"/>
                    <a:pt x="251" y="223"/>
                  </a:cubicBezTo>
                  <a:cubicBezTo>
                    <a:pt x="251" y="217"/>
                    <a:pt x="251" y="217"/>
                    <a:pt x="251" y="217"/>
                  </a:cubicBezTo>
                  <a:cubicBezTo>
                    <a:pt x="251" y="217"/>
                    <a:pt x="251" y="216"/>
                    <a:pt x="250" y="216"/>
                  </a:cubicBezTo>
                  <a:cubicBezTo>
                    <a:pt x="250" y="215"/>
                    <a:pt x="249" y="215"/>
                    <a:pt x="248" y="215"/>
                  </a:cubicBezTo>
                  <a:cubicBezTo>
                    <a:pt x="247" y="215"/>
                    <a:pt x="247" y="215"/>
                    <a:pt x="247" y="215"/>
                  </a:cubicBezTo>
                  <a:cubicBezTo>
                    <a:pt x="246" y="214"/>
                    <a:pt x="246" y="214"/>
                    <a:pt x="246" y="214"/>
                  </a:cubicBezTo>
                  <a:cubicBezTo>
                    <a:pt x="259" y="214"/>
                    <a:pt x="259" y="214"/>
                    <a:pt x="259" y="214"/>
                  </a:cubicBezTo>
                  <a:cubicBezTo>
                    <a:pt x="259" y="215"/>
                    <a:pt x="259" y="215"/>
                    <a:pt x="259" y="215"/>
                  </a:cubicBezTo>
                  <a:cubicBezTo>
                    <a:pt x="258" y="215"/>
                    <a:pt x="258" y="215"/>
                    <a:pt x="258" y="215"/>
                  </a:cubicBezTo>
                  <a:cubicBezTo>
                    <a:pt x="257" y="215"/>
                    <a:pt x="256" y="215"/>
                    <a:pt x="256" y="216"/>
                  </a:cubicBezTo>
                  <a:cubicBezTo>
                    <a:pt x="255" y="216"/>
                    <a:pt x="255" y="216"/>
                    <a:pt x="255" y="217"/>
                  </a:cubicBezTo>
                  <a:cubicBezTo>
                    <a:pt x="255" y="226"/>
                    <a:pt x="255" y="226"/>
                    <a:pt x="255" y="226"/>
                  </a:cubicBezTo>
                  <a:cubicBezTo>
                    <a:pt x="255" y="226"/>
                    <a:pt x="255" y="226"/>
                    <a:pt x="255" y="226"/>
                  </a:cubicBezTo>
                  <a:cubicBezTo>
                    <a:pt x="254" y="226"/>
                    <a:pt x="254" y="226"/>
                    <a:pt x="254" y="226"/>
                  </a:cubicBezTo>
                  <a:cubicBezTo>
                    <a:pt x="253" y="226"/>
                    <a:pt x="253" y="226"/>
                    <a:pt x="253" y="226"/>
                  </a:cubicBezTo>
                  <a:cubicBezTo>
                    <a:pt x="252" y="226"/>
                    <a:pt x="252" y="226"/>
                    <a:pt x="252" y="226"/>
                  </a:cubicBezTo>
                  <a:cubicBezTo>
                    <a:pt x="251" y="227"/>
                    <a:pt x="250" y="227"/>
                    <a:pt x="249" y="227"/>
                  </a:cubicBezTo>
                  <a:cubicBezTo>
                    <a:pt x="247" y="228"/>
                    <a:pt x="246" y="228"/>
                    <a:pt x="245" y="228"/>
                  </a:cubicBezTo>
                  <a:cubicBezTo>
                    <a:pt x="240" y="228"/>
                    <a:pt x="236" y="227"/>
                    <a:pt x="234" y="224"/>
                  </a:cubicBezTo>
                  <a:cubicBezTo>
                    <a:pt x="231" y="221"/>
                    <a:pt x="230" y="217"/>
                    <a:pt x="230" y="213"/>
                  </a:cubicBezTo>
                  <a:cubicBezTo>
                    <a:pt x="230" y="209"/>
                    <a:pt x="231" y="205"/>
                    <a:pt x="234" y="202"/>
                  </a:cubicBezTo>
                  <a:cubicBezTo>
                    <a:pt x="236" y="199"/>
                    <a:pt x="240" y="197"/>
                    <a:pt x="244" y="197"/>
                  </a:cubicBezTo>
                  <a:cubicBezTo>
                    <a:pt x="245" y="197"/>
                    <a:pt x="246" y="197"/>
                    <a:pt x="247" y="197"/>
                  </a:cubicBezTo>
                  <a:cubicBezTo>
                    <a:pt x="249" y="198"/>
                    <a:pt x="250" y="198"/>
                    <a:pt x="250" y="198"/>
                  </a:cubicBezTo>
                  <a:cubicBezTo>
                    <a:pt x="250" y="198"/>
                    <a:pt x="251" y="198"/>
                    <a:pt x="251" y="198"/>
                  </a:cubicBezTo>
                  <a:cubicBezTo>
                    <a:pt x="252" y="197"/>
                    <a:pt x="252" y="197"/>
                    <a:pt x="253" y="197"/>
                  </a:cubicBezTo>
                  <a:cubicBezTo>
                    <a:pt x="255" y="205"/>
                    <a:pt x="255" y="205"/>
                    <a:pt x="255" y="205"/>
                  </a:cubicBezTo>
                  <a:cubicBezTo>
                    <a:pt x="253" y="205"/>
                    <a:pt x="253" y="205"/>
                    <a:pt x="253" y="205"/>
                  </a:cubicBezTo>
                  <a:cubicBezTo>
                    <a:pt x="252" y="203"/>
                    <a:pt x="251" y="201"/>
                    <a:pt x="250" y="200"/>
                  </a:cubicBezTo>
                  <a:cubicBezTo>
                    <a:pt x="248" y="199"/>
                    <a:pt x="246" y="198"/>
                    <a:pt x="244" y="198"/>
                  </a:cubicBezTo>
                  <a:close/>
                  <a:moveTo>
                    <a:pt x="224" y="221"/>
                  </a:moveTo>
                  <a:cubicBezTo>
                    <a:pt x="211" y="196"/>
                    <a:pt x="211" y="196"/>
                    <a:pt x="211" y="196"/>
                  </a:cubicBezTo>
                  <a:cubicBezTo>
                    <a:pt x="203" y="195"/>
                    <a:pt x="203" y="195"/>
                    <a:pt x="203" y="195"/>
                  </a:cubicBezTo>
                  <a:cubicBezTo>
                    <a:pt x="203" y="196"/>
                    <a:pt x="203" y="196"/>
                    <a:pt x="203" y="196"/>
                  </a:cubicBezTo>
                  <a:cubicBezTo>
                    <a:pt x="204" y="196"/>
                    <a:pt x="204" y="196"/>
                    <a:pt x="204" y="196"/>
                  </a:cubicBezTo>
                  <a:cubicBezTo>
                    <a:pt x="205" y="196"/>
                    <a:pt x="206" y="196"/>
                    <a:pt x="206" y="197"/>
                  </a:cubicBezTo>
                  <a:cubicBezTo>
                    <a:pt x="207" y="197"/>
                    <a:pt x="207" y="197"/>
                    <a:pt x="207" y="198"/>
                  </a:cubicBezTo>
                  <a:cubicBezTo>
                    <a:pt x="203" y="223"/>
                    <a:pt x="203" y="223"/>
                    <a:pt x="203" y="223"/>
                  </a:cubicBezTo>
                  <a:cubicBezTo>
                    <a:pt x="203" y="223"/>
                    <a:pt x="203" y="224"/>
                    <a:pt x="203" y="224"/>
                  </a:cubicBezTo>
                  <a:cubicBezTo>
                    <a:pt x="202" y="224"/>
                    <a:pt x="202" y="224"/>
                    <a:pt x="201" y="224"/>
                  </a:cubicBezTo>
                  <a:cubicBezTo>
                    <a:pt x="199" y="224"/>
                    <a:pt x="199" y="224"/>
                    <a:pt x="199" y="224"/>
                  </a:cubicBezTo>
                  <a:cubicBezTo>
                    <a:pt x="199" y="225"/>
                    <a:pt x="199" y="225"/>
                    <a:pt x="199" y="225"/>
                  </a:cubicBezTo>
                  <a:cubicBezTo>
                    <a:pt x="209" y="226"/>
                    <a:pt x="209" y="226"/>
                    <a:pt x="209" y="226"/>
                  </a:cubicBezTo>
                  <a:cubicBezTo>
                    <a:pt x="209" y="225"/>
                    <a:pt x="209" y="225"/>
                    <a:pt x="209" y="225"/>
                  </a:cubicBezTo>
                  <a:cubicBezTo>
                    <a:pt x="207" y="225"/>
                    <a:pt x="207" y="225"/>
                    <a:pt x="207" y="225"/>
                  </a:cubicBezTo>
                  <a:cubicBezTo>
                    <a:pt x="206" y="225"/>
                    <a:pt x="206" y="224"/>
                    <a:pt x="205" y="224"/>
                  </a:cubicBezTo>
                  <a:cubicBezTo>
                    <a:pt x="205" y="224"/>
                    <a:pt x="205" y="223"/>
                    <a:pt x="205" y="223"/>
                  </a:cubicBezTo>
                  <a:cubicBezTo>
                    <a:pt x="208" y="199"/>
                    <a:pt x="208" y="199"/>
                    <a:pt x="208" y="199"/>
                  </a:cubicBezTo>
                  <a:cubicBezTo>
                    <a:pt x="208" y="199"/>
                    <a:pt x="208" y="199"/>
                    <a:pt x="208" y="199"/>
                  </a:cubicBezTo>
                  <a:cubicBezTo>
                    <a:pt x="224" y="228"/>
                    <a:pt x="224" y="228"/>
                    <a:pt x="224" y="228"/>
                  </a:cubicBezTo>
                  <a:cubicBezTo>
                    <a:pt x="224" y="228"/>
                    <a:pt x="224" y="228"/>
                    <a:pt x="224" y="228"/>
                  </a:cubicBezTo>
                  <a:cubicBezTo>
                    <a:pt x="225" y="228"/>
                    <a:pt x="225" y="228"/>
                    <a:pt x="225" y="228"/>
                  </a:cubicBezTo>
                  <a:cubicBezTo>
                    <a:pt x="229" y="201"/>
                    <a:pt x="229" y="201"/>
                    <a:pt x="229" y="201"/>
                  </a:cubicBezTo>
                  <a:cubicBezTo>
                    <a:pt x="229" y="200"/>
                    <a:pt x="229" y="200"/>
                    <a:pt x="230" y="200"/>
                  </a:cubicBezTo>
                  <a:cubicBezTo>
                    <a:pt x="230" y="200"/>
                    <a:pt x="231" y="200"/>
                    <a:pt x="232" y="200"/>
                  </a:cubicBezTo>
                  <a:cubicBezTo>
                    <a:pt x="234" y="200"/>
                    <a:pt x="234" y="200"/>
                    <a:pt x="234" y="200"/>
                  </a:cubicBezTo>
                  <a:cubicBezTo>
                    <a:pt x="234" y="199"/>
                    <a:pt x="234" y="199"/>
                    <a:pt x="234" y="199"/>
                  </a:cubicBezTo>
                  <a:cubicBezTo>
                    <a:pt x="224" y="198"/>
                    <a:pt x="224" y="198"/>
                    <a:pt x="224" y="198"/>
                  </a:cubicBezTo>
                  <a:cubicBezTo>
                    <a:pt x="224" y="199"/>
                    <a:pt x="224" y="199"/>
                    <a:pt x="224" y="199"/>
                  </a:cubicBezTo>
                  <a:cubicBezTo>
                    <a:pt x="226" y="199"/>
                    <a:pt x="226" y="199"/>
                    <a:pt x="226" y="199"/>
                  </a:cubicBezTo>
                  <a:cubicBezTo>
                    <a:pt x="226" y="199"/>
                    <a:pt x="227" y="199"/>
                    <a:pt x="227" y="200"/>
                  </a:cubicBezTo>
                  <a:cubicBezTo>
                    <a:pt x="228" y="200"/>
                    <a:pt x="228" y="200"/>
                    <a:pt x="228" y="201"/>
                  </a:cubicBezTo>
                  <a:cubicBezTo>
                    <a:pt x="225" y="221"/>
                    <a:pt x="225" y="221"/>
                    <a:pt x="225" y="221"/>
                  </a:cubicBezTo>
                  <a:cubicBezTo>
                    <a:pt x="224" y="221"/>
                    <a:pt x="224" y="221"/>
                    <a:pt x="224" y="221"/>
                  </a:cubicBezTo>
                  <a:close/>
                  <a:moveTo>
                    <a:pt x="201" y="210"/>
                  </a:moveTo>
                  <a:cubicBezTo>
                    <a:pt x="200" y="215"/>
                    <a:pt x="197" y="218"/>
                    <a:pt x="194" y="220"/>
                  </a:cubicBezTo>
                  <a:cubicBezTo>
                    <a:pt x="191" y="222"/>
                    <a:pt x="187" y="223"/>
                    <a:pt x="183" y="222"/>
                  </a:cubicBezTo>
                  <a:cubicBezTo>
                    <a:pt x="180" y="221"/>
                    <a:pt x="177" y="219"/>
                    <a:pt x="175" y="215"/>
                  </a:cubicBezTo>
                  <a:cubicBezTo>
                    <a:pt x="173" y="212"/>
                    <a:pt x="172" y="208"/>
                    <a:pt x="173" y="203"/>
                  </a:cubicBezTo>
                  <a:cubicBezTo>
                    <a:pt x="174" y="199"/>
                    <a:pt x="176" y="196"/>
                    <a:pt x="179" y="194"/>
                  </a:cubicBezTo>
                  <a:cubicBezTo>
                    <a:pt x="183" y="191"/>
                    <a:pt x="186" y="191"/>
                    <a:pt x="190" y="192"/>
                  </a:cubicBezTo>
                  <a:cubicBezTo>
                    <a:pt x="195" y="193"/>
                    <a:pt x="198" y="195"/>
                    <a:pt x="199" y="198"/>
                  </a:cubicBezTo>
                  <a:cubicBezTo>
                    <a:pt x="201" y="202"/>
                    <a:pt x="202" y="206"/>
                    <a:pt x="201" y="210"/>
                  </a:cubicBezTo>
                  <a:close/>
                  <a:moveTo>
                    <a:pt x="178" y="205"/>
                  </a:moveTo>
                  <a:cubicBezTo>
                    <a:pt x="177" y="210"/>
                    <a:pt x="177" y="213"/>
                    <a:pt x="178" y="216"/>
                  </a:cubicBezTo>
                  <a:cubicBezTo>
                    <a:pt x="179" y="219"/>
                    <a:pt x="181" y="220"/>
                    <a:pt x="184" y="221"/>
                  </a:cubicBezTo>
                  <a:cubicBezTo>
                    <a:pt x="186" y="221"/>
                    <a:pt x="189" y="221"/>
                    <a:pt x="191" y="219"/>
                  </a:cubicBezTo>
                  <a:cubicBezTo>
                    <a:pt x="193" y="217"/>
                    <a:pt x="195" y="214"/>
                    <a:pt x="196" y="209"/>
                  </a:cubicBezTo>
                  <a:cubicBezTo>
                    <a:pt x="197" y="205"/>
                    <a:pt x="197" y="201"/>
                    <a:pt x="196" y="198"/>
                  </a:cubicBezTo>
                  <a:cubicBezTo>
                    <a:pt x="195" y="195"/>
                    <a:pt x="193" y="194"/>
                    <a:pt x="190" y="193"/>
                  </a:cubicBezTo>
                  <a:cubicBezTo>
                    <a:pt x="187" y="192"/>
                    <a:pt x="185" y="193"/>
                    <a:pt x="183" y="195"/>
                  </a:cubicBezTo>
                  <a:cubicBezTo>
                    <a:pt x="180" y="197"/>
                    <a:pt x="179" y="200"/>
                    <a:pt x="178" y="205"/>
                  </a:cubicBezTo>
                  <a:close/>
                  <a:moveTo>
                    <a:pt x="159" y="214"/>
                  </a:moveTo>
                  <a:cubicBezTo>
                    <a:pt x="160" y="213"/>
                    <a:pt x="160" y="213"/>
                    <a:pt x="160" y="213"/>
                  </a:cubicBezTo>
                  <a:cubicBezTo>
                    <a:pt x="157" y="213"/>
                    <a:pt x="157" y="213"/>
                    <a:pt x="157" y="213"/>
                  </a:cubicBezTo>
                  <a:cubicBezTo>
                    <a:pt x="157" y="212"/>
                    <a:pt x="156" y="212"/>
                    <a:pt x="156" y="212"/>
                  </a:cubicBezTo>
                  <a:cubicBezTo>
                    <a:pt x="156" y="211"/>
                    <a:pt x="156" y="211"/>
                    <a:pt x="156" y="210"/>
                  </a:cubicBezTo>
                  <a:cubicBezTo>
                    <a:pt x="165" y="188"/>
                    <a:pt x="165" y="188"/>
                    <a:pt x="165" y="188"/>
                  </a:cubicBezTo>
                  <a:cubicBezTo>
                    <a:pt x="165" y="187"/>
                    <a:pt x="166" y="186"/>
                    <a:pt x="166" y="186"/>
                  </a:cubicBezTo>
                  <a:cubicBezTo>
                    <a:pt x="166" y="186"/>
                    <a:pt x="167" y="186"/>
                    <a:pt x="169" y="187"/>
                  </a:cubicBezTo>
                  <a:cubicBezTo>
                    <a:pt x="171" y="188"/>
                    <a:pt x="172" y="189"/>
                    <a:pt x="173" y="190"/>
                  </a:cubicBezTo>
                  <a:cubicBezTo>
                    <a:pt x="173" y="191"/>
                    <a:pt x="173" y="192"/>
                    <a:pt x="174" y="195"/>
                  </a:cubicBezTo>
                  <a:cubicBezTo>
                    <a:pt x="175" y="196"/>
                    <a:pt x="175" y="196"/>
                    <a:pt x="175" y="196"/>
                  </a:cubicBezTo>
                  <a:cubicBezTo>
                    <a:pt x="176" y="189"/>
                    <a:pt x="176" y="189"/>
                    <a:pt x="176" y="189"/>
                  </a:cubicBezTo>
                  <a:cubicBezTo>
                    <a:pt x="153" y="180"/>
                    <a:pt x="153" y="180"/>
                    <a:pt x="153" y="180"/>
                  </a:cubicBezTo>
                  <a:cubicBezTo>
                    <a:pt x="149" y="185"/>
                    <a:pt x="149" y="185"/>
                    <a:pt x="149" y="185"/>
                  </a:cubicBezTo>
                  <a:cubicBezTo>
                    <a:pt x="150" y="186"/>
                    <a:pt x="150" y="186"/>
                    <a:pt x="150" y="186"/>
                  </a:cubicBezTo>
                  <a:cubicBezTo>
                    <a:pt x="152" y="184"/>
                    <a:pt x="154" y="183"/>
                    <a:pt x="155" y="183"/>
                  </a:cubicBezTo>
                  <a:cubicBezTo>
                    <a:pt x="156" y="182"/>
                    <a:pt x="158" y="183"/>
                    <a:pt x="160" y="184"/>
                  </a:cubicBezTo>
                  <a:cubicBezTo>
                    <a:pt x="161" y="184"/>
                    <a:pt x="162" y="184"/>
                    <a:pt x="162" y="184"/>
                  </a:cubicBezTo>
                  <a:cubicBezTo>
                    <a:pt x="162" y="185"/>
                    <a:pt x="162" y="185"/>
                    <a:pt x="161" y="186"/>
                  </a:cubicBezTo>
                  <a:cubicBezTo>
                    <a:pt x="152" y="209"/>
                    <a:pt x="152" y="209"/>
                    <a:pt x="152" y="209"/>
                  </a:cubicBezTo>
                  <a:cubicBezTo>
                    <a:pt x="152" y="209"/>
                    <a:pt x="152" y="210"/>
                    <a:pt x="151" y="210"/>
                  </a:cubicBezTo>
                  <a:cubicBezTo>
                    <a:pt x="151" y="210"/>
                    <a:pt x="150" y="210"/>
                    <a:pt x="149" y="209"/>
                  </a:cubicBezTo>
                  <a:cubicBezTo>
                    <a:pt x="147" y="209"/>
                    <a:pt x="147" y="209"/>
                    <a:pt x="147" y="209"/>
                  </a:cubicBezTo>
                  <a:cubicBezTo>
                    <a:pt x="147" y="210"/>
                    <a:pt x="147" y="210"/>
                    <a:pt x="147" y="210"/>
                  </a:cubicBezTo>
                  <a:cubicBezTo>
                    <a:pt x="159" y="214"/>
                    <a:pt x="159" y="214"/>
                    <a:pt x="159" y="214"/>
                  </a:cubicBezTo>
                  <a:close/>
                  <a:moveTo>
                    <a:pt x="145" y="193"/>
                  </a:moveTo>
                  <a:cubicBezTo>
                    <a:pt x="143" y="197"/>
                    <a:pt x="140" y="200"/>
                    <a:pt x="136" y="201"/>
                  </a:cubicBezTo>
                  <a:cubicBezTo>
                    <a:pt x="132" y="202"/>
                    <a:pt x="129" y="202"/>
                    <a:pt x="125" y="200"/>
                  </a:cubicBezTo>
                  <a:cubicBezTo>
                    <a:pt x="122" y="198"/>
                    <a:pt x="120" y="195"/>
                    <a:pt x="119" y="191"/>
                  </a:cubicBezTo>
                  <a:cubicBezTo>
                    <a:pt x="117" y="187"/>
                    <a:pt x="118" y="183"/>
                    <a:pt x="120" y="179"/>
                  </a:cubicBezTo>
                  <a:cubicBezTo>
                    <a:pt x="122" y="175"/>
                    <a:pt x="125" y="173"/>
                    <a:pt x="129" y="171"/>
                  </a:cubicBezTo>
                  <a:cubicBezTo>
                    <a:pt x="132" y="170"/>
                    <a:pt x="136" y="170"/>
                    <a:pt x="140" y="172"/>
                  </a:cubicBezTo>
                  <a:cubicBezTo>
                    <a:pt x="144" y="174"/>
                    <a:pt x="146" y="177"/>
                    <a:pt x="147" y="181"/>
                  </a:cubicBezTo>
                  <a:cubicBezTo>
                    <a:pt x="148" y="185"/>
                    <a:pt x="147" y="189"/>
                    <a:pt x="145" y="193"/>
                  </a:cubicBezTo>
                  <a:close/>
                  <a:moveTo>
                    <a:pt x="124" y="182"/>
                  </a:moveTo>
                  <a:cubicBezTo>
                    <a:pt x="122" y="186"/>
                    <a:pt x="121" y="190"/>
                    <a:pt x="122" y="193"/>
                  </a:cubicBezTo>
                  <a:cubicBezTo>
                    <a:pt x="122" y="195"/>
                    <a:pt x="123" y="197"/>
                    <a:pt x="126" y="199"/>
                  </a:cubicBezTo>
                  <a:cubicBezTo>
                    <a:pt x="128" y="200"/>
                    <a:pt x="131" y="200"/>
                    <a:pt x="133" y="199"/>
                  </a:cubicBezTo>
                  <a:cubicBezTo>
                    <a:pt x="136" y="198"/>
                    <a:pt x="138" y="195"/>
                    <a:pt x="141" y="190"/>
                  </a:cubicBezTo>
                  <a:cubicBezTo>
                    <a:pt x="143" y="187"/>
                    <a:pt x="144" y="183"/>
                    <a:pt x="144" y="180"/>
                  </a:cubicBezTo>
                  <a:cubicBezTo>
                    <a:pt x="144" y="177"/>
                    <a:pt x="142" y="175"/>
                    <a:pt x="139" y="173"/>
                  </a:cubicBezTo>
                  <a:cubicBezTo>
                    <a:pt x="137" y="172"/>
                    <a:pt x="134" y="172"/>
                    <a:pt x="132" y="173"/>
                  </a:cubicBezTo>
                  <a:cubicBezTo>
                    <a:pt x="129" y="175"/>
                    <a:pt x="127" y="177"/>
                    <a:pt x="124" y="182"/>
                  </a:cubicBezTo>
                  <a:close/>
                  <a:moveTo>
                    <a:pt x="114" y="160"/>
                  </a:moveTo>
                  <a:cubicBezTo>
                    <a:pt x="114" y="160"/>
                    <a:pt x="114" y="160"/>
                    <a:pt x="114" y="160"/>
                  </a:cubicBezTo>
                  <a:cubicBezTo>
                    <a:pt x="101" y="169"/>
                    <a:pt x="101" y="169"/>
                    <a:pt x="101" y="169"/>
                  </a:cubicBezTo>
                  <a:cubicBezTo>
                    <a:pt x="109" y="175"/>
                    <a:pt x="109" y="175"/>
                    <a:pt x="109" y="175"/>
                  </a:cubicBezTo>
                  <a:cubicBezTo>
                    <a:pt x="114" y="160"/>
                    <a:pt x="114" y="160"/>
                    <a:pt x="114" y="160"/>
                  </a:cubicBezTo>
                  <a:close/>
                  <a:moveTo>
                    <a:pt x="109" y="176"/>
                  </a:moveTo>
                  <a:cubicBezTo>
                    <a:pt x="106" y="184"/>
                    <a:pt x="106" y="184"/>
                    <a:pt x="106" y="184"/>
                  </a:cubicBezTo>
                  <a:cubicBezTo>
                    <a:pt x="106" y="185"/>
                    <a:pt x="106" y="185"/>
                    <a:pt x="105" y="185"/>
                  </a:cubicBezTo>
                  <a:cubicBezTo>
                    <a:pt x="105" y="186"/>
                    <a:pt x="104" y="185"/>
                    <a:pt x="103" y="185"/>
                  </a:cubicBezTo>
                  <a:cubicBezTo>
                    <a:pt x="103" y="184"/>
                    <a:pt x="103" y="184"/>
                    <a:pt x="103" y="184"/>
                  </a:cubicBezTo>
                  <a:cubicBezTo>
                    <a:pt x="102" y="185"/>
                    <a:pt x="102" y="185"/>
                    <a:pt x="102" y="185"/>
                  </a:cubicBezTo>
                  <a:cubicBezTo>
                    <a:pt x="111" y="191"/>
                    <a:pt x="111" y="191"/>
                    <a:pt x="111" y="191"/>
                  </a:cubicBezTo>
                  <a:cubicBezTo>
                    <a:pt x="111" y="191"/>
                    <a:pt x="111" y="191"/>
                    <a:pt x="111" y="191"/>
                  </a:cubicBezTo>
                  <a:cubicBezTo>
                    <a:pt x="111" y="190"/>
                    <a:pt x="111" y="190"/>
                    <a:pt x="111" y="190"/>
                  </a:cubicBezTo>
                  <a:cubicBezTo>
                    <a:pt x="110" y="190"/>
                    <a:pt x="110" y="189"/>
                    <a:pt x="110" y="189"/>
                  </a:cubicBezTo>
                  <a:cubicBezTo>
                    <a:pt x="109" y="188"/>
                    <a:pt x="109" y="187"/>
                    <a:pt x="109" y="187"/>
                  </a:cubicBezTo>
                  <a:cubicBezTo>
                    <a:pt x="118" y="159"/>
                    <a:pt x="118" y="159"/>
                    <a:pt x="118" y="159"/>
                  </a:cubicBezTo>
                  <a:cubicBezTo>
                    <a:pt x="114" y="157"/>
                    <a:pt x="114" y="157"/>
                    <a:pt x="114" y="157"/>
                  </a:cubicBezTo>
                  <a:cubicBezTo>
                    <a:pt x="91" y="173"/>
                    <a:pt x="91" y="173"/>
                    <a:pt x="91" y="173"/>
                  </a:cubicBezTo>
                  <a:cubicBezTo>
                    <a:pt x="90" y="174"/>
                    <a:pt x="90" y="174"/>
                    <a:pt x="89" y="174"/>
                  </a:cubicBezTo>
                  <a:cubicBezTo>
                    <a:pt x="88" y="174"/>
                    <a:pt x="88" y="173"/>
                    <a:pt x="87" y="173"/>
                  </a:cubicBezTo>
                  <a:cubicBezTo>
                    <a:pt x="87" y="173"/>
                    <a:pt x="87" y="173"/>
                    <a:pt x="87" y="173"/>
                  </a:cubicBezTo>
                  <a:cubicBezTo>
                    <a:pt x="86" y="173"/>
                    <a:pt x="86" y="173"/>
                    <a:pt x="86" y="173"/>
                  </a:cubicBezTo>
                  <a:cubicBezTo>
                    <a:pt x="94" y="179"/>
                    <a:pt x="94" y="179"/>
                    <a:pt x="94" y="179"/>
                  </a:cubicBezTo>
                  <a:cubicBezTo>
                    <a:pt x="94" y="178"/>
                    <a:pt x="94" y="178"/>
                    <a:pt x="94" y="178"/>
                  </a:cubicBezTo>
                  <a:cubicBezTo>
                    <a:pt x="94" y="178"/>
                    <a:pt x="94" y="178"/>
                    <a:pt x="94" y="178"/>
                  </a:cubicBezTo>
                  <a:cubicBezTo>
                    <a:pt x="93" y="177"/>
                    <a:pt x="92" y="176"/>
                    <a:pt x="92" y="176"/>
                  </a:cubicBezTo>
                  <a:cubicBezTo>
                    <a:pt x="92" y="175"/>
                    <a:pt x="93" y="174"/>
                    <a:pt x="94" y="173"/>
                  </a:cubicBezTo>
                  <a:cubicBezTo>
                    <a:pt x="100" y="169"/>
                    <a:pt x="100" y="169"/>
                    <a:pt x="100" y="169"/>
                  </a:cubicBezTo>
                  <a:cubicBezTo>
                    <a:pt x="109" y="176"/>
                    <a:pt x="109" y="176"/>
                    <a:pt x="109" y="176"/>
                  </a:cubicBezTo>
                  <a:close/>
                  <a:moveTo>
                    <a:pt x="88" y="135"/>
                  </a:moveTo>
                  <a:cubicBezTo>
                    <a:pt x="89" y="134"/>
                    <a:pt x="89" y="134"/>
                    <a:pt x="89" y="134"/>
                  </a:cubicBezTo>
                  <a:cubicBezTo>
                    <a:pt x="103" y="148"/>
                    <a:pt x="103" y="148"/>
                    <a:pt x="103" y="148"/>
                  </a:cubicBezTo>
                  <a:cubicBezTo>
                    <a:pt x="103" y="149"/>
                    <a:pt x="103" y="149"/>
                    <a:pt x="103" y="149"/>
                  </a:cubicBezTo>
                  <a:cubicBezTo>
                    <a:pt x="98" y="145"/>
                    <a:pt x="98" y="145"/>
                    <a:pt x="98" y="145"/>
                  </a:cubicBezTo>
                  <a:cubicBezTo>
                    <a:pt x="98" y="144"/>
                    <a:pt x="97" y="144"/>
                    <a:pt x="97" y="144"/>
                  </a:cubicBezTo>
                  <a:cubicBezTo>
                    <a:pt x="97" y="144"/>
                    <a:pt x="96" y="144"/>
                    <a:pt x="96" y="144"/>
                  </a:cubicBezTo>
                  <a:cubicBezTo>
                    <a:pt x="78" y="162"/>
                    <a:pt x="78" y="162"/>
                    <a:pt x="78" y="162"/>
                  </a:cubicBezTo>
                  <a:cubicBezTo>
                    <a:pt x="78" y="163"/>
                    <a:pt x="78" y="163"/>
                    <a:pt x="78" y="164"/>
                  </a:cubicBezTo>
                  <a:cubicBezTo>
                    <a:pt x="78" y="164"/>
                    <a:pt x="78" y="164"/>
                    <a:pt x="79" y="165"/>
                  </a:cubicBezTo>
                  <a:cubicBezTo>
                    <a:pt x="83" y="169"/>
                    <a:pt x="83" y="169"/>
                    <a:pt x="83" y="169"/>
                  </a:cubicBezTo>
                  <a:cubicBezTo>
                    <a:pt x="82" y="170"/>
                    <a:pt x="82" y="170"/>
                    <a:pt x="82" y="170"/>
                  </a:cubicBezTo>
                  <a:cubicBezTo>
                    <a:pt x="68" y="156"/>
                    <a:pt x="68" y="156"/>
                    <a:pt x="68" y="156"/>
                  </a:cubicBezTo>
                  <a:cubicBezTo>
                    <a:pt x="69" y="155"/>
                    <a:pt x="69" y="155"/>
                    <a:pt x="69" y="155"/>
                  </a:cubicBezTo>
                  <a:cubicBezTo>
                    <a:pt x="73" y="159"/>
                    <a:pt x="73" y="159"/>
                    <a:pt x="73" y="159"/>
                  </a:cubicBezTo>
                  <a:cubicBezTo>
                    <a:pt x="73" y="160"/>
                    <a:pt x="74" y="160"/>
                    <a:pt x="74" y="160"/>
                  </a:cubicBezTo>
                  <a:cubicBezTo>
                    <a:pt x="75" y="160"/>
                    <a:pt x="75" y="160"/>
                    <a:pt x="75" y="160"/>
                  </a:cubicBezTo>
                  <a:cubicBezTo>
                    <a:pt x="93" y="141"/>
                    <a:pt x="93" y="141"/>
                    <a:pt x="93" y="141"/>
                  </a:cubicBezTo>
                  <a:cubicBezTo>
                    <a:pt x="93" y="141"/>
                    <a:pt x="93" y="141"/>
                    <a:pt x="93" y="140"/>
                  </a:cubicBezTo>
                  <a:cubicBezTo>
                    <a:pt x="93" y="140"/>
                    <a:pt x="93" y="139"/>
                    <a:pt x="92" y="139"/>
                  </a:cubicBezTo>
                  <a:cubicBezTo>
                    <a:pt x="88" y="135"/>
                    <a:pt x="88" y="135"/>
                    <a:pt x="88" y="135"/>
                  </a:cubicBezTo>
                  <a:close/>
                  <a:moveTo>
                    <a:pt x="77" y="125"/>
                  </a:moveTo>
                  <a:cubicBezTo>
                    <a:pt x="57" y="140"/>
                    <a:pt x="57" y="140"/>
                    <a:pt x="57" y="140"/>
                  </a:cubicBezTo>
                  <a:cubicBezTo>
                    <a:pt x="55" y="142"/>
                    <a:pt x="53" y="142"/>
                    <a:pt x="51" y="142"/>
                  </a:cubicBezTo>
                  <a:cubicBezTo>
                    <a:pt x="50" y="142"/>
                    <a:pt x="48" y="140"/>
                    <a:pt x="47" y="139"/>
                  </a:cubicBezTo>
                  <a:cubicBezTo>
                    <a:pt x="46" y="138"/>
                    <a:pt x="46" y="137"/>
                    <a:pt x="46" y="137"/>
                  </a:cubicBezTo>
                  <a:cubicBezTo>
                    <a:pt x="46" y="136"/>
                    <a:pt x="45" y="135"/>
                    <a:pt x="45" y="135"/>
                  </a:cubicBezTo>
                  <a:cubicBezTo>
                    <a:pt x="46" y="135"/>
                    <a:pt x="46" y="135"/>
                    <a:pt x="46" y="135"/>
                  </a:cubicBezTo>
                  <a:cubicBezTo>
                    <a:pt x="47" y="135"/>
                    <a:pt x="47" y="135"/>
                    <a:pt x="47" y="135"/>
                  </a:cubicBezTo>
                  <a:cubicBezTo>
                    <a:pt x="47" y="134"/>
                    <a:pt x="48" y="134"/>
                    <a:pt x="48" y="133"/>
                  </a:cubicBezTo>
                  <a:cubicBezTo>
                    <a:pt x="48" y="133"/>
                    <a:pt x="47" y="132"/>
                    <a:pt x="47" y="131"/>
                  </a:cubicBezTo>
                  <a:cubicBezTo>
                    <a:pt x="47" y="131"/>
                    <a:pt x="46" y="130"/>
                    <a:pt x="45" y="130"/>
                  </a:cubicBezTo>
                  <a:cubicBezTo>
                    <a:pt x="45" y="130"/>
                    <a:pt x="44" y="130"/>
                    <a:pt x="44" y="130"/>
                  </a:cubicBezTo>
                  <a:cubicBezTo>
                    <a:pt x="43" y="131"/>
                    <a:pt x="43" y="132"/>
                    <a:pt x="43" y="133"/>
                  </a:cubicBezTo>
                  <a:cubicBezTo>
                    <a:pt x="43" y="135"/>
                    <a:pt x="44" y="137"/>
                    <a:pt x="45" y="139"/>
                  </a:cubicBezTo>
                  <a:cubicBezTo>
                    <a:pt x="48" y="141"/>
                    <a:pt x="50" y="143"/>
                    <a:pt x="53" y="144"/>
                  </a:cubicBezTo>
                  <a:cubicBezTo>
                    <a:pt x="55" y="145"/>
                    <a:pt x="57" y="145"/>
                    <a:pt x="60" y="143"/>
                  </a:cubicBezTo>
                  <a:cubicBezTo>
                    <a:pt x="80" y="128"/>
                    <a:pt x="80" y="128"/>
                    <a:pt x="80" y="128"/>
                  </a:cubicBezTo>
                  <a:cubicBezTo>
                    <a:pt x="80" y="128"/>
                    <a:pt x="80" y="128"/>
                    <a:pt x="81" y="128"/>
                  </a:cubicBezTo>
                  <a:cubicBezTo>
                    <a:pt x="81" y="128"/>
                    <a:pt x="82" y="129"/>
                    <a:pt x="82" y="129"/>
                  </a:cubicBezTo>
                  <a:cubicBezTo>
                    <a:pt x="86" y="134"/>
                    <a:pt x="86" y="134"/>
                    <a:pt x="86" y="134"/>
                  </a:cubicBezTo>
                  <a:cubicBezTo>
                    <a:pt x="87" y="134"/>
                    <a:pt x="87" y="134"/>
                    <a:pt x="87" y="134"/>
                  </a:cubicBezTo>
                  <a:cubicBezTo>
                    <a:pt x="74" y="117"/>
                    <a:pt x="74" y="117"/>
                    <a:pt x="74" y="117"/>
                  </a:cubicBezTo>
                  <a:cubicBezTo>
                    <a:pt x="73" y="118"/>
                    <a:pt x="73" y="118"/>
                    <a:pt x="73" y="118"/>
                  </a:cubicBezTo>
                  <a:cubicBezTo>
                    <a:pt x="77" y="123"/>
                    <a:pt x="77" y="123"/>
                    <a:pt x="77" y="123"/>
                  </a:cubicBezTo>
                  <a:cubicBezTo>
                    <a:pt x="77" y="123"/>
                    <a:pt x="78" y="124"/>
                    <a:pt x="78" y="124"/>
                  </a:cubicBezTo>
                  <a:cubicBezTo>
                    <a:pt x="78" y="125"/>
                    <a:pt x="78" y="125"/>
                    <a:pt x="77" y="125"/>
                  </a:cubicBezTo>
                  <a:close/>
                  <a:moveTo>
                    <a:pt x="40" y="108"/>
                  </a:moveTo>
                  <a:cubicBezTo>
                    <a:pt x="40" y="109"/>
                    <a:pt x="40" y="109"/>
                    <a:pt x="40" y="109"/>
                  </a:cubicBezTo>
                  <a:cubicBezTo>
                    <a:pt x="58" y="98"/>
                    <a:pt x="58" y="98"/>
                    <a:pt x="58" y="98"/>
                  </a:cubicBezTo>
                  <a:cubicBezTo>
                    <a:pt x="58" y="98"/>
                    <a:pt x="59" y="98"/>
                    <a:pt x="59" y="97"/>
                  </a:cubicBezTo>
                  <a:cubicBezTo>
                    <a:pt x="59" y="97"/>
                    <a:pt x="59" y="96"/>
                    <a:pt x="58" y="96"/>
                  </a:cubicBezTo>
                  <a:cubicBezTo>
                    <a:pt x="57" y="94"/>
                    <a:pt x="57" y="94"/>
                    <a:pt x="57" y="94"/>
                  </a:cubicBezTo>
                  <a:cubicBezTo>
                    <a:pt x="58" y="93"/>
                    <a:pt x="58" y="93"/>
                    <a:pt x="58" y="93"/>
                  </a:cubicBezTo>
                  <a:cubicBezTo>
                    <a:pt x="63" y="102"/>
                    <a:pt x="63" y="102"/>
                    <a:pt x="63" y="102"/>
                  </a:cubicBezTo>
                  <a:cubicBezTo>
                    <a:pt x="62" y="103"/>
                    <a:pt x="62" y="103"/>
                    <a:pt x="62" y="103"/>
                  </a:cubicBezTo>
                  <a:cubicBezTo>
                    <a:pt x="61" y="101"/>
                    <a:pt x="61" y="101"/>
                    <a:pt x="61" y="101"/>
                  </a:cubicBezTo>
                  <a:cubicBezTo>
                    <a:pt x="61" y="100"/>
                    <a:pt x="60" y="100"/>
                    <a:pt x="60" y="100"/>
                  </a:cubicBezTo>
                  <a:cubicBezTo>
                    <a:pt x="60" y="99"/>
                    <a:pt x="59" y="99"/>
                    <a:pt x="59" y="100"/>
                  </a:cubicBezTo>
                  <a:cubicBezTo>
                    <a:pt x="35" y="114"/>
                    <a:pt x="35" y="114"/>
                    <a:pt x="35" y="114"/>
                  </a:cubicBezTo>
                  <a:cubicBezTo>
                    <a:pt x="34" y="112"/>
                    <a:pt x="34" y="112"/>
                    <a:pt x="34" y="112"/>
                  </a:cubicBezTo>
                  <a:cubicBezTo>
                    <a:pt x="34" y="112"/>
                    <a:pt x="34" y="112"/>
                    <a:pt x="34" y="112"/>
                  </a:cubicBezTo>
                  <a:cubicBezTo>
                    <a:pt x="47" y="82"/>
                    <a:pt x="47" y="82"/>
                    <a:pt x="47" y="82"/>
                  </a:cubicBezTo>
                  <a:cubicBezTo>
                    <a:pt x="47" y="82"/>
                    <a:pt x="47" y="82"/>
                    <a:pt x="47" y="82"/>
                  </a:cubicBezTo>
                  <a:cubicBezTo>
                    <a:pt x="26" y="94"/>
                    <a:pt x="26" y="94"/>
                    <a:pt x="26" y="94"/>
                  </a:cubicBezTo>
                  <a:cubicBezTo>
                    <a:pt x="26" y="94"/>
                    <a:pt x="26" y="95"/>
                    <a:pt x="26" y="95"/>
                  </a:cubicBezTo>
                  <a:cubicBezTo>
                    <a:pt x="26" y="96"/>
                    <a:pt x="26" y="96"/>
                    <a:pt x="26" y="97"/>
                  </a:cubicBezTo>
                  <a:cubicBezTo>
                    <a:pt x="27" y="98"/>
                    <a:pt x="27" y="98"/>
                    <a:pt x="27" y="98"/>
                  </a:cubicBezTo>
                  <a:cubicBezTo>
                    <a:pt x="26" y="99"/>
                    <a:pt x="26" y="99"/>
                    <a:pt x="26" y="99"/>
                  </a:cubicBezTo>
                  <a:cubicBezTo>
                    <a:pt x="21" y="90"/>
                    <a:pt x="21" y="90"/>
                    <a:pt x="21" y="90"/>
                  </a:cubicBezTo>
                  <a:cubicBezTo>
                    <a:pt x="22" y="90"/>
                    <a:pt x="22" y="90"/>
                    <a:pt x="22" y="90"/>
                  </a:cubicBezTo>
                  <a:cubicBezTo>
                    <a:pt x="23" y="91"/>
                    <a:pt x="23" y="91"/>
                    <a:pt x="23" y="91"/>
                  </a:cubicBezTo>
                  <a:cubicBezTo>
                    <a:pt x="24" y="92"/>
                    <a:pt x="24" y="93"/>
                    <a:pt x="24" y="93"/>
                  </a:cubicBezTo>
                  <a:cubicBezTo>
                    <a:pt x="25" y="93"/>
                    <a:pt x="25" y="93"/>
                    <a:pt x="26" y="93"/>
                  </a:cubicBezTo>
                  <a:cubicBezTo>
                    <a:pt x="48" y="80"/>
                    <a:pt x="48" y="80"/>
                    <a:pt x="48" y="80"/>
                  </a:cubicBezTo>
                  <a:cubicBezTo>
                    <a:pt x="48" y="80"/>
                    <a:pt x="48" y="79"/>
                    <a:pt x="48" y="79"/>
                  </a:cubicBezTo>
                  <a:cubicBezTo>
                    <a:pt x="48" y="79"/>
                    <a:pt x="48" y="78"/>
                    <a:pt x="47" y="77"/>
                  </a:cubicBezTo>
                  <a:cubicBezTo>
                    <a:pt x="47" y="76"/>
                    <a:pt x="47" y="76"/>
                    <a:pt x="47" y="76"/>
                  </a:cubicBezTo>
                  <a:cubicBezTo>
                    <a:pt x="48" y="75"/>
                    <a:pt x="48" y="75"/>
                    <a:pt x="48" y="75"/>
                  </a:cubicBezTo>
                  <a:cubicBezTo>
                    <a:pt x="51" y="82"/>
                    <a:pt x="51" y="82"/>
                    <a:pt x="51" y="82"/>
                  </a:cubicBezTo>
                  <a:cubicBezTo>
                    <a:pt x="40" y="108"/>
                    <a:pt x="40" y="108"/>
                    <a:pt x="40" y="108"/>
                  </a:cubicBezTo>
                  <a:close/>
                  <a:moveTo>
                    <a:pt x="41" y="65"/>
                  </a:moveTo>
                  <a:cubicBezTo>
                    <a:pt x="41" y="65"/>
                    <a:pt x="41" y="65"/>
                    <a:pt x="41" y="65"/>
                  </a:cubicBezTo>
                  <a:cubicBezTo>
                    <a:pt x="26" y="65"/>
                    <a:pt x="26" y="65"/>
                    <a:pt x="26" y="65"/>
                  </a:cubicBezTo>
                  <a:cubicBezTo>
                    <a:pt x="29" y="75"/>
                    <a:pt x="29" y="75"/>
                    <a:pt x="29" y="75"/>
                  </a:cubicBezTo>
                  <a:cubicBezTo>
                    <a:pt x="41" y="65"/>
                    <a:pt x="41" y="65"/>
                    <a:pt x="41" y="65"/>
                  </a:cubicBezTo>
                  <a:close/>
                  <a:moveTo>
                    <a:pt x="28" y="75"/>
                  </a:moveTo>
                  <a:cubicBezTo>
                    <a:pt x="22" y="81"/>
                    <a:pt x="22" y="81"/>
                    <a:pt x="22" y="81"/>
                  </a:cubicBezTo>
                  <a:cubicBezTo>
                    <a:pt x="21" y="81"/>
                    <a:pt x="21" y="81"/>
                    <a:pt x="20" y="81"/>
                  </a:cubicBezTo>
                  <a:cubicBezTo>
                    <a:pt x="20" y="81"/>
                    <a:pt x="19" y="81"/>
                    <a:pt x="19" y="80"/>
                  </a:cubicBezTo>
                  <a:cubicBezTo>
                    <a:pt x="19" y="79"/>
                    <a:pt x="19" y="79"/>
                    <a:pt x="19" y="79"/>
                  </a:cubicBezTo>
                  <a:cubicBezTo>
                    <a:pt x="18" y="79"/>
                    <a:pt x="18" y="79"/>
                    <a:pt x="18" y="79"/>
                  </a:cubicBezTo>
                  <a:cubicBezTo>
                    <a:pt x="22" y="89"/>
                    <a:pt x="22" y="89"/>
                    <a:pt x="22" y="89"/>
                  </a:cubicBezTo>
                  <a:cubicBezTo>
                    <a:pt x="23" y="89"/>
                    <a:pt x="23" y="89"/>
                    <a:pt x="23" y="89"/>
                  </a:cubicBezTo>
                  <a:cubicBezTo>
                    <a:pt x="22" y="88"/>
                    <a:pt x="22" y="88"/>
                    <a:pt x="22" y="88"/>
                  </a:cubicBezTo>
                  <a:cubicBezTo>
                    <a:pt x="22" y="88"/>
                    <a:pt x="22" y="87"/>
                    <a:pt x="22" y="86"/>
                  </a:cubicBezTo>
                  <a:cubicBezTo>
                    <a:pt x="22" y="86"/>
                    <a:pt x="23" y="85"/>
                    <a:pt x="23" y="85"/>
                  </a:cubicBezTo>
                  <a:cubicBezTo>
                    <a:pt x="46" y="66"/>
                    <a:pt x="46" y="66"/>
                    <a:pt x="46" y="66"/>
                  </a:cubicBezTo>
                  <a:cubicBezTo>
                    <a:pt x="44" y="63"/>
                    <a:pt x="44" y="63"/>
                    <a:pt x="44" y="63"/>
                  </a:cubicBezTo>
                  <a:cubicBezTo>
                    <a:pt x="15" y="63"/>
                    <a:pt x="15" y="63"/>
                    <a:pt x="15" y="63"/>
                  </a:cubicBezTo>
                  <a:cubicBezTo>
                    <a:pt x="14" y="63"/>
                    <a:pt x="13" y="63"/>
                    <a:pt x="13" y="63"/>
                  </a:cubicBezTo>
                  <a:cubicBezTo>
                    <a:pt x="13" y="62"/>
                    <a:pt x="12" y="62"/>
                    <a:pt x="12" y="61"/>
                  </a:cubicBezTo>
                  <a:cubicBezTo>
                    <a:pt x="12" y="61"/>
                    <a:pt x="12" y="61"/>
                    <a:pt x="12" y="61"/>
                  </a:cubicBezTo>
                  <a:cubicBezTo>
                    <a:pt x="11" y="61"/>
                    <a:pt x="11" y="61"/>
                    <a:pt x="11" y="61"/>
                  </a:cubicBezTo>
                  <a:cubicBezTo>
                    <a:pt x="14" y="70"/>
                    <a:pt x="14" y="70"/>
                    <a:pt x="14" y="70"/>
                  </a:cubicBezTo>
                  <a:cubicBezTo>
                    <a:pt x="15" y="69"/>
                    <a:pt x="15" y="69"/>
                    <a:pt x="15" y="69"/>
                  </a:cubicBezTo>
                  <a:cubicBezTo>
                    <a:pt x="15" y="69"/>
                    <a:pt x="15" y="69"/>
                    <a:pt x="15" y="69"/>
                  </a:cubicBezTo>
                  <a:cubicBezTo>
                    <a:pt x="14" y="67"/>
                    <a:pt x="14" y="67"/>
                    <a:pt x="15" y="66"/>
                  </a:cubicBezTo>
                  <a:cubicBezTo>
                    <a:pt x="15" y="66"/>
                    <a:pt x="16" y="65"/>
                    <a:pt x="17" y="65"/>
                  </a:cubicBezTo>
                  <a:cubicBezTo>
                    <a:pt x="24" y="65"/>
                    <a:pt x="24" y="65"/>
                    <a:pt x="24" y="65"/>
                  </a:cubicBezTo>
                  <a:cubicBezTo>
                    <a:pt x="28" y="75"/>
                    <a:pt x="28" y="75"/>
                    <a:pt x="28" y="75"/>
                  </a:cubicBezTo>
                  <a:close/>
                  <a:moveTo>
                    <a:pt x="34" y="31"/>
                  </a:moveTo>
                  <a:cubicBezTo>
                    <a:pt x="35" y="37"/>
                    <a:pt x="35" y="37"/>
                    <a:pt x="35" y="37"/>
                  </a:cubicBezTo>
                  <a:cubicBezTo>
                    <a:pt x="35" y="38"/>
                    <a:pt x="35" y="39"/>
                    <a:pt x="35" y="39"/>
                  </a:cubicBezTo>
                  <a:cubicBezTo>
                    <a:pt x="35" y="39"/>
                    <a:pt x="35" y="40"/>
                    <a:pt x="34" y="40"/>
                  </a:cubicBezTo>
                  <a:cubicBezTo>
                    <a:pt x="10" y="45"/>
                    <a:pt x="10" y="45"/>
                    <a:pt x="10" y="45"/>
                  </a:cubicBezTo>
                  <a:cubicBezTo>
                    <a:pt x="9" y="45"/>
                    <a:pt x="9" y="45"/>
                    <a:pt x="8" y="45"/>
                  </a:cubicBezTo>
                  <a:cubicBezTo>
                    <a:pt x="8" y="44"/>
                    <a:pt x="8" y="44"/>
                    <a:pt x="8" y="43"/>
                  </a:cubicBezTo>
                  <a:cubicBezTo>
                    <a:pt x="6" y="37"/>
                    <a:pt x="6" y="37"/>
                    <a:pt x="6" y="37"/>
                  </a:cubicBezTo>
                  <a:cubicBezTo>
                    <a:pt x="5" y="38"/>
                    <a:pt x="5" y="38"/>
                    <a:pt x="5" y="38"/>
                  </a:cubicBezTo>
                  <a:cubicBezTo>
                    <a:pt x="10" y="57"/>
                    <a:pt x="10" y="57"/>
                    <a:pt x="10" y="57"/>
                  </a:cubicBezTo>
                  <a:cubicBezTo>
                    <a:pt x="11" y="57"/>
                    <a:pt x="11" y="57"/>
                    <a:pt x="11" y="57"/>
                  </a:cubicBezTo>
                  <a:cubicBezTo>
                    <a:pt x="9" y="51"/>
                    <a:pt x="9" y="51"/>
                    <a:pt x="9" y="51"/>
                  </a:cubicBezTo>
                  <a:cubicBezTo>
                    <a:pt x="9" y="51"/>
                    <a:pt x="9" y="50"/>
                    <a:pt x="9" y="50"/>
                  </a:cubicBezTo>
                  <a:cubicBezTo>
                    <a:pt x="10" y="49"/>
                    <a:pt x="10" y="49"/>
                    <a:pt x="10" y="49"/>
                  </a:cubicBezTo>
                  <a:cubicBezTo>
                    <a:pt x="35" y="44"/>
                    <a:pt x="35" y="44"/>
                    <a:pt x="35" y="44"/>
                  </a:cubicBezTo>
                  <a:cubicBezTo>
                    <a:pt x="36" y="44"/>
                    <a:pt x="36" y="44"/>
                    <a:pt x="36" y="44"/>
                  </a:cubicBezTo>
                  <a:cubicBezTo>
                    <a:pt x="37" y="44"/>
                    <a:pt x="37" y="45"/>
                    <a:pt x="37" y="46"/>
                  </a:cubicBezTo>
                  <a:cubicBezTo>
                    <a:pt x="38" y="51"/>
                    <a:pt x="38" y="51"/>
                    <a:pt x="38" y="51"/>
                  </a:cubicBezTo>
                  <a:cubicBezTo>
                    <a:pt x="39" y="51"/>
                    <a:pt x="39" y="51"/>
                    <a:pt x="39" y="51"/>
                  </a:cubicBezTo>
                  <a:cubicBezTo>
                    <a:pt x="35" y="31"/>
                    <a:pt x="35" y="31"/>
                    <a:pt x="35" y="31"/>
                  </a:cubicBezTo>
                  <a:cubicBezTo>
                    <a:pt x="34" y="31"/>
                    <a:pt x="34" y="31"/>
                    <a:pt x="34" y="31"/>
                  </a:cubicBezTo>
                  <a:close/>
                  <a:moveTo>
                    <a:pt x="18" y="17"/>
                  </a:moveTo>
                  <a:cubicBezTo>
                    <a:pt x="6" y="26"/>
                    <a:pt x="6" y="26"/>
                    <a:pt x="6" y="26"/>
                  </a:cubicBezTo>
                  <a:cubicBezTo>
                    <a:pt x="5" y="27"/>
                    <a:pt x="5" y="28"/>
                    <a:pt x="4" y="28"/>
                  </a:cubicBezTo>
                  <a:cubicBezTo>
                    <a:pt x="4" y="29"/>
                    <a:pt x="4" y="30"/>
                    <a:pt x="4" y="30"/>
                  </a:cubicBezTo>
                  <a:cubicBezTo>
                    <a:pt x="4" y="31"/>
                    <a:pt x="4" y="31"/>
                    <a:pt x="4" y="31"/>
                  </a:cubicBezTo>
                  <a:cubicBezTo>
                    <a:pt x="3" y="31"/>
                    <a:pt x="3" y="31"/>
                    <a:pt x="3" y="31"/>
                  </a:cubicBezTo>
                  <a:cubicBezTo>
                    <a:pt x="2" y="20"/>
                    <a:pt x="2" y="20"/>
                    <a:pt x="2" y="20"/>
                  </a:cubicBezTo>
                  <a:cubicBezTo>
                    <a:pt x="3" y="20"/>
                    <a:pt x="3" y="20"/>
                    <a:pt x="3" y="20"/>
                  </a:cubicBezTo>
                  <a:cubicBezTo>
                    <a:pt x="3" y="21"/>
                    <a:pt x="3" y="21"/>
                    <a:pt x="3" y="21"/>
                  </a:cubicBezTo>
                  <a:cubicBezTo>
                    <a:pt x="3" y="22"/>
                    <a:pt x="4" y="23"/>
                    <a:pt x="4" y="23"/>
                  </a:cubicBezTo>
                  <a:cubicBezTo>
                    <a:pt x="4" y="23"/>
                    <a:pt x="5" y="23"/>
                    <a:pt x="5" y="23"/>
                  </a:cubicBezTo>
                  <a:cubicBezTo>
                    <a:pt x="15" y="15"/>
                    <a:pt x="15" y="15"/>
                    <a:pt x="15" y="15"/>
                  </a:cubicBezTo>
                  <a:cubicBezTo>
                    <a:pt x="6" y="10"/>
                    <a:pt x="6" y="10"/>
                    <a:pt x="6" y="10"/>
                  </a:cubicBezTo>
                  <a:cubicBezTo>
                    <a:pt x="5" y="9"/>
                    <a:pt x="4" y="9"/>
                    <a:pt x="4" y="9"/>
                  </a:cubicBezTo>
                  <a:cubicBezTo>
                    <a:pt x="4" y="9"/>
                    <a:pt x="3" y="9"/>
                    <a:pt x="3" y="9"/>
                  </a:cubicBezTo>
                  <a:cubicBezTo>
                    <a:pt x="3" y="9"/>
                    <a:pt x="2" y="9"/>
                    <a:pt x="2" y="9"/>
                  </a:cubicBezTo>
                  <a:cubicBezTo>
                    <a:pt x="2" y="10"/>
                    <a:pt x="2" y="10"/>
                    <a:pt x="2" y="11"/>
                  </a:cubicBezTo>
                  <a:cubicBezTo>
                    <a:pt x="2" y="12"/>
                    <a:pt x="2" y="12"/>
                    <a:pt x="2" y="12"/>
                  </a:cubicBezTo>
                  <a:cubicBezTo>
                    <a:pt x="1" y="12"/>
                    <a:pt x="1" y="12"/>
                    <a:pt x="1" y="12"/>
                  </a:cubicBezTo>
                  <a:cubicBezTo>
                    <a:pt x="0" y="2"/>
                    <a:pt x="0" y="2"/>
                    <a:pt x="0" y="2"/>
                  </a:cubicBezTo>
                  <a:cubicBezTo>
                    <a:pt x="1" y="2"/>
                    <a:pt x="1" y="2"/>
                    <a:pt x="1" y="2"/>
                  </a:cubicBezTo>
                  <a:cubicBezTo>
                    <a:pt x="1" y="3"/>
                    <a:pt x="1" y="3"/>
                    <a:pt x="1" y="3"/>
                  </a:cubicBezTo>
                  <a:cubicBezTo>
                    <a:pt x="1" y="4"/>
                    <a:pt x="2" y="5"/>
                    <a:pt x="2" y="5"/>
                  </a:cubicBezTo>
                  <a:cubicBezTo>
                    <a:pt x="3" y="6"/>
                    <a:pt x="3" y="6"/>
                    <a:pt x="4" y="7"/>
                  </a:cubicBezTo>
                  <a:cubicBezTo>
                    <a:pt x="16" y="13"/>
                    <a:pt x="16" y="13"/>
                    <a:pt x="16" y="13"/>
                  </a:cubicBezTo>
                  <a:cubicBezTo>
                    <a:pt x="28" y="4"/>
                    <a:pt x="28" y="4"/>
                    <a:pt x="28" y="4"/>
                  </a:cubicBezTo>
                  <a:cubicBezTo>
                    <a:pt x="29" y="3"/>
                    <a:pt x="29" y="3"/>
                    <a:pt x="29" y="3"/>
                  </a:cubicBezTo>
                  <a:cubicBezTo>
                    <a:pt x="29" y="2"/>
                    <a:pt x="29" y="2"/>
                    <a:pt x="29" y="1"/>
                  </a:cubicBezTo>
                  <a:cubicBezTo>
                    <a:pt x="29" y="0"/>
                    <a:pt x="29" y="0"/>
                    <a:pt x="29" y="0"/>
                  </a:cubicBezTo>
                  <a:cubicBezTo>
                    <a:pt x="30" y="0"/>
                    <a:pt x="30" y="0"/>
                    <a:pt x="30" y="0"/>
                  </a:cubicBezTo>
                  <a:cubicBezTo>
                    <a:pt x="31" y="11"/>
                    <a:pt x="31" y="11"/>
                    <a:pt x="31" y="11"/>
                  </a:cubicBezTo>
                  <a:cubicBezTo>
                    <a:pt x="30" y="11"/>
                    <a:pt x="30" y="11"/>
                    <a:pt x="30" y="11"/>
                  </a:cubicBezTo>
                  <a:cubicBezTo>
                    <a:pt x="30" y="10"/>
                    <a:pt x="30" y="10"/>
                    <a:pt x="30" y="10"/>
                  </a:cubicBezTo>
                  <a:cubicBezTo>
                    <a:pt x="30" y="9"/>
                    <a:pt x="30" y="8"/>
                    <a:pt x="30" y="8"/>
                  </a:cubicBezTo>
                  <a:cubicBezTo>
                    <a:pt x="29" y="8"/>
                    <a:pt x="29" y="8"/>
                    <a:pt x="28" y="9"/>
                  </a:cubicBezTo>
                  <a:cubicBezTo>
                    <a:pt x="20" y="15"/>
                    <a:pt x="20" y="15"/>
                    <a:pt x="20" y="15"/>
                  </a:cubicBezTo>
                  <a:cubicBezTo>
                    <a:pt x="29" y="20"/>
                    <a:pt x="29" y="20"/>
                    <a:pt x="29" y="20"/>
                  </a:cubicBezTo>
                  <a:cubicBezTo>
                    <a:pt x="30" y="21"/>
                    <a:pt x="30" y="21"/>
                    <a:pt x="31" y="20"/>
                  </a:cubicBezTo>
                  <a:cubicBezTo>
                    <a:pt x="31" y="20"/>
                    <a:pt x="31" y="20"/>
                    <a:pt x="31" y="19"/>
                  </a:cubicBezTo>
                  <a:cubicBezTo>
                    <a:pt x="31" y="17"/>
                    <a:pt x="31" y="17"/>
                    <a:pt x="31" y="17"/>
                  </a:cubicBezTo>
                  <a:cubicBezTo>
                    <a:pt x="32" y="17"/>
                    <a:pt x="32" y="17"/>
                    <a:pt x="32" y="17"/>
                  </a:cubicBezTo>
                  <a:cubicBezTo>
                    <a:pt x="33" y="27"/>
                    <a:pt x="33" y="27"/>
                    <a:pt x="33" y="27"/>
                  </a:cubicBezTo>
                  <a:cubicBezTo>
                    <a:pt x="32" y="27"/>
                    <a:pt x="32" y="27"/>
                    <a:pt x="32" y="27"/>
                  </a:cubicBezTo>
                  <a:cubicBezTo>
                    <a:pt x="32" y="26"/>
                    <a:pt x="32" y="26"/>
                    <a:pt x="32" y="26"/>
                  </a:cubicBezTo>
                  <a:cubicBezTo>
                    <a:pt x="32" y="25"/>
                    <a:pt x="32" y="25"/>
                    <a:pt x="31" y="24"/>
                  </a:cubicBezTo>
                  <a:cubicBezTo>
                    <a:pt x="31" y="24"/>
                    <a:pt x="31" y="23"/>
                    <a:pt x="30" y="23"/>
                  </a:cubicBezTo>
                  <a:lnTo>
                    <a:pt x="18"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8" name="íṡḷïḓê">
              <a:extLst>
                <a:ext uri="{FF2B5EF4-FFF2-40B4-BE49-F238E27FC236}">
                  <a16:creationId xmlns:a16="http://schemas.microsoft.com/office/drawing/2014/main" id="{A6F7E639-3A44-6716-F31F-1FF68CF4DAA6}"/>
                </a:ext>
              </a:extLst>
            </p:cNvPr>
            <p:cNvSpPr/>
            <p:nvPr/>
          </p:nvSpPr>
          <p:spPr bwMode="auto">
            <a:xfrm>
              <a:off x="3354388" y="2676526"/>
              <a:ext cx="296863" cy="254000"/>
            </a:xfrm>
            <a:custGeom>
              <a:avLst/>
              <a:gdLst>
                <a:gd name="T0" fmla="*/ 83 w 90"/>
                <a:gd name="T1" fmla="*/ 42 h 77"/>
                <a:gd name="T2" fmla="*/ 18 w 90"/>
                <a:gd name="T3" fmla="*/ 69 h 77"/>
                <a:gd name="T4" fmla="*/ 10 w 90"/>
                <a:gd name="T5" fmla="*/ 68 h 77"/>
                <a:gd name="T6" fmla="*/ 33 w 90"/>
                <a:gd name="T7" fmla="*/ 27 h 77"/>
                <a:gd name="T8" fmla="*/ 31 w 90"/>
                <a:gd name="T9" fmla="*/ 23 h 77"/>
                <a:gd name="T10" fmla="*/ 8 w 90"/>
                <a:gd name="T11" fmla="*/ 37 h 77"/>
                <a:gd name="T12" fmla="*/ 4 w 90"/>
                <a:gd name="T13" fmla="*/ 32 h 77"/>
                <a:gd name="T14" fmla="*/ 28 w 90"/>
                <a:gd name="T15" fmla="*/ 16 h 77"/>
                <a:gd name="T16" fmla="*/ 26 w 90"/>
                <a:gd name="T17" fmla="*/ 7 h 77"/>
                <a:gd name="T18" fmla="*/ 30 w 90"/>
                <a:gd name="T19" fmla="*/ 5 h 77"/>
                <a:gd name="T20" fmla="*/ 33 w 90"/>
                <a:gd name="T21" fmla="*/ 10 h 77"/>
                <a:gd name="T22" fmla="*/ 45 w 90"/>
                <a:gd name="T23" fmla="*/ 12 h 77"/>
                <a:gd name="T24" fmla="*/ 58 w 90"/>
                <a:gd name="T25" fmla="*/ 6 h 77"/>
                <a:gd name="T26" fmla="*/ 65 w 90"/>
                <a:gd name="T27" fmla="*/ 12 h 77"/>
                <a:gd name="T28" fmla="*/ 43 w 90"/>
                <a:gd name="T29" fmla="*/ 18 h 77"/>
                <a:gd name="T30" fmla="*/ 46 w 90"/>
                <a:gd name="T31" fmla="*/ 22 h 77"/>
                <a:gd name="T32" fmla="*/ 87 w 90"/>
                <a:gd name="T33" fmla="*/ 35 h 77"/>
                <a:gd name="T34" fmla="*/ 83 w 90"/>
                <a:gd name="T35" fmla="*/ 42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0" h="77">
                  <a:moveTo>
                    <a:pt x="83" y="42"/>
                  </a:moveTo>
                  <a:cubicBezTo>
                    <a:pt x="59" y="18"/>
                    <a:pt x="25" y="23"/>
                    <a:pt x="18" y="69"/>
                  </a:cubicBezTo>
                  <a:cubicBezTo>
                    <a:pt x="17" y="76"/>
                    <a:pt x="11" y="77"/>
                    <a:pt x="10" y="68"/>
                  </a:cubicBezTo>
                  <a:cubicBezTo>
                    <a:pt x="12" y="44"/>
                    <a:pt x="29" y="33"/>
                    <a:pt x="33" y="27"/>
                  </a:cubicBezTo>
                  <a:cubicBezTo>
                    <a:pt x="34" y="25"/>
                    <a:pt x="33" y="23"/>
                    <a:pt x="31" y="23"/>
                  </a:cubicBezTo>
                  <a:cubicBezTo>
                    <a:pt x="28" y="24"/>
                    <a:pt x="13" y="34"/>
                    <a:pt x="8" y="37"/>
                  </a:cubicBezTo>
                  <a:cubicBezTo>
                    <a:pt x="1" y="41"/>
                    <a:pt x="0" y="35"/>
                    <a:pt x="4" y="32"/>
                  </a:cubicBezTo>
                  <a:cubicBezTo>
                    <a:pt x="8" y="28"/>
                    <a:pt x="30" y="22"/>
                    <a:pt x="28" y="16"/>
                  </a:cubicBezTo>
                  <a:cubicBezTo>
                    <a:pt x="27" y="13"/>
                    <a:pt x="27" y="10"/>
                    <a:pt x="26" y="7"/>
                  </a:cubicBezTo>
                  <a:cubicBezTo>
                    <a:pt x="25" y="5"/>
                    <a:pt x="28" y="4"/>
                    <a:pt x="30" y="5"/>
                  </a:cubicBezTo>
                  <a:cubicBezTo>
                    <a:pt x="31" y="6"/>
                    <a:pt x="32" y="8"/>
                    <a:pt x="33" y="10"/>
                  </a:cubicBezTo>
                  <a:cubicBezTo>
                    <a:pt x="35" y="14"/>
                    <a:pt x="42" y="13"/>
                    <a:pt x="45" y="12"/>
                  </a:cubicBezTo>
                  <a:cubicBezTo>
                    <a:pt x="50" y="10"/>
                    <a:pt x="54" y="8"/>
                    <a:pt x="58" y="6"/>
                  </a:cubicBezTo>
                  <a:cubicBezTo>
                    <a:pt x="69" y="0"/>
                    <a:pt x="73" y="9"/>
                    <a:pt x="65" y="12"/>
                  </a:cubicBezTo>
                  <a:cubicBezTo>
                    <a:pt x="58" y="14"/>
                    <a:pt x="51" y="15"/>
                    <a:pt x="43" y="18"/>
                  </a:cubicBezTo>
                  <a:cubicBezTo>
                    <a:pt x="38" y="19"/>
                    <a:pt x="41" y="23"/>
                    <a:pt x="46" y="22"/>
                  </a:cubicBezTo>
                  <a:cubicBezTo>
                    <a:pt x="64" y="20"/>
                    <a:pt x="81" y="28"/>
                    <a:pt x="87" y="35"/>
                  </a:cubicBezTo>
                  <a:cubicBezTo>
                    <a:pt x="90" y="40"/>
                    <a:pt x="85" y="44"/>
                    <a:pt x="83"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89" name="ïSḷíďé">
              <a:extLst>
                <a:ext uri="{FF2B5EF4-FFF2-40B4-BE49-F238E27FC236}">
                  <a16:creationId xmlns:a16="http://schemas.microsoft.com/office/drawing/2014/main" id="{0581DDBB-2FA3-10D9-4AE8-68CD017D549E}"/>
                </a:ext>
              </a:extLst>
            </p:cNvPr>
            <p:cNvSpPr/>
            <p:nvPr/>
          </p:nvSpPr>
          <p:spPr bwMode="auto">
            <a:xfrm>
              <a:off x="3916363" y="2643188"/>
              <a:ext cx="279400" cy="280988"/>
            </a:xfrm>
            <a:custGeom>
              <a:avLst/>
              <a:gdLst>
                <a:gd name="T0" fmla="*/ 68 w 85"/>
                <a:gd name="T1" fmla="*/ 34 h 85"/>
                <a:gd name="T2" fmla="*/ 78 w 85"/>
                <a:gd name="T3" fmla="*/ 24 h 85"/>
                <a:gd name="T4" fmla="*/ 55 w 85"/>
                <a:gd name="T5" fmla="*/ 28 h 85"/>
                <a:gd name="T6" fmla="*/ 36 w 85"/>
                <a:gd name="T7" fmla="*/ 38 h 85"/>
                <a:gd name="T8" fmla="*/ 26 w 85"/>
                <a:gd name="T9" fmla="*/ 34 h 85"/>
                <a:gd name="T10" fmla="*/ 37 w 85"/>
                <a:gd name="T11" fmla="*/ 17 h 85"/>
                <a:gd name="T12" fmla="*/ 34 w 85"/>
                <a:gd name="T13" fmla="*/ 6 h 85"/>
                <a:gd name="T14" fmla="*/ 10 w 85"/>
                <a:gd name="T15" fmla="*/ 10 h 85"/>
                <a:gd name="T16" fmla="*/ 25 w 85"/>
                <a:gd name="T17" fmla="*/ 20 h 85"/>
                <a:gd name="T18" fmla="*/ 10 w 85"/>
                <a:gd name="T19" fmla="*/ 25 h 85"/>
                <a:gd name="T20" fmla="*/ 23 w 85"/>
                <a:gd name="T21" fmla="*/ 29 h 85"/>
                <a:gd name="T22" fmla="*/ 5 w 85"/>
                <a:gd name="T23" fmla="*/ 42 h 85"/>
                <a:gd name="T24" fmla="*/ 60 w 85"/>
                <a:gd name="T25" fmla="*/ 78 h 85"/>
                <a:gd name="T26" fmla="*/ 67 w 85"/>
                <a:gd name="T27" fmla="*/ 75 h 85"/>
                <a:gd name="T28" fmla="*/ 72 w 85"/>
                <a:gd name="T29" fmla="*/ 42 h 85"/>
                <a:gd name="T30" fmla="*/ 38 w 85"/>
                <a:gd name="T31" fmla="*/ 49 h 85"/>
                <a:gd name="T32" fmla="*/ 43 w 85"/>
                <a:gd name="T33" fmla="*/ 55 h 85"/>
                <a:gd name="T34" fmla="*/ 38 w 85"/>
                <a:gd name="T35" fmla="*/ 49 h 85"/>
                <a:gd name="T36" fmla="*/ 27 w 85"/>
                <a:gd name="T37" fmla="*/ 50 h 85"/>
                <a:gd name="T38" fmla="*/ 24 w 85"/>
                <a:gd name="T39" fmla="*/ 45 h 85"/>
                <a:gd name="T40" fmla="*/ 61 w 85"/>
                <a:gd name="T41" fmla="*/ 47 h 85"/>
                <a:gd name="T42" fmla="*/ 65 w 85"/>
                <a:gd name="T43" fmla="*/ 54 h 85"/>
                <a:gd name="T44" fmla="*/ 61 w 85"/>
                <a:gd name="T45" fmla="*/ 47 h 85"/>
                <a:gd name="T46" fmla="*/ 64 w 85"/>
                <a:gd name="T47" fmla="*/ 41 h 85"/>
                <a:gd name="T48" fmla="*/ 60 w 85"/>
                <a:gd name="T49" fmla="*/ 42 h 85"/>
                <a:gd name="T50" fmla="*/ 49 w 85"/>
                <a:gd name="T51" fmla="*/ 34 h 85"/>
                <a:gd name="T52" fmla="*/ 53 w 85"/>
                <a:gd name="T53" fmla="*/ 38 h 85"/>
                <a:gd name="T54" fmla="*/ 49 w 85"/>
                <a:gd name="T55" fmla="*/ 34 h 85"/>
                <a:gd name="T56" fmla="*/ 49 w 85"/>
                <a:gd name="T57" fmla="*/ 42 h 85"/>
                <a:gd name="T58" fmla="*/ 43 w 85"/>
                <a:gd name="T59" fmla="*/ 44 h 85"/>
                <a:gd name="T60" fmla="*/ 56 w 85"/>
                <a:gd name="T61" fmla="*/ 57 h 85"/>
                <a:gd name="T62" fmla="*/ 60 w 85"/>
                <a:gd name="T63" fmla="*/ 63 h 85"/>
                <a:gd name="T64" fmla="*/ 49 w 85"/>
                <a:gd name="T65" fmla="*/ 60 h 85"/>
                <a:gd name="T66" fmla="*/ 17 w 85"/>
                <a:gd name="T67" fmla="*/ 42 h 85"/>
                <a:gd name="T68" fmla="*/ 13 w 85"/>
                <a:gd name="T69" fmla="*/ 48 h 85"/>
                <a:gd name="T70" fmla="*/ 14 w 85"/>
                <a:gd name="T71" fmla="*/ 37 h 85"/>
                <a:gd name="T72" fmla="*/ 58 w 85"/>
                <a:gd name="T73" fmla="*/ 19 h 85"/>
                <a:gd name="T74" fmla="*/ 71 w 85"/>
                <a:gd name="T75" fmla="*/ 31 h 85"/>
                <a:gd name="T76" fmla="*/ 58 w 85"/>
                <a:gd name="T77" fmla="*/ 1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5" h="85">
                  <a:moveTo>
                    <a:pt x="65" y="37"/>
                  </a:moveTo>
                  <a:cubicBezTo>
                    <a:pt x="64" y="34"/>
                    <a:pt x="66" y="34"/>
                    <a:pt x="68" y="34"/>
                  </a:cubicBezTo>
                  <a:cubicBezTo>
                    <a:pt x="71" y="36"/>
                    <a:pt x="74" y="37"/>
                    <a:pt x="77" y="39"/>
                  </a:cubicBezTo>
                  <a:cubicBezTo>
                    <a:pt x="85" y="36"/>
                    <a:pt x="85" y="27"/>
                    <a:pt x="78" y="24"/>
                  </a:cubicBezTo>
                  <a:cubicBezTo>
                    <a:pt x="69" y="18"/>
                    <a:pt x="56" y="11"/>
                    <a:pt x="50" y="13"/>
                  </a:cubicBezTo>
                  <a:cubicBezTo>
                    <a:pt x="41" y="23"/>
                    <a:pt x="49" y="25"/>
                    <a:pt x="55" y="28"/>
                  </a:cubicBezTo>
                  <a:cubicBezTo>
                    <a:pt x="58" y="30"/>
                    <a:pt x="56" y="31"/>
                    <a:pt x="54" y="31"/>
                  </a:cubicBezTo>
                  <a:cubicBezTo>
                    <a:pt x="42" y="27"/>
                    <a:pt x="44" y="30"/>
                    <a:pt x="36" y="38"/>
                  </a:cubicBezTo>
                  <a:cubicBezTo>
                    <a:pt x="30" y="42"/>
                    <a:pt x="27" y="40"/>
                    <a:pt x="25" y="37"/>
                  </a:cubicBezTo>
                  <a:cubicBezTo>
                    <a:pt x="24" y="35"/>
                    <a:pt x="25" y="35"/>
                    <a:pt x="26" y="34"/>
                  </a:cubicBezTo>
                  <a:cubicBezTo>
                    <a:pt x="30" y="32"/>
                    <a:pt x="33" y="30"/>
                    <a:pt x="32" y="27"/>
                  </a:cubicBezTo>
                  <a:cubicBezTo>
                    <a:pt x="32" y="23"/>
                    <a:pt x="33" y="19"/>
                    <a:pt x="37" y="17"/>
                  </a:cubicBezTo>
                  <a:cubicBezTo>
                    <a:pt x="40" y="15"/>
                    <a:pt x="44" y="14"/>
                    <a:pt x="43" y="8"/>
                  </a:cubicBezTo>
                  <a:cubicBezTo>
                    <a:pt x="40" y="2"/>
                    <a:pt x="32" y="0"/>
                    <a:pt x="34" y="6"/>
                  </a:cubicBezTo>
                  <a:cubicBezTo>
                    <a:pt x="36" y="10"/>
                    <a:pt x="32" y="14"/>
                    <a:pt x="30" y="12"/>
                  </a:cubicBezTo>
                  <a:cubicBezTo>
                    <a:pt x="20" y="9"/>
                    <a:pt x="10" y="6"/>
                    <a:pt x="10" y="10"/>
                  </a:cubicBezTo>
                  <a:cubicBezTo>
                    <a:pt x="8" y="14"/>
                    <a:pt x="17" y="15"/>
                    <a:pt x="25" y="16"/>
                  </a:cubicBezTo>
                  <a:cubicBezTo>
                    <a:pt x="27" y="17"/>
                    <a:pt x="27" y="20"/>
                    <a:pt x="25" y="20"/>
                  </a:cubicBezTo>
                  <a:cubicBezTo>
                    <a:pt x="19" y="20"/>
                    <a:pt x="14" y="19"/>
                    <a:pt x="9" y="19"/>
                  </a:cubicBezTo>
                  <a:cubicBezTo>
                    <a:pt x="5" y="20"/>
                    <a:pt x="5" y="25"/>
                    <a:pt x="10" y="25"/>
                  </a:cubicBezTo>
                  <a:cubicBezTo>
                    <a:pt x="15" y="25"/>
                    <a:pt x="20" y="25"/>
                    <a:pt x="25" y="24"/>
                  </a:cubicBezTo>
                  <a:cubicBezTo>
                    <a:pt x="27" y="24"/>
                    <a:pt x="26" y="29"/>
                    <a:pt x="23" y="29"/>
                  </a:cubicBezTo>
                  <a:cubicBezTo>
                    <a:pt x="8" y="29"/>
                    <a:pt x="10" y="30"/>
                    <a:pt x="9" y="31"/>
                  </a:cubicBezTo>
                  <a:cubicBezTo>
                    <a:pt x="7" y="35"/>
                    <a:pt x="7" y="38"/>
                    <a:pt x="5" y="42"/>
                  </a:cubicBezTo>
                  <a:cubicBezTo>
                    <a:pt x="0" y="51"/>
                    <a:pt x="6" y="54"/>
                    <a:pt x="16" y="54"/>
                  </a:cubicBezTo>
                  <a:cubicBezTo>
                    <a:pt x="36" y="58"/>
                    <a:pt x="54" y="64"/>
                    <a:pt x="60" y="78"/>
                  </a:cubicBezTo>
                  <a:cubicBezTo>
                    <a:pt x="61" y="80"/>
                    <a:pt x="61" y="81"/>
                    <a:pt x="63" y="82"/>
                  </a:cubicBezTo>
                  <a:cubicBezTo>
                    <a:pt x="68" y="85"/>
                    <a:pt x="71" y="79"/>
                    <a:pt x="67" y="75"/>
                  </a:cubicBezTo>
                  <a:cubicBezTo>
                    <a:pt x="64" y="72"/>
                    <a:pt x="65" y="72"/>
                    <a:pt x="67" y="68"/>
                  </a:cubicBezTo>
                  <a:cubicBezTo>
                    <a:pt x="71" y="60"/>
                    <a:pt x="79" y="51"/>
                    <a:pt x="72" y="42"/>
                  </a:cubicBezTo>
                  <a:cubicBezTo>
                    <a:pt x="70" y="40"/>
                    <a:pt x="68" y="39"/>
                    <a:pt x="65" y="37"/>
                  </a:cubicBezTo>
                  <a:close/>
                  <a:moveTo>
                    <a:pt x="38" y="49"/>
                  </a:moveTo>
                  <a:cubicBezTo>
                    <a:pt x="39" y="48"/>
                    <a:pt x="43" y="50"/>
                    <a:pt x="43" y="50"/>
                  </a:cubicBezTo>
                  <a:cubicBezTo>
                    <a:pt x="44" y="51"/>
                    <a:pt x="44" y="54"/>
                    <a:pt x="43" y="55"/>
                  </a:cubicBezTo>
                  <a:cubicBezTo>
                    <a:pt x="41" y="58"/>
                    <a:pt x="36" y="55"/>
                    <a:pt x="36" y="53"/>
                  </a:cubicBezTo>
                  <a:cubicBezTo>
                    <a:pt x="35" y="51"/>
                    <a:pt x="36" y="50"/>
                    <a:pt x="38" y="49"/>
                  </a:cubicBezTo>
                  <a:close/>
                  <a:moveTo>
                    <a:pt x="27" y="45"/>
                  </a:moveTo>
                  <a:cubicBezTo>
                    <a:pt x="27" y="46"/>
                    <a:pt x="27" y="50"/>
                    <a:pt x="27" y="50"/>
                  </a:cubicBezTo>
                  <a:cubicBezTo>
                    <a:pt x="26" y="51"/>
                    <a:pt x="25" y="51"/>
                    <a:pt x="24" y="51"/>
                  </a:cubicBezTo>
                  <a:cubicBezTo>
                    <a:pt x="21" y="50"/>
                    <a:pt x="22" y="45"/>
                    <a:pt x="24" y="45"/>
                  </a:cubicBezTo>
                  <a:cubicBezTo>
                    <a:pt x="25" y="44"/>
                    <a:pt x="26" y="44"/>
                    <a:pt x="27" y="45"/>
                  </a:cubicBezTo>
                  <a:close/>
                  <a:moveTo>
                    <a:pt x="61" y="47"/>
                  </a:moveTo>
                  <a:cubicBezTo>
                    <a:pt x="61" y="47"/>
                    <a:pt x="64" y="49"/>
                    <a:pt x="65" y="50"/>
                  </a:cubicBezTo>
                  <a:cubicBezTo>
                    <a:pt x="66" y="50"/>
                    <a:pt x="66" y="53"/>
                    <a:pt x="65" y="54"/>
                  </a:cubicBezTo>
                  <a:cubicBezTo>
                    <a:pt x="63" y="56"/>
                    <a:pt x="58" y="52"/>
                    <a:pt x="58" y="50"/>
                  </a:cubicBezTo>
                  <a:cubicBezTo>
                    <a:pt x="58" y="48"/>
                    <a:pt x="59" y="47"/>
                    <a:pt x="61" y="47"/>
                  </a:cubicBezTo>
                  <a:close/>
                  <a:moveTo>
                    <a:pt x="61" y="40"/>
                  </a:moveTo>
                  <a:cubicBezTo>
                    <a:pt x="61" y="39"/>
                    <a:pt x="64" y="40"/>
                    <a:pt x="64" y="41"/>
                  </a:cubicBezTo>
                  <a:cubicBezTo>
                    <a:pt x="65" y="41"/>
                    <a:pt x="65" y="42"/>
                    <a:pt x="64" y="43"/>
                  </a:cubicBezTo>
                  <a:cubicBezTo>
                    <a:pt x="63" y="45"/>
                    <a:pt x="60" y="43"/>
                    <a:pt x="60" y="42"/>
                  </a:cubicBezTo>
                  <a:cubicBezTo>
                    <a:pt x="59" y="41"/>
                    <a:pt x="60" y="40"/>
                    <a:pt x="61" y="40"/>
                  </a:cubicBezTo>
                  <a:close/>
                  <a:moveTo>
                    <a:pt x="49" y="34"/>
                  </a:moveTo>
                  <a:cubicBezTo>
                    <a:pt x="50" y="34"/>
                    <a:pt x="52" y="35"/>
                    <a:pt x="53" y="35"/>
                  </a:cubicBezTo>
                  <a:cubicBezTo>
                    <a:pt x="53" y="36"/>
                    <a:pt x="53" y="37"/>
                    <a:pt x="53" y="38"/>
                  </a:cubicBezTo>
                  <a:cubicBezTo>
                    <a:pt x="52" y="39"/>
                    <a:pt x="48" y="38"/>
                    <a:pt x="48" y="37"/>
                  </a:cubicBezTo>
                  <a:cubicBezTo>
                    <a:pt x="48" y="36"/>
                    <a:pt x="48" y="35"/>
                    <a:pt x="49" y="34"/>
                  </a:cubicBezTo>
                  <a:close/>
                  <a:moveTo>
                    <a:pt x="44" y="41"/>
                  </a:moveTo>
                  <a:cubicBezTo>
                    <a:pt x="45" y="40"/>
                    <a:pt x="48" y="42"/>
                    <a:pt x="49" y="42"/>
                  </a:cubicBezTo>
                  <a:cubicBezTo>
                    <a:pt x="49" y="43"/>
                    <a:pt x="49" y="44"/>
                    <a:pt x="49" y="45"/>
                  </a:cubicBezTo>
                  <a:cubicBezTo>
                    <a:pt x="48" y="47"/>
                    <a:pt x="43" y="45"/>
                    <a:pt x="43" y="44"/>
                  </a:cubicBezTo>
                  <a:cubicBezTo>
                    <a:pt x="42" y="42"/>
                    <a:pt x="43" y="41"/>
                    <a:pt x="44" y="41"/>
                  </a:cubicBezTo>
                  <a:close/>
                  <a:moveTo>
                    <a:pt x="56" y="57"/>
                  </a:moveTo>
                  <a:cubicBezTo>
                    <a:pt x="57" y="58"/>
                    <a:pt x="58" y="58"/>
                    <a:pt x="60" y="59"/>
                  </a:cubicBezTo>
                  <a:cubicBezTo>
                    <a:pt x="60" y="60"/>
                    <a:pt x="61" y="61"/>
                    <a:pt x="60" y="63"/>
                  </a:cubicBezTo>
                  <a:cubicBezTo>
                    <a:pt x="60" y="65"/>
                    <a:pt x="57" y="66"/>
                    <a:pt x="55" y="65"/>
                  </a:cubicBezTo>
                  <a:cubicBezTo>
                    <a:pt x="52" y="64"/>
                    <a:pt x="50" y="63"/>
                    <a:pt x="49" y="60"/>
                  </a:cubicBezTo>
                  <a:cubicBezTo>
                    <a:pt x="48" y="57"/>
                    <a:pt x="51" y="53"/>
                    <a:pt x="56" y="57"/>
                  </a:cubicBezTo>
                  <a:close/>
                  <a:moveTo>
                    <a:pt x="17" y="42"/>
                  </a:moveTo>
                  <a:cubicBezTo>
                    <a:pt x="17" y="44"/>
                    <a:pt x="16" y="45"/>
                    <a:pt x="16" y="46"/>
                  </a:cubicBezTo>
                  <a:cubicBezTo>
                    <a:pt x="15" y="48"/>
                    <a:pt x="14" y="48"/>
                    <a:pt x="13" y="48"/>
                  </a:cubicBezTo>
                  <a:cubicBezTo>
                    <a:pt x="11" y="48"/>
                    <a:pt x="11" y="46"/>
                    <a:pt x="11" y="44"/>
                  </a:cubicBezTo>
                  <a:cubicBezTo>
                    <a:pt x="11" y="42"/>
                    <a:pt x="11" y="39"/>
                    <a:pt x="14" y="37"/>
                  </a:cubicBezTo>
                  <a:cubicBezTo>
                    <a:pt x="17" y="35"/>
                    <a:pt x="19" y="36"/>
                    <a:pt x="17" y="42"/>
                  </a:cubicBezTo>
                  <a:close/>
                  <a:moveTo>
                    <a:pt x="58" y="19"/>
                  </a:moveTo>
                  <a:cubicBezTo>
                    <a:pt x="63" y="22"/>
                    <a:pt x="68" y="24"/>
                    <a:pt x="74" y="27"/>
                  </a:cubicBezTo>
                  <a:cubicBezTo>
                    <a:pt x="77" y="29"/>
                    <a:pt x="75" y="32"/>
                    <a:pt x="71" y="31"/>
                  </a:cubicBezTo>
                  <a:cubicBezTo>
                    <a:pt x="65" y="29"/>
                    <a:pt x="59" y="25"/>
                    <a:pt x="54" y="23"/>
                  </a:cubicBezTo>
                  <a:cubicBezTo>
                    <a:pt x="51" y="20"/>
                    <a:pt x="54" y="17"/>
                    <a:pt x="58"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0" name="íŝḷiḍe">
              <a:extLst>
                <a:ext uri="{FF2B5EF4-FFF2-40B4-BE49-F238E27FC236}">
                  <a16:creationId xmlns:a16="http://schemas.microsoft.com/office/drawing/2014/main" id="{0EB1E93D-8785-809B-4D34-63D76AC55A94}"/>
                </a:ext>
              </a:extLst>
            </p:cNvPr>
            <p:cNvSpPr/>
            <p:nvPr/>
          </p:nvSpPr>
          <p:spPr bwMode="auto">
            <a:xfrm>
              <a:off x="4305300" y="2970213"/>
              <a:ext cx="250825" cy="274638"/>
            </a:xfrm>
            <a:custGeom>
              <a:avLst/>
              <a:gdLst>
                <a:gd name="T0" fmla="*/ 57 w 76"/>
                <a:gd name="T1" fmla="*/ 20 h 83"/>
                <a:gd name="T2" fmla="*/ 34 w 76"/>
                <a:gd name="T3" fmla="*/ 4 h 83"/>
                <a:gd name="T4" fmla="*/ 28 w 76"/>
                <a:gd name="T5" fmla="*/ 8 h 83"/>
                <a:gd name="T6" fmla="*/ 40 w 76"/>
                <a:gd name="T7" fmla="*/ 17 h 83"/>
                <a:gd name="T8" fmla="*/ 39 w 76"/>
                <a:gd name="T9" fmla="*/ 20 h 83"/>
                <a:gd name="T10" fmla="*/ 28 w 76"/>
                <a:gd name="T11" fmla="*/ 13 h 83"/>
                <a:gd name="T12" fmla="*/ 21 w 76"/>
                <a:gd name="T13" fmla="*/ 15 h 83"/>
                <a:gd name="T14" fmla="*/ 32 w 76"/>
                <a:gd name="T15" fmla="*/ 24 h 83"/>
                <a:gd name="T16" fmla="*/ 27 w 76"/>
                <a:gd name="T17" fmla="*/ 31 h 83"/>
                <a:gd name="T18" fmla="*/ 9 w 76"/>
                <a:gd name="T19" fmla="*/ 20 h 83"/>
                <a:gd name="T20" fmla="*/ 1 w 76"/>
                <a:gd name="T21" fmla="*/ 23 h 83"/>
                <a:gd name="T22" fmla="*/ 33 w 76"/>
                <a:gd name="T23" fmla="*/ 47 h 83"/>
                <a:gd name="T24" fmla="*/ 27 w 76"/>
                <a:gd name="T25" fmla="*/ 74 h 83"/>
                <a:gd name="T26" fmla="*/ 36 w 76"/>
                <a:gd name="T27" fmla="*/ 77 h 83"/>
                <a:gd name="T28" fmla="*/ 40 w 76"/>
                <a:gd name="T29" fmla="*/ 50 h 83"/>
                <a:gd name="T30" fmla="*/ 46 w 76"/>
                <a:gd name="T31" fmla="*/ 49 h 83"/>
                <a:gd name="T32" fmla="*/ 49 w 76"/>
                <a:gd name="T33" fmla="*/ 65 h 83"/>
                <a:gd name="T34" fmla="*/ 54 w 76"/>
                <a:gd name="T35" fmla="*/ 62 h 83"/>
                <a:gd name="T36" fmla="*/ 54 w 76"/>
                <a:gd name="T37" fmla="*/ 47 h 83"/>
                <a:gd name="T38" fmla="*/ 57 w 76"/>
                <a:gd name="T39" fmla="*/ 45 h 83"/>
                <a:gd name="T40" fmla="*/ 59 w 76"/>
                <a:gd name="T41" fmla="*/ 67 h 83"/>
                <a:gd name="T42" fmla="*/ 66 w 76"/>
                <a:gd name="T43" fmla="*/ 64 h 83"/>
                <a:gd name="T44" fmla="*/ 65 w 76"/>
                <a:gd name="T45" fmla="*/ 37 h 83"/>
                <a:gd name="T46" fmla="*/ 65 w 76"/>
                <a:gd name="T47" fmla="*/ 31 h 83"/>
                <a:gd name="T48" fmla="*/ 57 w 76"/>
                <a:gd name="T49" fmla="*/ 20 h 83"/>
                <a:gd name="T50" fmla="*/ 41 w 76"/>
                <a:gd name="T51" fmla="*/ 28 h 83"/>
                <a:gd name="T52" fmla="*/ 51 w 76"/>
                <a:gd name="T53" fmla="*/ 25 h 83"/>
                <a:gd name="T54" fmla="*/ 58 w 76"/>
                <a:gd name="T55" fmla="*/ 31 h 83"/>
                <a:gd name="T56" fmla="*/ 54 w 76"/>
                <a:gd name="T57" fmla="*/ 39 h 83"/>
                <a:gd name="T58" fmla="*/ 41 w 76"/>
                <a:gd name="T59" fmla="*/ 39 h 83"/>
                <a:gd name="T60" fmla="*/ 41 w 76"/>
                <a:gd name="T61" fmla="*/ 2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 h="83">
                  <a:moveTo>
                    <a:pt x="57" y="20"/>
                  </a:moveTo>
                  <a:cubicBezTo>
                    <a:pt x="51" y="22"/>
                    <a:pt x="42" y="10"/>
                    <a:pt x="34" y="4"/>
                  </a:cubicBezTo>
                  <a:cubicBezTo>
                    <a:pt x="26" y="0"/>
                    <a:pt x="24" y="1"/>
                    <a:pt x="28" y="8"/>
                  </a:cubicBezTo>
                  <a:cubicBezTo>
                    <a:pt x="32" y="11"/>
                    <a:pt x="36" y="14"/>
                    <a:pt x="40" y="17"/>
                  </a:cubicBezTo>
                  <a:cubicBezTo>
                    <a:pt x="42" y="19"/>
                    <a:pt x="42" y="20"/>
                    <a:pt x="39" y="20"/>
                  </a:cubicBezTo>
                  <a:cubicBezTo>
                    <a:pt x="35" y="20"/>
                    <a:pt x="31" y="15"/>
                    <a:pt x="28" y="13"/>
                  </a:cubicBezTo>
                  <a:cubicBezTo>
                    <a:pt x="24" y="9"/>
                    <a:pt x="20" y="11"/>
                    <a:pt x="21" y="15"/>
                  </a:cubicBezTo>
                  <a:cubicBezTo>
                    <a:pt x="25" y="18"/>
                    <a:pt x="28" y="21"/>
                    <a:pt x="32" y="24"/>
                  </a:cubicBezTo>
                  <a:cubicBezTo>
                    <a:pt x="36" y="28"/>
                    <a:pt x="32" y="33"/>
                    <a:pt x="27" y="31"/>
                  </a:cubicBezTo>
                  <a:cubicBezTo>
                    <a:pt x="21" y="27"/>
                    <a:pt x="15" y="23"/>
                    <a:pt x="9" y="20"/>
                  </a:cubicBezTo>
                  <a:cubicBezTo>
                    <a:pt x="2" y="16"/>
                    <a:pt x="0" y="20"/>
                    <a:pt x="1" y="23"/>
                  </a:cubicBezTo>
                  <a:cubicBezTo>
                    <a:pt x="7" y="33"/>
                    <a:pt x="33" y="29"/>
                    <a:pt x="33" y="47"/>
                  </a:cubicBezTo>
                  <a:cubicBezTo>
                    <a:pt x="34" y="56"/>
                    <a:pt x="31" y="67"/>
                    <a:pt x="27" y="74"/>
                  </a:cubicBezTo>
                  <a:cubicBezTo>
                    <a:pt x="26" y="82"/>
                    <a:pt x="35" y="83"/>
                    <a:pt x="36" y="77"/>
                  </a:cubicBezTo>
                  <a:cubicBezTo>
                    <a:pt x="38" y="68"/>
                    <a:pt x="39" y="59"/>
                    <a:pt x="40" y="50"/>
                  </a:cubicBezTo>
                  <a:cubicBezTo>
                    <a:pt x="41" y="46"/>
                    <a:pt x="44" y="46"/>
                    <a:pt x="46" y="49"/>
                  </a:cubicBezTo>
                  <a:cubicBezTo>
                    <a:pt x="50" y="52"/>
                    <a:pt x="45" y="61"/>
                    <a:pt x="49" y="65"/>
                  </a:cubicBezTo>
                  <a:cubicBezTo>
                    <a:pt x="51" y="69"/>
                    <a:pt x="54" y="66"/>
                    <a:pt x="54" y="62"/>
                  </a:cubicBezTo>
                  <a:cubicBezTo>
                    <a:pt x="54" y="57"/>
                    <a:pt x="54" y="52"/>
                    <a:pt x="54" y="47"/>
                  </a:cubicBezTo>
                  <a:cubicBezTo>
                    <a:pt x="54" y="45"/>
                    <a:pt x="55" y="44"/>
                    <a:pt x="57" y="45"/>
                  </a:cubicBezTo>
                  <a:cubicBezTo>
                    <a:pt x="60" y="48"/>
                    <a:pt x="55" y="63"/>
                    <a:pt x="59" y="67"/>
                  </a:cubicBezTo>
                  <a:cubicBezTo>
                    <a:pt x="63" y="70"/>
                    <a:pt x="67" y="69"/>
                    <a:pt x="66" y="64"/>
                  </a:cubicBezTo>
                  <a:cubicBezTo>
                    <a:pt x="63" y="54"/>
                    <a:pt x="64" y="45"/>
                    <a:pt x="65" y="37"/>
                  </a:cubicBezTo>
                  <a:cubicBezTo>
                    <a:pt x="65" y="35"/>
                    <a:pt x="64" y="33"/>
                    <a:pt x="65" y="31"/>
                  </a:cubicBezTo>
                  <a:cubicBezTo>
                    <a:pt x="65" y="25"/>
                    <a:pt x="76" y="20"/>
                    <a:pt x="57" y="20"/>
                  </a:cubicBezTo>
                  <a:close/>
                  <a:moveTo>
                    <a:pt x="41" y="28"/>
                  </a:moveTo>
                  <a:cubicBezTo>
                    <a:pt x="43" y="28"/>
                    <a:pt x="48" y="27"/>
                    <a:pt x="51" y="25"/>
                  </a:cubicBezTo>
                  <a:cubicBezTo>
                    <a:pt x="53" y="23"/>
                    <a:pt x="57" y="26"/>
                    <a:pt x="58" y="31"/>
                  </a:cubicBezTo>
                  <a:cubicBezTo>
                    <a:pt x="58" y="34"/>
                    <a:pt x="57" y="37"/>
                    <a:pt x="54" y="39"/>
                  </a:cubicBezTo>
                  <a:cubicBezTo>
                    <a:pt x="49" y="43"/>
                    <a:pt x="45" y="43"/>
                    <a:pt x="41" y="39"/>
                  </a:cubicBezTo>
                  <a:cubicBezTo>
                    <a:pt x="40" y="34"/>
                    <a:pt x="40" y="30"/>
                    <a:pt x="4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1" name="îṧľïḑé">
              <a:extLst>
                <a:ext uri="{FF2B5EF4-FFF2-40B4-BE49-F238E27FC236}">
                  <a16:creationId xmlns:a16="http://schemas.microsoft.com/office/drawing/2014/main" id="{5E9A5A5C-C599-4D41-C17D-548815AED3BC}"/>
                </a:ext>
              </a:extLst>
            </p:cNvPr>
            <p:cNvSpPr/>
            <p:nvPr/>
          </p:nvSpPr>
          <p:spPr bwMode="auto">
            <a:xfrm>
              <a:off x="3054350" y="2955926"/>
              <a:ext cx="228600" cy="271463"/>
            </a:xfrm>
            <a:custGeom>
              <a:avLst/>
              <a:gdLst>
                <a:gd name="T0" fmla="*/ 29 w 69"/>
                <a:gd name="T1" fmla="*/ 79 h 82"/>
                <a:gd name="T2" fmla="*/ 24 w 69"/>
                <a:gd name="T3" fmla="*/ 39 h 82"/>
                <a:gd name="T4" fmla="*/ 14 w 69"/>
                <a:gd name="T5" fmla="*/ 35 h 82"/>
                <a:gd name="T6" fmla="*/ 9 w 69"/>
                <a:gd name="T7" fmla="*/ 30 h 82"/>
                <a:gd name="T8" fmla="*/ 16 w 69"/>
                <a:gd name="T9" fmla="*/ 14 h 82"/>
                <a:gd name="T10" fmla="*/ 34 w 69"/>
                <a:gd name="T11" fmla="*/ 7 h 82"/>
                <a:gd name="T12" fmla="*/ 37 w 69"/>
                <a:gd name="T13" fmla="*/ 28 h 82"/>
                <a:gd name="T14" fmla="*/ 68 w 69"/>
                <a:gd name="T15" fmla="*/ 16 h 82"/>
                <a:gd name="T16" fmla="*/ 27 w 69"/>
                <a:gd name="T17" fmla="*/ 53 h 82"/>
                <a:gd name="T18" fmla="*/ 52 w 69"/>
                <a:gd name="T19" fmla="*/ 61 h 82"/>
                <a:gd name="T20" fmla="*/ 59 w 69"/>
                <a:gd name="T21" fmla="*/ 44 h 82"/>
                <a:gd name="T22" fmla="*/ 53 w 69"/>
                <a:gd name="T23" fmla="*/ 42 h 82"/>
                <a:gd name="T24" fmla="*/ 44 w 69"/>
                <a:gd name="T25" fmla="*/ 30 h 82"/>
                <a:gd name="T26" fmla="*/ 43 w 69"/>
                <a:gd name="T27" fmla="*/ 50 h 82"/>
                <a:gd name="T28" fmla="*/ 36 w 69"/>
                <a:gd name="T29" fmla="*/ 61 h 82"/>
                <a:gd name="T30" fmla="*/ 52 w 69"/>
                <a:gd name="T31" fmla="*/ 61 h 82"/>
                <a:gd name="T32" fmla="*/ 38 w 69"/>
                <a:gd name="T33" fmla="*/ 46 h 82"/>
                <a:gd name="T34" fmla="*/ 46 w 69"/>
                <a:gd name="T35" fmla="*/ 40 h 82"/>
                <a:gd name="T36" fmla="*/ 17 w 69"/>
                <a:gd name="T37" fmla="*/ 48 h 82"/>
                <a:gd name="T38" fmla="*/ 14 w 69"/>
                <a:gd name="T39" fmla="*/ 44 h 82"/>
                <a:gd name="T40" fmla="*/ 8 w 69"/>
                <a:gd name="T41" fmla="*/ 48 h 82"/>
                <a:gd name="T42" fmla="*/ 5 w 69"/>
                <a:gd name="T43" fmla="*/ 37 h 82"/>
                <a:gd name="T44" fmla="*/ 3 w 69"/>
                <a:gd name="T45" fmla="*/ 55 h 82"/>
                <a:gd name="T46" fmla="*/ 22 w 69"/>
                <a:gd name="T47" fmla="*/ 45 h 82"/>
                <a:gd name="T48" fmla="*/ 17 w 69"/>
                <a:gd name="T49" fmla="*/ 48 h 82"/>
                <a:gd name="T50" fmla="*/ 17 w 69"/>
                <a:gd name="T51" fmla="*/ 25 h 82"/>
                <a:gd name="T52" fmla="*/ 24 w 69"/>
                <a:gd name="T53" fmla="*/ 27 h 82"/>
                <a:gd name="T54" fmla="*/ 32 w 69"/>
                <a:gd name="T55" fmla="*/ 21 h 82"/>
                <a:gd name="T56" fmla="*/ 31 w 69"/>
                <a:gd name="T57" fmla="*/ 16 h 82"/>
                <a:gd name="T58" fmla="*/ 26 w 69"/>
                <a:gd name="T59" fmla="*/ 16 h 82"/>
                <a:gd name="T60" fmla="*/ 22 w 69"/>
                <a:gd name="T61" fmla="*/ 13 h 82"/>
                <a:gd name="T62" fmla="*/ 17 w 69"/>
                <a:gd name="T63" fmla="*/ 21 h 82"/>
                <a:gd name="T64" fmla="*/ 26 w 69"/>
                <a:gd name="T65" fmla="*/ 37 h 82"/>
                <a:gd name="T66" fmla="*/ 31 w 69"/>
                <a:gd name="T67"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82">
                  <a:moveTo>
                    <a:pt x="32" y="72"/>
                  </a:moveTo>
                  <a:cubicBezTo>
                    <a:pt x="35" y="77"/>
                    <a:pt x="36" y="82"/>
                    <a:pt x="29" y="79"/>
                  </a:cubicBezTo>
                  <a:cubicBezTo>
                    <a:pt x="15" y="67"/>
                    <a:pt x="21" y="56"/>
                    <a:pt x="26" y="44"/>
                  </a:cubicBezTo>
                  <a:cubicBezTo>
                    <a:pt x="26" y="42"/>
                    <a:pt x="26" y="41"/>
                    <a:pt x="24" y="39"/>
                  </a:cubicBezTo>
                  <a:cubicBezTo>
                    <a:pt x="22" y="38"/>
                    <a:pt x="22" y="39"/>
                    <a:pt x="20" y="39"/>
                  </a:cubicBezTo>
                  <a:cubicBezTo>
                    <a:pt x="15" y="41"/>
                    <a:pt x="16" y="41"/>
                    <a:pt x="14" y="35"/>
                  </a:cubicBezTo>
                  <a:cubicBezTo>
                    <a:pt x="14" y="33"/>
                    <a:pt x="12" y="34"/>
                    <a:pt x="10" y="34"/>
                  </a:cubicBezTo>
                  <a:cubicBezTo>
                    <a:pt x="7" y="34"/>
                    <a:pt x="7" y="33"/>
                    <a:pt x="9" y="30"/>
                  </a:cubicBezTo>
                  <a:cubicBezTo>
                    <a:pt x="12" y="28"/>
                    <a:pt x="13" y="25"/>
                    <a:pt x="13" y="21"/>
                  </a:cubicBezTo>
                  <a:cubicBezTo>
                    <a:pt x="14" y="19"/>
                    <a:pt x="15" y="16"/>
                    <a:pt x="16" y="14"/>
                  </a:cubicBezTo>
                  <a:cubicBezTo>
                    <a:pt x="18" y="11"/>
                    <a:pt x="20" y="7"/>
                    <a:pt x="22" y="4"/>
                  </a:cubicBezTo>
                  <a:cubicBezTo>
                    <a:pt x="25" y="2"/>
                    <a:pt x="27" y="0"/>
                    <a:pt x="34" y="7"/>
                  </a:cubicBezTo>
                  <a:cubicBezTo>
                    <a:pt x="42" y="13"/>
                    <a:pt x="38" y="21"/>
                    <a:pt x="33" y="28"/>
                  </a:cubicBezTo>
                  <a:cubicBezTo>
                    <a:pt x="33" y="30"/>
                    <a:pt x="35" y="29"/>
                    <a:pt x="37" y="28"/>
                  </a:cubicBezTo>
                  <a:cubicBezTo>
                    <a:pt x="41" y="20"/>
                    <a:pt x="47" y="13"/>
                    <a:pt x="57" y="12"/>
                  </a:cubicBezTo>
                  <a:cubicBezTo>
                    <a:pt x="63" y="12"/>
                    <a:pt x="67" y="11"/>
                    <a:pt x="68" y="16"/>
                  </a:cubicBezTo>
                  <a:cubicBezTo>
                    <a:pt x="69" y="19"/>
                    <a:pt x="68" y="20"/>
                    <a:pt x="60" y="20"/>
                  </a:cubicBezTo>
                  <a:cubicBezTo>
                    <a:pt x="50" y="18"/>
                    <a:pt x="34" y="30"/>
                    <a:pt x="27" y="53"/>
                  </a:cubicBezTo>
                  <a:cubicBezTo>
                    <a:pt x="26" y="62"/>
                    <a:pt x="27" y="68"/>
                    <a:pt x="32" y="72"/>
                  </a:cubicBezTo>
                  <a:close/>
                  <a:moveTo>
                    <a:pt x="52" y="61"/>
                  </a:moveTo>
                  <a:cubicBezTo>
                    <a:pt x="52" y="68"/>
                    <a:pt x="58" y="63"/>
                    <a:pt x="59" y="59"/>
                  </a:cubicBezTo>
                  <a:cubicBezTo>
                    <a:pt x="60" y="52"/>
                    <a:pt x="54" y="48"/>
                    <a:pt x="59" y="44"/>
                  </a:cubicBezTo>
                  <a:cubicBezTo>
                    <a:pt x="66" y="23"/>
                    <a:pt x="55" y="25"/>
                    <a:pt x="55" y="30"/>
                  </a:cubicBezTo>
                  <a:cubicBezTo>
                    <a:pt x="56" y="34"/>
                    <a:pt x="55" y="38"/>
                    <a:pt x="53" y="42"/>
                  </a:cubicBezTo>
                  <a:cubicBezTo>
                    <a:pt x="51" y="44"/>
                    <a:pt x="49" y="44"/>
                    <a:pt x="50" y="41"/>
                  </a:cubicBezTo>
                  <a:cubicBezTo>
                    <a:pt x="50" y="35"/>
                    <a:pt x="50" y="29"/>
                    <a:pt x="44" y="30"/>
                  </a:cubicBezTo>
                  <a:cubicBezTo>
                    <a:pt x="39" y="33"/>
                    <a:pt x="32" y="48"/>
                    <a:pt x="33" y="52"/>
                  </a:cubicBezTo>
                  <a:cubicBezTo>
                    <a:pt x="35" y="58"/>
                    <a:pt x="41" y="55"/>
                    <a:pt x="43" y="50"/>
                  </a:cubicBezTo>
                  <a:cubicBezTo>
                    <a:pt x="45" y="47"/>
                    <a:pt x="49" y="51"/>
                    <a:pt x="46" y="53"/>
                  </a:cubicBezTo>
                  <a:cubicBezTo>
                    <a:pt x="41" y="56"/>
                    <a:pt x="38" y="58"/>
                    <a:pt x="36" y="61"/>
                  </a:cubicBezTo>
                  <a:cubicBezTo>
                    <a:pt x="34" y="69"/>
                    <a:pt x="43" y="65"/>
                    <a:pt x="45" y="61"/>
                  </a:cubicBezTo>
                  <a:cubicBezTo>
                    <a:pt x="49" y="54"/>
                    <a:pt x="51" y="56"/>
                    <a:pt x="52" y="61"/>
                  </a:cubicBezTo>
                  <a:close/>
                  <a:moveTo>
                    <a:pt x="42" y="38"/>
                  </a:moveTo>
                  <a:cubicBezTo>
                    <a:pt x="39" y="41"/>
                    <a:pt x="39" y="42"/>
                    <a:pt x="38" y="46"/>
                  </a:cubicBezTo>
                  <a:cubicBezTo>
                    <a:pt x="38" y="49"/>
                    <a:pt x="40" y="49"/>
                    <a:pt x="42" y="47"/>
                  </a:cubicBezTo>
                  <a:cubicBezTo>
                    <a:pt x="44" y="45"/>
                    <a:pt x="45" y="43"/>
                    <a:pt x="46" y="40"/>
                  </a:cubicBezTo>
                  <a:cubicBezTo>
                    <a:pt x="45" y="35"/>
                    <a:pt x="44" y="35"/>
                    <a:pt x="42" y="38"/>
                  </a:cubicBezTo>
                  <a:close/>
                  <a:moveTo>
                    <a:pt x="17" y="48"/>
                  </a:moveTo>
                  <a:cubicBezTo>
                    <a:pt x="17" y="50"/>
                    <a:pt x="15" y="50"/>
                    <a:pt x="15" y="50"/>
                  </a:cubicBezTo>
                  <a:cubicBezTo>
                    <a:pt x="12" y="50"/>
                    <a:pt x="13" y="46"/>
                    <a:pt x="14" y="44"/>
                  </a:cubicBezTo>
                  <a:cubicBezTo>
                    <a:pt x="15" y="42"/>
                    <a:pt x="15" y="42"/>
                    <a:pt x="14" y="41"/>
                  </a:cubicBezTo>
                  <a:cubicBezTo>
                    <a:pt x="11" y="38"/>
                    <a:pt x="10" y="48"/>
                    <a:pt x="8" y="48"/>
                  </a:cubicBezTo>
                  <a:cubicBezTo>
                    <a:pt x="2" y="51"/>
                    <a:pt x="4" y="44"/>
                    <a:pt x="7" y="41"/>
                  </a:cubicBezTo>
                  <a:cubicBezTo>
                    <a:pt x="9" y="40"/>
                    <a:pt x="7" y="36"/>
                    <a:pt x="5" y="37"/>
                  </a:cubicBezTo>
                  <a:cubicBezTo>
                    <a:pt x="2" y="38"/>
                    <a:pt x="0" y="47"/>
                    <a:pt x="0" y="47"/>
                  </a:cubicBezTo>
                  <a:cubicBezTo>
                    <a:pt x="0" y="52"/>
                    <a:pt x="1" y="54"/>
                    <a:pt x="3" y="55"/>
                  </a:cubicBezTo>
                  <a:cubicBezTo>
                    <a:pt x="8" y="57"/>
                    <a:pt x="12" y="57"/>
                    <a:pt x="14" y="58"/>
                  </a:cubicBezTo>
                  <a:cubicBezTo>
                    <a:pt x="19" y="58"/>
                    <a:pt x="23" y="49"/>
                    <a:pt x="22" y="45"/>
                  </a:cubicBezTo>
                  <a:cubicBezTo>
                    <a:pt x="22" y="42"/>
                    <a:pt x="19" y="43"/>
                    <a:pt x="18" y="44"/>
                  </a:cubicBezTo>
                  <a:cubicBezTo>
                    <a:pt x="17" y="46"/>
                    <a:pt x="17" y="48"/>
                    <a:pt x="17" y="48"/>
                  </a:cubicBezTo>
                  <a:close/>
                  <a:moveTo>
                    <a:pt x="17" y="21"/>
                  </a:moveTo>
                  <a:cubicBezTo>
                    <a:pt x="17" y="22"/>
                    <a:pt x="16" y="24"/>
                    <a:pt x="17" y="25"/>
                  </a:cubicBezTo>
                  <a:cubicBezTo>
                    <a:pt x="22" y="28"/>
                    <a:pt x="18" y="24"/>
                    <a:pt x="22" y="22"/>
                  </a:cubicBezTo>
                  <a:cubicBezTo>
                    <a:pt x="23" y="21"/>
                    <a:pt x="24" y="21"/>
                    <a:pt x="24" y="27"/>
                  </a:cubicBezTo>
                  <a:cubicBezTo>
                    <a:pt x="24" y="29"/>
                    <a:pt x="28" y="30"/>
                    <a:pt x="30" y="27"/>
                  </a:cubicBezTo>
                  <a:cubicBezTo>
                    <a:pt x="30" y="25"/>
                    <a:pt x="31" y="23"/>
                    <a:pt x="32" y="21"/>
                  </a:cubicBezTo>
                  <a:cubicBezTo>
                    <a:pt x="34" y="20"/>
                    <a:pt x="35" y="20"/>
                    <a:pt x="34" y="18"/>
                  </a:cubicBezTo>
                  <a:cubicBezTo>
                    <a:pt x="33" y="16"/>
                    <a:pt x="32" y="15"/>
                    <a:pt x="31" y="16"/>
                  </a:cubicBezTo>
                  <a:cubicBezTo>
                    <a:pt x="29" y="17"/>
                    <a:pt x="30" y="19"/>
                    <a:pt x="28" y="19"/>
                  </a:cubicBezTo>
                  <a:cubicBezTo>
                    <a:pt x="26" y="20"/>
                    <a:pt x="26" y="18"/>
                    <a:pt x="26" y="16"/>
                  </a:cubicBezTo>
                  <a:cubicBezTo>
                    <a:pt x="26" y="16"/>
                    <a:pt x="27" y="15"/>
                    <a:pt x="27" y="14"/>
                  </a:cubicBezTo>
                  <a:cubicBezTo>
                    <a:pt x="29" y="9"/>
                    <a:pt x="24" y="9"/>
                    <a:pt x="22" y="13"/>
                  </a:cubicBezTo>
                  <a:cubicBezTo>
                    <a:pt x="21" y="14"/>
                    <a:pt x="20" y="15"/>
                    <a:pt x="19" y="16"/>
                  </a:cubicBezTo>
                  <a:cubicBezTo>
                    <a:pt x="18" y="19"/>
                    <a:pt x="17" y="18"/>
                    <a:pt x="17" y="21"/>
                  </a:cubicBezTo>
                  <a:close/>
                  <a:moveTo>
                    <a:pt x="27" y="33"/>
                  </a:moveTo>
                  <a:cubicBezTo>
                    <a:pt x="26" y="35"/>
                    <a:pt x="25" y="36"/>
                    <a:pt x="26" y="37"/>
                  </a:cubicBezTo>
                  <a:cubicBezTo>
                    <a:pt x="26" y="39"/>
                    <a:pt x="27" y="39"/>
                    <a:pt x="28" y="39"/>
                  </a:cubicBezTo>
                  <a:cubicBezTo>
                    <a:pt x="30" y="38"/>
                    <a:pt x="30" y="37"/>
                    <a:pt x="31" y="35"/>
                  </a:cubicBezTo>
                  <a:cubicBezTo>
                    <a:pt x="32" y="32"/>
                    <a:pt x="31" y="32"/>
                    <a:pt x="27"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2" name="íṧľiḍê">
              <a:extLst>
                <a:ext uri="{FF2B5EF4-FFF2-40B4-BE49-F238E27FC236}">
                  <a16:creationId xmlns:a16="http://schemas.microsoft.com/office/drawing/2014/main" id="{51DEE7C1-8662-FB32-34E0-F00166A0185A}"/>
                </a:ext>
              </a:extLst>
            </p:cNvPr>
            <p:cNvSpPr/>
            <p:nvPr/>
          </p:nvSpPr>
          <p:spPr bwMode="auto">
            <a:xfrm>
              <a:off x="4991100" y="3776663"/>
              <a:ext cx="198438" cy="207963"/>
            </a:xfrm>
            <a:custGeom>
              <a:avLst/>
              <a:gdLst>
                <a:gd name="T0" fmla="*/ 123 w 125"/>
                <a:gd name="T1" fmla="*/ 0 h 131"/>
                <a:gd name="T2" fmla="*/ 91 w 125"/>
                <a:gd name="T3" fmla="*/ 0 h 131"/>
                <a:gd name="T4" fmla="*/ 64 w 125"/>
                <a:gd name="T5" fmla="*/ 46 h 131"/>
                <a:gd name="T6" fmla="*/ 37 w 125"/>
                <a:gd name="T7" fmla="*/ 0 h 131"/>
                <a:gd name="T8" fmla="*/ 2 w 125"/>
                <a:gd name="T9" fmla="*/ 0 h 131"/>
                <a:gd name="T10" fmla="*/ 46 w 125"/>
                <a:gd name="T11" fmla="*/ 64 h 131"/>
                <a:gd name="T12" fmla="*/ 0 w 125"/>
                <a:gd name="T13" fmla="*/ 131 h 131"/>
                <a:gd name="T14" fmla="*/ 29 w 125"/>
                <a:gd name="T15" fmla="*/ 131 h 131"/>
                <a:gd name="T16" fmla="*/ 60 w 125"/>
                <a:gd name="T17" fmla="*/ 81 h 131"/>
                <a:gd name="T18" fmla="*/ 89 w 125"/>
                <a:gd name="T19" fmla="*/ 131 h 131"/>
                <a:gd name="T20" fmla="*/ 125 w 125"/>
                <a:gd name="T21" fmla="*/ 131 h 131"/>
                <a:gd name="T22" fmla="*/ 79 w 125"/>
                <a:gd name="T23" fmla="*/ 64 h 131"/>
                <a:gd name="T24" fmla="*/ 123 w 125"/>
                <a:gd name="T25"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131">
                  <a:moveTo>
                    <a:pt x="123" y="0"/>
                  </a:moveTo>
                  <a:lnTo>
                    <a:pt x="91" y="0"/>
                  </a:lnTo>
                  <a:lnTo>
                    <a:pt x="64" y="46"/>
                  </a:lnTo>
                  <a:lnTo>
                    <a:pt x="37" y="0"/>
                  </a:lnTo>
                  <a:lnTo>
                    <a:pt x="2" y="0"/>
                  </a:lnTo>
                  <a:lnTo>
                    <a:pt x="46" y="64"/>
                  </a:lnTo>
                  <a:lnTo>
                    <a:pt x="0" y="131"/>
                  </a:lnTo>
                  <a:lnTo>
                    <a:pt x="29" y="131"/>
                  </a:lnTo>
                  <a:lnTo>
                    <a:pt x="60" y="81"/>
                  </a:lnTo>
                  <a:lnTo>
                    <a:pt x="89" y="131"/>
                  </a:lnTo>
                  <a:lnTo>
                    <a:pt x="125" y="131"/>
                  </a:lnTo>
                  <a:lnTo>
                    <a:pt x="79" y="64"/>
                  </a:lnTo>
                  <a:lnTo>
                    <a:pt x="1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3" name="išlîdê">
              <a:extLst>
                <a:ext uri="{FF2B5EF4-FFF2-40B4-BE49-F238E27FC236}">
                  <a16:creationId xmlns:a16="http://schemas.microsoft.com/office/drawing/2014/main" id="{20A4DC42-9DA5-1B67-FF3E-0CD9508EE036}"/>
                </a:ext>
              </a:extLst>
            </p:cNvPr>
            <p:cNvSpPr/>
            <p:nvPr/>
          </p:nvSpPr>
          <p:spPr bwMode="auto">
            <a:xfrm>
              <a:off x="5211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4" name="íṣḻîḋê">
              <a:extLst>
                <a:ext uri="{FF2B5EF4-FFF2-40B4-BE49-F238E27FC236}">
                  <a16:creationId xmlns:a16="http://schemas.microsoft.com/office/drawing/2014/main" id="{977A1A13-3569-6981-20F2-742BD8F37590}"/>
                </a:ext>
              </a:extLst>
            </p:cNvPr>
            <p:cNvSpPr/>
            <p:nvPr/>
          </p:nvSpPr>
          <p:spPr bwMode="auto">
            <a:xfrm>
              <a:off x="5287963" y="3776663"/>
              <a:ext cx="39688"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5" name="ï$ľiḑé">
              <a:extLst>
                <a:ext uri="{FF2B5EF4-FFF2-40B4-BE49-F238E27FC236}">
                  <a16:creationId xmlns:a16="http://schemas.microsoft.com/office/drawing/2014/main" id="{39CBEC6D-48AB-0BEC-F1D8-B8CB71C07DB9}"/>
                </a:ext>
              </a:extLst>
            </p:cNvPr>
            <p:cNvSpPr/>
            <p:nvPr/>
          </p:nvSpPr>
          <p:spPr bwMode="auto">
            <a:xfrm>
              <a:off x="5343525" y="3776663"/>
              <a:ext cx="201613" cy="207963"/>
            </a:xfrm>
            <a:custGeom>
              <a:avLst/>
              <a:gdLst>
                <a:gd name="T0" fmla="*/ 48 w 127"/>
                <a:gd name="T1" fmla="*/ 0 h 131"/>
                <a:gd name="T2" fmla="*/ 0 w 127"/>
                <a:gd name="T3" fmla="*/ 131 h 131"/>
                <a:gd name="T4" fmla="*/ 27 w 127"/>
                <a:gd name="T5" fmla="*/ 131 h 131"/>
                <a:gd name="T6" fmla="*/ 38 w 127"/>
                <a:gd name="T7" fmla="*/ 104 h 131"/>
                <a:gd name="T8" fmla="*/ 90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3 w 127"/>
                <a:gd name="T21" fmla="*/ 25 h 131"/>
                <a:gd name="T22" fmla="*/ 65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8" y="104"/>
                  </a:lnTo>
                  <a:lnTo>
                    <a:pt x="90" y="104"/>
                  </a:lnTo>
                  <a:lnTo>
                    <a:pt x="98" y="131"/>
                  </a:lnTo>
                  <a:lnTo>
                    <a:pt x="127" y="131"/>
                  </a:lnTo>
                  <a:lnTo>
                    <a:pt x="81" y="0"/>
                  </a:lnTo>
                  <a:lnTo>
                    <a:pt x="48" y="0"/>
                  </a:lnTo>
                  <a:close/>
                  <a:moveTo>
                    <a:pt x="44" y="81"/>
                  </a:moveTo>
                  <a:lnTo>
                    <a:pt x="63" y="25"/>
                  </a:lnTo>
                  <a:lnTo>
                    <a:pt x="65"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6" name="îs1ïdè">
              <a:extLst>
                <a:ext uri="{FF2B5EF4-FFF2-40B4-BE49-F238E27FC236}">
                  <a16:creationId xmlns:a16="http://schemas.microsoft.com/office/drawing/2014/main" id="{9ADDEA2C-EF73-8CAC-F0B5-D8EECDD6CF1C}"/>
                </a:ext>
              </a:extLst>
            </p:cNvPr>
            <p:cNvSpPr/>
            <p:nvPr/>
          </p:nvSpPr>
          <p:spPr bwMode="auto">
            <a:xfrm>
              <a:off x="5568950"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4 w 118"/>
                <a:gd name="T11" fmla="*/ 131 h 131"/>
                <a:gd name="T12" fmla="*/ 24 w 118"/>
                <a:gd name="T13" fmla="*/ 23 h 131"/>
                <a:gd name="T14" fmla="*/ 27 w 118"/>
                <a:gd name="T15" fmla="*/ 23 h 131"/>
                <a:gd name="T16" fmla="*/ 76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4" y="131"/>
                  </a:lnTo>
                  <a:lnTo>
                    <a:pt x="24" y="23"/>
                  </a:lnTo>
                  <a:lnTo>
                    <a:pt x="27" y="23"/>
                  </a:lnTo>
                  <a:lnTo>
                    <a:pt x="76"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7" name="íṥḷiḓe">
              <a:extLst>
                <a:ext uri="{FF2B5EF4-FFF2-40B4-BE49-F238E27FC236}">
                  <a16:creationId xmlns:a16="http://schemas.microsoft.com/office/drawing/2014/main" id="{C0489F0E-3F3B-37C1-500D-9D93EFE86357}"/>
                </a:ext>
              </a:extLst>
            </p:cNvPr>
            <p:cNvSpPr/>
            <p:nvPr/>
          </p:nvSpPr>
          <p:spPr bwMode="auto">
            <a:xfrm>
              <a:off x="5854700" y="3776663"/>
              <a:ext cx="139700" cy="211138"/>
            </a:xfrm>
            <a:custGeom>
              <a:avLst/>
              <a:gdLst>
                <a:gd name="T0" fmla="*/ 29 w 42"/>
                <a:gd name="T1" fmla="*/ 42 h 64"/>
                <a:gd name="T2" fmla="*/ 29 w 42"/>
                <a:gd name="T3" fmla="*/ 43 h 64"/>
                <a:gd name="T4" fmla="*/ 21 w 42"/>
                <a:gd name="T5" fmla="*/ 55 h 64"/>
                <a:gd name="T6" fmla="*/ 13 w 42"/>
                <a:gd name="T7" fmla="*/ 43 h 64"/>
                <a:gd name="T8" fmla="*/ 0 w 42"/>
                <a:gd name="T9" fmla="*/ 43 h 64"/>
                <a:gd name="T10" fmla="*/ 21 w 42"/>
                <a:gd name="T11" fmla="*/ 64 h 64"/>
                <a:gd name="T12" fmla="*/ 42 w 42"/>
                <a:gd name="T13" fmla="*/ 43 h 64"/>
                <a:gd name="T14" fmla="*/ 42 w 42"/>
                <a:gd name="T15" fmla="*/ 0 h 64"/>
                <a:gd name="T16" fmla="*/ 29 w 42"/>
                <a:gd name="T17" fmla="*/ 0 h 64"/>
                <a:gd name="T18" fmla="*/ 29 w 42"/>
                <a:gd name="T19" fmla="*/ 4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64">
                  <a:moveTo>
                    <a:pt x="29" y="42"/>
                  </a:moveTo>
                  <a:cubicBezTo>
                    <a:pt x="29" y="42"/>
                    <a:pt x="29" y="43"/>
                    <a:pt x="29" y="43"/>
                  </a:cubicBezTo>
                  <a:cubicBezTo>
                    <a:pt x="28" y="51"/>
                    <a:pt x="26" y="55"/>
                    <a:pt x="21" y="55"/>
                  </a:cubicBezTo>
                  <a:cubicBezTo>
                    <a:pt x="16" y="55"/>
                    <a:pt x="13" y="51"/>
                    <a:pt x="13" y="43"/>
                  </a:cubicBezTo>
                  <a:cubicBezTo>
                    <a:pt x="0" y="43"/>
                    <a:pt x="0" y="43"/>
                    <a:pt x="0" y="43"/>
                  </a:cubicBezTo>
                  <a:cubicBezTo>
                    <a:pt x="0" y="57"/>
                    <a:pt x="8" y="64"/>
                    <a:pt x="21" y="64"/>
                  </a:cubicBezTo>
                  <a:cubicBezTo>
                    <a:pt x="35" y="64"/>
                    <a:pt x="42" y="56"/>
                    <a:pt x="42" y="43"/>
                  </a:cubicBezTo>
                  <a:cubicBezTo>
                    <a:pt x="42" y="0"/>
                    <a:pt x="42" y="0"/>
                    <a:pt x="42" y="0"/>
                  </a:cubicBezTo>
                  <a:cubicBezTo>
                    <a:pt x="29" y="0"/>
                    <a:pt x="29" y="0"/>
                    <a:pt x="29" y="0"/>
                  </a:cubicBezTo>
                  <a:lnTo>
                    <a:pt x="29"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98" name="íŝḷïdê">
              <a:extLst>
                <a:ext uri="{FF2B5EF4-FFF2-40B4-BE49-F238E27FC236}">
                  <a16:creationId xmlns:a16="http://schemas.microsoft.com/office/drawing/2014/main" id="{7A0ED7CA-6E04-361D-5B85-9CB7F6F8F1C5}"/>
                </a:ext>
              </a:extLst>
            </p:cNvPr>
            <p:cNvSpPr/>
            <p:nvPr/>
          </p:nvSpPr>
          <p:spPr bwMode="auto">
            <a:xfrm>
              <a:off x="6029325"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9" name="íŝļïḓé">
              <a:extLst>
                <a:ext uri="{FF2B5EF4-FFF2-40B4-BE49-F238E27FC236}">
                  <a16:creationId xmlns:a16="http://schemas.microsoft.com/office/drawing/2014/main" id="{B6AB92AE-3634-495F-87B0-F5A1DA9DDFC2}"/>
                </a:ext>
              </a:extLst>
            </p:cNvPr>
            <p:cNvSpPr/>
            <p:nvPr/>
          </p:nvSpPr>
          <p:spPr bwMode="auto">
            <a:xfrm>
              <a:off x="6096000" y="3776663"/>
              <a:ext cx="201613" cy="207963"/>
            </a:xfrm>
            <a:custGeom>
              <a:avLst/>
              <a:gdLst>
                <a:gd name="T0" fmla="*/ 48 w 127"/>
                <a:gd name="T1" fmla="*/ 0 h 131"/>
                <a:gd name="T2" fmla="*/ 0 w 127"/>
                <a:gd name="T3" fmla="*/ 131 h 131"/>
                <a:gd name="T4" fmla="*/ 27 w 127"/>
                <a:gd name="T5" fmla="*/ 131 h 131"/>
                <a:gd name="T6" fmla="*/ 37 w 127"/>
                <a:gd name="T7" fmla="*/ 104 h 131"/>
                <a:gd name="T8" fmla="*/ 89 w 127"/>
                <a:gd name="T9" fmla="*/ 104 h 131"/>
                <a:gd name="T10" fmla="*/ 98 w 127"/>
                <a:gd name="T11" fmla="*/ 131 h 131"/>
                <a:gd name="T12" fmla="*/ 127 w 127"/>
                <a:gd name="T13" fmla="*/ 131 h 131"/>
                <a:gd name="T14" fmla="*/ 81 w 127"/>
                <a:gd name="T15" fmla="*/ 0 h 131"/>
                <a:gd name="T16" fmla="*/ 48 w 127"/>
                <a:gd name="T17" fmla="*/ 0 h 131"/>
                <a:gd name="T18" fmla="*/ 44 w 127"/>
                <a:gd name="T19" fmla="*/ 81 h 131"/>
                <a:gd name="T20" fmla="*/ 62 w 127"/>
                <a:gd name="T21" fmla="*/ 25 h 131"/>
                <a:gd name="T22" fmla="*/ 64 w 127"/>
                <a:gd name="T23" fmla="*/ 25 h 131"/>
                <a:gd name="T24" fmla="*/ 81 w 127"/>
                <a:gd name="T25" fmla="*/ 81 h 131"/>
                <a:gd name="T26" fmla="*/ 44 w 127"/>
                <a:gd name="T27" fmla="*/ 8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7" h="131">
                  <a:moveTo>
                    <a:pt x="48" y="0"/>
                  </a:moveTo>
                  <a:lnTo>
                    <a:pt x="0" y="131"/>
                  </a:lnTo>
                  <a:lnTo>
                    <a:pt x="27" y="131"/>
                  </a:lnTo>
                  <a:lnTo>
                    <a:pt x="37" y="104"/>
                  </a:lnTo>
                  <a:lnTo>
                    <a:pt x="89" y="104"/>
                  </a:lnTo>
                  <a:lnTo>
                    <a:pt x="98" y="131"/>
                  </a:lnTo>
                  <a:lnTo>
                    <a:pt x="127" y="131"/>
                  </a:lnTo>
                  <a:lnTo>
                    <a:pt x="81" y="0"/>
                  </a:lnTo>
                  <a:lnTo>
                    <a:pt x="48" y="0"/>
                  </a:lnTo>
                  <a:close/>
                  <a:moveTo>
                    <a:pt x="44" y="81"/>
                  </a:moveTo>
                  <a:lnTo>
                    <a:pt x="62" y="25"/>
                  </a:lnTo>
                  <a:lnTo>
                    <a:pt x="64" y="25"/>
                  </a:lnTo>
                  <a:lnTo>
                    <a:pt x="81" y="81"/>
                  </a:lnTo>
                  <a:lnTo>
                    <a:pt x="44"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0" name="iSľîdè">
              <a:extLst>
                <a:ext uri="{FF2B5EF4-FFF2-40B4-BE49-F238E27FC236}">
                  <a16:creationId xmlns:a16="http://schemas.microsoft.com/office/drawing/2014/main" id="{9615C7C8-EC6D-03BE-83BE-90413D54449A}"/>
                </a:ext>
              </a:extLst>
            </p:cNvPr>
            <p:cNvSpPr/>
            <p:nvPr/>
          </p:nvSpPr>
          <p:spPr bwMode="auto">
            <a:xfrm>
              <a:off x="6313488"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0" y="0"/>
                    <a:pt x="0" y="11"/>
                    <a:pt x="0" y="33"/>
                  </a:cubicBezTo>
                  <a:cubicBezTo>
                    <a:pt x="0" y="54"/>
                    <a:pt x="10" y="65"/>
                    <a:pt x="30" y="65"/>
                  </a:cubicBezTo>
                  <a:cubicBezTo>
                    <a:pt x="49" y="65"/>
                    <a:pt x="59" y="54"/>
                    <a:pt x="60" y="33"/>
                  </a:cubicBezTo>
                  <a:cubicBezTo>
                    <a:pt x="59" y="11"/>
                    <a:pt x="49" y="0"/>
                    <a:pt x="30" y="0"/>
                  </a:cubicBezTo>
                  <a:close/>
                  <a:moveTo>
                    <a:pt x="30" y="56"/>
                  </a:moveTo>
                  <a:cubicBezTo>
                    <a:pt x="19" y="56"/>
                    <a:pt x="14" y="48"/>
                    <a:pt x="14" y="33"/>
                  </a:cubicBezTo>
                  <a:cubicBezTo>
                    <a:pt x="14" y="17"/>
                    <a:pt x="19" y="10"/>
                    <a:pt x="30" y="10"/>
                  </a:cubicBezTo>
                  <a:cubicBezTo>
                    <a:pt x="40" y="10"/>
                    <a:pt x="46" y="17"/>
                    <a:pt x="46" y="33"/>
                  </a:cubicBezTo>
                  <a:cubicBezTo>
                    <a:pt x="46" y="48"/>
                    <a:pt x="40"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1" name="islïḑe">
              <a:extLst>
                <a:ext uri="{FF2B5EF4-FFF2-40B4-BE49-F238E27FC236}">
                  <a16:creationId xmlns:a16="http://schemas.microsoft.com/office/drawing/2014/main" id="{115D72D6-6FF3-FCC4-D689-7D3F058EF6CB}"/>
                </a:ext>
              </a:extLst>
            </p:cNvPr>
            <p:cNvSpPr/>
            <p:nvPr/>
          </p:nvSpPr>
          <p:spPr bwMode="auto">
            <a:xfrm>
              <a:off x="6527800" y="3776663"/>
              <a:ext cx="168275" cy="207963"/>
            </a:xfrm>
            <a:custGeom>
              <a:avLst/>
              <a:gdLst>
                <a:gd name="T0" fmla="*/ 0 w 106"/>
                <a:gd name="T1" fmla="*/ 23 h 131"/>
                <a:gd name="T2" fmla="*/ 40 w 106"/>
                <a:gd name="T3" fmla="*/ 23 h 131"/>
                <a:gd name="T4" fmla="*/ 40 w 106"/>
                <a:gd name="T5" fmla="*/ 131 h 131"/>
                <a:gd name="T6" fmla="*/ 67 w 106"/>
                <a:gd name="T7" fmla="*/ 131 h 131"/>
                <a:gd name="T8" fmla="*/ 67 w 106"/>
                <a:gd name="T9" fmla="*/ 23 h 131"/>
                <a:gd name="T10" fmla="*/ 106 w 106"/>
                <a:gd name="T11" fmla="*/ 23 h 131"/>
                <a:gd name="T12" fmla="*/ 106 w 106"/>
                <a:gd name="T13" fmla="*/ 0 h 131"/>
                <a:gd name="T14" fmla="*/ 0 w 106"/>
                <a:gd name="T15" fmla="*/ 0 h 131"/>
                <a:gd name="T16" fmla="*/ 0 w 106"/>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6" h="131">
                  <a:moveTo>
                    <a:pt x="0" y="23"/>
                  </a:moveTo>
                  <a:lnTo>
                    <a:pt x="40" y="23"/>
                  </a:lnTo>
                  <a:lnTo>
                    <a:pt x="40" y="131"/>
                  </a:lnTo>
                  <a:lnTo>
                    <a:pt x="67" y="131"/>
                  </a:lnTo>
                  <a:lnTo>
                    <a:pt x="67" y="23"/>
                  </a:lnTo>
                  <a:lnTo>
                    <a:pt x="106" y="23"/>
                  </a:lnTo>
                  <a:lnTo>
                    <a:pt x="106"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2" name="ïṡḻiḋé">
              <a:extLst>
                <a:ext uri="{FF2B5EF4-FFF2-40B4-BE49-F238E27FC236}">
                  <a16:creationId xmlns:a16="http://schemas.microsoft.com/office/drawing/2014/main" id="{5A3E61ED-E991-09CF-F98A-1420DB455546}"/>
                </a:ext>
              </a:extLst>
            </p:cNvPr>
            <p:cNvSpPr/>
            <p:nvPr/>
          </p:nvSpPr>
          <p:spPr bwMode="auto">
            <a:xfrm>
              <a:off x="6711950" y="3773488"/>
              <a:ext cx="198438" cy="214313"/>
            </a:xfrm>
            <a:custGeom>
              <a:avLst/>
              <a:gdLst>
                <a:gd name="T0" fmla="*/ 30 w 60"/>
                <a:gd name="T1" fmla="*/ 0 h 65"/>
                <a:gd name="T2" fmla="*/ 0 w 60"/>
                <a:gd name="T3" fmla="*/ 33 h 65"/>
                <a:gd name="T4" fmla="*/ 30 w 60"/>
                <a:gd name="T5" fmla="*/ 65 h 65"/>
                <a:gd name="T6" fmla="*/ 60 w 60"/>
                <a:gd name="T7" fmla="*/ 33 h 65"/>
                <a:gd name="T8" fmla="*/ 30 w 60"/>
                <a:gd name="T9" fmla="*/ 0 h 65"/>
                <a:gd name="T10" fmla="*/ 30 w 60"/>
                <a:gd name="T11" fmla="*/ 56 h 65"/>
                <a:gd name="T12" fmla="*/ 14 w 60"/>
                <a:gd name="T13" fmla="*/ 33 h 65"/>
                <a:gd name="T14" fmla="*/ 30 w 60"/>
                <a:gd name="T15" fmla="*/ 10 h 65"/>
                <a:gd name="T16" fmla="*/ 46 w 60"/>
                <a:gd name="T17" fmla="*/ 33 h 65"/>
                <a:gd name="T18" fmla="*/ 30 w 60"/>
                <a:gd name="T19" fmla="*/ 56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5">
                  <a:moveTo>
                    <a:pt x="30" y="0"/>
                  </a:moveTo>
                  <a:cubicBezTo>
                    <a:pt x="11" y="0"/>
                    <a:pt x="1" y="11"/>
                    <a:pt x="0" y="33"/>
                  </a:cubicBezTo>
                  <a:cubicBezTo>
                    <a:pt x="0" y="54"/>
                    <a:pt x="10" y="65"/>
                    <a:pt x="30" y="65"/>
                  </a:cubicBezTo>
                  <a:cubicBezTo>
                    <a:pt x="50" y="65"/>
                    <a:pt x="60" y="54"/>
                    <a:pt x="60" y="33"/>
                  </a:cubicBezTo>
                  <a:cubicBezTo>
                    <a:pt x="60" y="11"/>
                    <a:pt x="50" y="0"/>
                    <a:pt x="30" y="0"/>
                  </a:cubicBezTo>
                  <a:close/>
                  <a:moveTo>
                    <a:pt x="30" y="56"/>
                  </a:moveTo>
                  <a:cubicBezTo>
                    <a:pt x="20" y="56"/>
                    <a:pt x="14" y="48"/>
                    <a:pt x="14" y="33"/>
                  </a:cubicBezTo>
                  <a:cubicBezTo>
                    <a:pt x="14" y="17"/>
                    <a:pt x="20" y="10"/>
                    <a:pt x="30" y="10"/>
                  </a:cubicBezTo>
                  <a:cubicBezTo>
                    <a:pt x="41" y="10"/>
                    <a:pt x="46" y="17"/>
                    <a:pt x="46" y="33"/>
                  </a:cubicBezTo>
                  <a:cubicBezTo>
                    <a:pt x="46" y="48"/>
                    <a:pt x="41" y="56"/>
                    <a:pt x="30"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3" name="iṩḻïdé">
              <a:extLst>
                <a:ext uri="{FF2B5EF4-FFF2-40B4-BE49-F238E27FC236}">
                  <a16:creationId xmlns:a16="http://schemas.microsoft.com/office/drawing/2014/main" id="{D4335FAA-6076-75C8-719E-F011D6E9C2E2}"/>
                </a:ext>
              </a:extLst>
            </p:cNvPr>
            <p:cNvSpPr/>
            <p:nvPr/>
          </p:nvSpPr>
          <p:spPr bwMode="auto">
            <a:xfrm>
              <a:off x="6943725" y="3776663"/>
              <a:ext cx="187325" cy="207963"/>
            </a:xfrm>
            <a:custGeom>
              <a:avLst/>
              <a:gdLst>
                <a:gd name="T0" fmla="*/ 91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1 w 118"/>
                <a:gd name="T23" fmla="*/ 0 h 131"/>
                <a:gd name="T24" fmla="*/ 91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1" y="104"/>
                  </a:moveTo>
                  <a:lnTo>
                    <a:pt x="91" y="104"/>
                  </a:lnTo>
                  <a:lnTo>
                    <a:pt x="41" y="0"/>
                  </a:lnTo>
                  <a:lnTo>
                    <a:pt x="0" y="0"/>
                  </a:lnTo>
                  <a:lnTo>
                    <a:pt x="0" y="131"/>
                  </a:lnTo>
                  <a:lnTo>
                    <a:pt x="27" y="131"/>
                  </a:lnTo>
                  <a:lnTo>
                    <a:pt x="27" y="23"/>
                  </a:lnTo>
                  <a:lnTo>
                    <a:pt x="27" y="23"/>
                  </a:lnTo>
                  <a:lnTo>
                    <a:pt x="79" y="131"/>
                  </a:lnTo>
                  <a:lnTo>
                    <a:pt x="118" y="131"/>
                  </a:lnTo>
                  <a:lnTo>
                    <a:pt x="118" y="0"/>
                  </a:lnTo>
                  <a:lnTo>
                    <a:pt x="91" y="0"/>
                  </a:lnTo>
                  <a:lnTo>
                    <a:pt x="9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4" name="iş1îďê">
              <a:extLst>
                <a:ext uri="{FF2B5EF4-FFF2-40B4-BE49-F238E27FC236}">
                  <a16:creationId xmlns:a16="http://schemas.microsoft.com/office/drawing/2014/main" id="{14766091-A4A4-CB3C-DB6A-758556A35D19}"/>
                </a:ext>
              </a:extLst>
            </p:cNvPr>
            <p:cNvSpPr/>
            <p:nvPr/>
          </p:nvSpPr>
          <p:spPr bwMode="auto">
            <a:xfrm>
              <a:off x="7161213" y="3773488"/>
              <a:ext cx="195263" cy="214313"/>
            </a:xfrm>
            <a:custGeom>
              <a:avLst/>
              <a:gdLst>
                <a:gd name="T0" fmla="*/ 32 w 59"/>
                <a:gd name="T1" fmla="*/ 10 h 65"/>
                <a:gd name="T2" fmla="*/ 44 w 59"/>
                <a:gd name="T3" fmla="*/ 20 h 65"/>
                <a:gd name="T4" fmla="*/ 59 w 59"/>
                <a:gd name="T5" fmla="*/ 20 h 65"/>
                <a:gd name="T6" fmla="*/ 29 w 59"/>
                <a:gd name="T7" fmla="*/ 0 h 65"/>
                <a:gd name="T8" fmla="*/ 0 w 59"/>
                <a:gd name="T9" fmla="*/ 33 h 65"/>
                <a:gd name="T10" fmla="*/ 29 w 59"/>
                <a:gd name="T11" fmla="*/ 65 h 65"/>
                <a:gd name="T12" fmla="*/ 44 w 59"/>
                <a:gd name="T13" fmla="*/ 64 h 65"/>
                <a:gd name="T14" fmla="*/ 58 w 59"/>
                <a:gd name="T15" fmla="*/ 62 h 65"/>
                <a:gd name="T16" fmla="*/ 58 w 59"/>
                <a:gd name="T17" fmla="*/ 31 h 65"/>
                <a:gd name="T18" fmla="*/ 32 w 59"/>
                <a:gd name="T19" fmla="*/ 31 h 65"/>
                <a:gd name="T20" fmla="*/ 32 w 59"/>
                <a:gd name="T21" fmla="*/ 41 h 65"/>
                <a:gd name="T22" fmla="*/ 44 w 59"/>
                <a:gd name="T23" fmla="*/ 41 h 65"/>
                <a:gd name="T24" fmla="*/ 44 w 59"/>
                <a:gd name="T25" fmla="*/ 54 h 65"/>
                <a:gd name="T26" fmla="*/ 44 w 59"/>
                <a:gd name="T27" fmla="*/ 54 h 65"/>
                <a:gd name="T28" fmla="*/ 32 w 59"/>
                <a:gd name="T29" fmla="*/ 56 h 65"/>
                <a:gd name="T30" fmla="*/ 14 w 59"/>
                <a:gd name="T31" fmla="*/ 33 h 65"/>
                <a:gd name="T32" fmla="*/ 32 w 59"/>
                <a:gd name="T33" fmla="*/ 1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65">
                  <a:moveTo>
                    <a:pt x="32" y="10"/>
                  </a:moveTo>
                  <a:cubicBezTo>
                    <a:pt x="40" y="10"/>
                    <a:pt x="44" y="13"/>
                    <a:pt x="44" y="20"/>
                  </a:cubicBezTo>
                  <a:cubicBezTo>
                    <a:pt x="59" y="20"/>
                    <a:pt x="59" y="20"/>
                    <a:pt x="59" y="20"/>
                  </a:cubicBezTo>
                  <a:cubicBezTo>
                    <a:pt x="59" y="7"/>
                    <a:pt x="49" y="0"/>
                    <a:pt x="29" y="0"/>
                  </a:cubicBezTo>
                  <a:cubicBezTo>
                    <a:pt x="10" y="1"/>
                    <a:pt x="0" y="12"/>
                    <a:pt x="0" y="33"/>
                  </a:cubicBezTo>
                  <a:cubicBezTo>
                    <a:pt x="0" y="53"/>
                    <a:pt x="10" y="64"/>
                    <a:pt x="29" y="65"/>
                  </a:cubicBezTo>
                  <a:cubicBezTo>
                    <a:pt x="35" y="65"/>
                    <a:pt x="40" y="65"/>
                    <a:pt x="44" y="64"/>
                  </a:cubicBezTo>
                  <a:cubicBezTo>
                    <a:pt x="48" y="64"/>
                    <a:pt x="53" y="64"/>
                    <a:pt x="58" y="62"/>
                  </a:cubicBezTo>
                  <a:cubicBezTo>
                    <a:pt x="58" y="31"/>
                    <a:pt x="58" y="31"/>
                    <a:pt x="58" y="31"/>
                  </a:cubicBezTo>
                  <a:cubicBezTo>
                    <a:pt x="32" y="31"/>
                    <a:pt x="32" y="31"/>
                    <a:pt x="32" y="31"/>
                  </a:cubicBezTo>
                  <a:cubicBezTo>
                    <a:pt x="32" y="41"/>
                    <a:pt x="32" y="41"/>
                    <a:pt x="32" y="41"/>
                  </a:cubicBezTo>
                  <a:cubicBezTo>
                    <a:pt x="44" y="41"/>
                    <a:pt x="44" y="41"/>
                    <a:pt x="44" y="41"/>
                  </a:cubicBezTo>
                  <a:cubicBezTo>
                    <a:pt x="44" y="54"/>
                    <a:pt x="44" y="54"/>
                    <a:pt x="44" y="54"/>
                  </a:cubicBezTo>
                  <a:cubicBezTo>
                    <a:pt x="44" y="55"/>
                    <a:pt x="43" y="55"/>
                    <a:pt x="44" y="54"/>
                  </a:cubicBezTo>
                  <a:cubicBezTo>
                    <a:pt x="39" y="55"/>
                    <a:pt x="35" y="56"/>
                    <a:pt x="32" y="56"/>
                  </a:cubicBezTo>
                  <a:cubicBezTo>
                    <a:pt x="20" y="56"/>
                    <a:pt x="14" y="48"/>
                    <a:pt x="14" y="33"/>
                  </a:cubicBezTo>
                  <a:cubicBezTo>
                    <a:pt x="14" y="18"/>
                    <a:pt x="20" y="10"/>
                    <a:pt x="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5" name="ïṣľíḓê">
              <a:extLst>
                <a:ext uri="{FF2B5EF4-FFF2-40B4-BE49-F238E27FC236}">
                  <a16:creationId xmlns:a16="http://schemas.microsoft.com/office/drawing/2014/main" id="{D59311CE-A613-FDB5-D05E-AE336E8B07D9}"/>
                </a:ext>
              </a:extLst>
            </p:cNvPr>
            <p:cNvSpPr/>
            <p:nvPr/>
          </p:nvSpPr>
          <p:spPr bwMode="auto">
            <a:xfrm>
              <a:off x="7473950" y="3776663"/>
              <a:ext cx="182563" cy="211138"/>
            </a:xfrm>
            <a:custGeom>
              <a:avLst/>
              <a:gdLst>
                <a:gd name="T0" fmla="*/ 41 w 55"/>
                <a:gd name="T1" fmla="*/ 35 h 64"/>
                <a:gd name="T2" fmla="*/ 39 w 55"/>
                <a:gd name="T3" fmla="*/ 50 h 64"/>
                <a:gd name="T4" fmla="*/ 28 w 55"/>
                <a:gd name="T5" fmla="*/ 55 h 64"/>
                <a:gd name="T6" fmla="*/ 16 w 55"/>
                <a:gd name="T7" fmla="*/ 50 h 64"/>
                <a:gd name="T8" fmla="*/ 14 w 55"/>
                <a:gd name="T9" fmla="*/ 35 h 64"/>
                <a:gd name="T10" fmla="*/ 14 w 55"/>
                <a:gd name="T11" fmla="*/ 0 h 64"/>
                <a:gd name="T12" fmla="*/ 0 w 55"/>
                <a:gd name="T13" fmla="*/ 0 h 64"/>
                <a:gd name="T14" fmla="*/ 0 w 55"/>
                <a:gd name="T15" fmla="*/ 40 h 64"/>
                <a:gd name="T16" fmla="*/ 28 w 55"/>
                <a:gd name="T17" fmla="*/ 64 h 64"/>
                <a:gd name="T18" fmla="*/ 55 w 55"/>
                <a:gd name="T19" fmla="*/ 40 h 64"/>
                <a:gd name="T20" fmla="*/ 55 w 55"/>
                <a:gd name="T21" fmla="*/ 0 h 64"/>
                <a:gd name="T22" fmla="*/ 41 w 55"/>
                <a:gd name="T23" fmla="*/ 0 h 64"/>
                <a:gd name="T24" fmla="*/ 41 w 55"/>
                <a:gd name="T25" fmla="*/ 3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5" h="64">
                  <a:moveTo>
                    <a:pt x="41" y="35"/>
                  </a:moveTo>
                  <a:cubicBezTo>
                    <a:pt x="42" y="42"/>
                    <a:pt x="41" y="47"/>
                    <a:pt x="39" y="50"/>
                  </a:cubicBezTo>
                  <a:cubicBezTo>
                    <a:pt x="36" y="53"/>
                    <a:pt x="33" y="55"/>
                    <a:pt x="28" y="55"/>
                  </a:cubicBezTo>
                  <a:cubicBezTo>
                    <a:pt x="22" y="55"/>
                    <a:pt x="19" y="53"/>
                    <a:pt x="16" y="50"/>
                  </a:cubicBezTo>
                  <a:cubicBezTo>
                    <a:pt x="14" y="47"/>
                    <a:pt x="13" y="42"/>
                    <a:pt x="14" y="35"/>
                  </a:cubicBezTo>
                  <a:cubicBezTo>
                    <a:pt x="14" y="0"/>
                    <a:pt x="14" y="0"/>
                    <a:pt x="14" y="0"/>
                  </a:cubicBezTo>
                  <a:cubicBezTo>
                    <a:pt x="0" y="0"/>
                    <a:pt x="0" y="0"/>
                    <a:pt x="0" y="0"/>
                  </a:cubicBezTo>
                  <a:cubicBezTo>
                    <a:pt x="0" y="40"/>
                    <a:pt x="0" y="40"/>
                    <a:pt x="0" y="40"/>
                  </a:cubicBezTo>
                  <a:cubicBezTo>
                    <a:pt x="0" y="56"/>
                    <a:pt x="10" y="64"/>
                    <a:pt x="28" y="64"/>
                  </a:cubicBezTo>
                  <a:cubicBezTo>
                    <a:pt x="45" y="64"/>
                    <a:pt x="54" y="56"/>
                    <a:pt x="55" y="40"/>
                  </a:cubicBezTo>
                  <a:cubicBezTo>
                    <a:pt x="55" y="0"/>
                    <a:pt x="55" y="0"/>
                    <a:pt x="55" y="0"/>
                  </a:cubicBezTo>
                  <a:cubicBezTo>
                    <a:pt x="41" y="0"/>
                    <a:pt x="41" y="0"/>
                    <a:pt x="41" y="0"/>
                  </a:cubicBezTo>
                  <a:lnTo>
                    <a:pt x="4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6" name="ïŝľíḓé">
              <a:extLst>
                <a:ext uri="{FF2B5EF4-FFF2-40B4-BE49-F238E27FC236}">
                  <a16:creationId xmlns:a16="http://schemas.microsoft.com/office/drawing/2014/main" id="{9060CD52-7B6F-D8B8-D47B-976F7D66D37A}"/>
                </a:ext>
              </a:extLst>
            </p:cNvPr>
            <p:cNvSpPr/>
            <p:nvPr/>
          </p:nvSpPr>
          <p:spPr bwMode="auto">
            <a:xfrm>
              <a:off x="7696200" y="3776663"/>
              <a:ext cx="187325" cy="207963"/>
            </a:xfrm>
            <a:custGeom>
              <a:avLst/>
              <a:gdLst>
                <a:gd name="T0" fmla="*/ 93 w 118"/>
                <a:gd name="T1" fmla="*/ 104 h 131"/>
                <a:gd name="T2" fmla="*/ 91 w 118"/>
                <a:gd name="T3" fmla="*/ 104 h 131"/>
                <a:gd name="T4" fmla="*/ 41 w 118"/>
                <a:gd name="T5" fmla="*/ 0 h 131"/>
                <a:gd name="T6" fmla="*/ 0 w 118"/>
                <a:gd name="T7" fmla="*/ 0 h 131"/>
                <a:gd name="T8" fmla="*/ 0 w 118"/>
                <a:gd name="T9" fmla="*/ 131 h 131"/>
                <a:gd name="T10" fmla="*/ 27 w 118"/>
                <a:gd name="T11" fmla="*/ 131 h 131"/>
                <a:gd name="T12" fmla="*/ 27 w 118"/>
                <a:gd name="T13" fmla="*/ 23 h 131"/>
                <a:gd name="T14" fmla="*/ 27 w 118"/>
                <a:gd name="T15" fmla="*/ 23 h 131"/>
                <a:gd name="T16" fmla="*/ 79 w 118"/>
                <a:gd name="T17" fmla="*/ 131 h 131"/>
                <a:gd name="T18" fmla="*/ 118 w 118"/>
                <a:gd name="T19" fmla="*/ 131 h 131"/>
                <a:gd name="T20" fmla="*/ 118 w 118"/>
                <a:gd name="T21" fmla="*/ 0 h 131"/>
                <a:gd name="T22" fmla="*/ 93 w 118"/>
                <a:gd name="T23" fmla="*/ 0 h 131"/>
                <a:gd name="T24" fmla="*/ 93 w 118"/>
                <a:gd name="T25"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131">
                  <a:moveTo>
                    <a:pt x="93" y="104"/>
                  </a:moveTo>
                  <a:lnTo>
                    <a:pt x="91" y="104"/>
                  </a:lnTo>
                  <a:lnTo>
                    <a:pt x="41" y="0"/>
                  </a:lnTo>
                  <a:lnTo>
                    <a:pt x="0" y="0"/>
                  </a:lnTo>
                  <a:lnTo>
                    <a:pt x="0" y="131"/>
                  </a:lnTo>
                  <a:lnTo>
                    <a:pt x="27" y="131"/>
                  </a:lnTo>
                  <a:lnTo>
                    <a:pt x="27" y="23"/>
                  </a:lnTo>
                  <a:lnTo>
                    <a:pt x="27" y="23"/>
                  </a:lnTo>
                  <a:lnTo>
                    <a:pt x="79" y="131"/>
                  </a:lnTo>
                  <a:lnTo>
                    <a:pt x="118" y="131"/>
                  </a:lnTo>
                  <a:lnTo>
                    <a:pt x="118" y="0"/>
                  </a:lnTo>
                  <a:lnTo>
                    <a:pt x="93" y="0"/>
                  </a:lnTo>
                  <a:lnTo>
                    <a:pt x="93"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7" name="ïṩ1îdê">
              <a:extLst>
                <a:ext uri="{FF2B5EF4-FFF2-40B4-BE49-F238E27FC236}">
                  <a16:creationId xmlns:a16="http://schemas.microsoft.com/office/drawing/2014/main" id="{0E75FD80-22D3-4AFB-D5CC-6B6669078E8E}"/>
                </a:ext>
              </a:extLst>
            </p:cNvPr>
            <p:cNvSpPr/>
            <p:nvPr/>
          </p:nvSpPr>
          <p:spPr bwMode="auto">
            <a:xfrm>
              <a:off x="7920038" y="3776663"/>
              <a:ext cx="46038"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08" name="iśľiḑe">
              <a:extLst>
                <a:ext uri="{FF2B5EF4-FFF2-40B4-BE49-F238E27FC236}">
                  <a16:creationId xmlns:a16="http://schemas.microsoft.com/office/drawing/2014/main" id="{60DBE861-CB21-E03C-AB5E-9B2D63A9C15C}"/>
                </a:ext>
              </a:extLst>
            </p:cNvPr>
            <p:cNvSpPr/>
            <p:nvPr/>
          </p:nvSpPr>
          <p:spPr bwMode="auto">
            <a:xfrm>
              <a:off x="7985125" y="3776663"/>
              <a:ext cx="201613" cy="207963"/>
            </a:xfrm>
            <a:custGeom>
              <a:avLst/>
              <a:gdLst>
                <a:gd name="T0" fmla="*/ 65 w 127"/>
                <a:gd name="T1" fmla="*/ 104 h 131"/>
                <a:gd name="T2" fmla="*/ 65 w 127"/>
                <a:gd name="T3" fmla="*/ 104 h 131"/>
                <a:gd name="T4" fmla="*/ 30 w 127"/>
                <a:gd name="T5" fmla="*/ 0 h 131"/>
                <a:gd name="T6" fmla="*/ 0 w 127"/>
                <a:gd name="T7" fmla="*/ 0 h 131"/>
                <a:gd name="T8" fmla="*/ 48 w 127"/>
                <a:gd name="T9" fmla="*/ 131 h 131"/>
                <a:gd name="T10" fmla="*/ 79 w 127"/>
                <a:gd name="T11" fmla="*/ 131 h 131"/>
                <a:gd name="T12" fmla="*/ 127 w 127"/>
                <a:gd name="T13" fmla="*/ 0 h 131"/>
                <a:gd name="T14" fmla="*/ 100 w 127"/>
                <a:gd name="T15" fmla="*/ 0 h 131"/>
                <a:gd name="T16" fmla="*/ 65 w 127"/>
                <a:gd name="T17" fmla="*/ 104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 h="131">
                  <a:moveTo>
                    <a:pt x="65" y="104"/>
                  </a:moveTo>
                  <a:lnTo>
                    <a:pt x="65" y="104"/>
                  </a:lnTo>
                  <a:lnTo>
                    <a:pt x="30" y="0"/>
                  </a:lnTo>
                  <a:lnTo>
                    <a:pt x="0" y="0"/>
                  </a:lnTo>
                  <a:lnTo>
                    <a:pt x="48" y="131"/>
                  </a:lnTo>
                  <a:lnTo>
                    <a:pt x="79" y="131"/>
                  </a:lnTo>
                  <a:lnTo>
                    <a:pt x="127" y="0"/>
                  </a:lnTo>
                  <a:lnTo>
                    <a:pt x="100" y="0"/>
                  </a:lnTo>
                  <a:lnTo>
                    <a:pt x="65"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09" name="ï$ḻïḑe">
              <a:extLst>
                <a:ext uri="{FF2B5EF4-FFF2-40B4-BE49-F238E27FC236}">
                  <a16:creationId xmlns:a16="http://schemas.microsoft.com/office/drawing/2014/main" id="{F69E84B9-DD73-9986-0484-25D415756654}"/>
                </a:ext>
              </a:extLst>
            </p:cNvPr>
            <p:cNvSpPr/>
            <p:nvPr/>
          </p:nvSpPr>
          <p:spPr bwMode="auto">
            <a:xfrm>
              <a:off x="8207375" y="3776663"/>
              <a:ext cx="141288" cy="207963"/>
            </a:xfrm>
            <a:custGeom>
              <a:avLst/>
              <a:gdLst>
                <a:gd name="T0" fmla="*/ 27 w 89"/>
                <a:gd name="T1" fmla="*/ 75 h 131"/>
                <a:gd name="T2" fmla="*/ 83 w 89"/>
                <a:gd name="T3" fmla="*/ 75 h 131"/>
                <a:gd name="T4" fmla="*/ 83 w 89"/>
                <a:gd name="T5" fmla="*/ 52 h 131"/>
                <a:gd name="T6" fmla="*/ 27 w 89"/>
                <a:gd name="T7" fmla="*/ 52 h 131"/>
                <a:gd name="T8" fmla="*/ 27 w 89"/>
                <a:gd name="T9" fmla="*/ 23 h 131"/>
                <a:gd name="T10" fmla="*/ 87 w 89"/>
                <a:gd name="T11" fmla="*/ 23 h 131"/>
                <a:gd name="T12" fmla="*/ 87 w 89"/>
                <a:gd name="T13" fmla="*/ 0 h 131"/>
                <a:gd name="T14" fmla="*/ 0 w 89"/>
                <a:gd name="T15" fmla="*/ 0 h 131"/>
                <a:gd name="T16" fmla="*/ 0 w 89"/>
                <a:gd name="T17" fmla="*/ 131 h 131"/>
                <a:gd name="T18" fmla="*/ 89 w 89"/>
                <a:gd name="T19" fmla="*/ 131 h 131"/>
                <a:gd name="T20" fmla="*/ 89 w 89"/>
                <a:gd name="T21" fmla="*/ 110 h 131"/>
                <a:gd name="T22" fmla="*/ 27 w 89"/>
                <a:gd name="T23" fmla="*/ 110 h 131"/>
                <a:gd name="T24" fmla="*/ 27 w 89"/>
                <a:gd name="T25" fmla="*/ 7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9" h="131">
                  <a:moveTo>
                    <a:pt x="27" y="75"/>
                  </a:moveTo>
                  <a:lnTo>
                    <a:pt x="83" y="75"/>
                  </a:lnTo>
                  <a:lnTo>
                    <a:pt x="83" y="52"/>
                  </a:lnTo>
                  <a:lnTo>
                    <a:pt x="27" y="52"/>
                  </a:lnTo>
                  <a:lnTo>
                    <a:pt x="27" y="23"/>
                  </a:lnTo>
                  <a:lnTo>
                    <a:pt x="87" y="23"/>
                  </a:lnTo>
                  <a:lnTo>
                    <a:pt x="87" y="0"/>
                  </a:lnTo>
                  <a:lnTo>
                    <a:pt x="0" y="0"/>
                  </a:lnTo>
                  <a:lnTo>
                    <a:pt x="0" y="131"/>
                  </a:lnTo>
                  <a:lnTo>
                    <a:pt x="89" y="131"/>
                  </a:lnTo>
                  <a:lnTo>
                    <a:pt x="89" y="110"/>
                  </a:lnTo>
                  <a:lnTo>
                    <a:pt x="27" y="110"/>
                  </a:lnTo>
                  <a:lnTo>
                    <a:pt x="27" y="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0" name="íŝlídê">
              <a:extLst>
                <a:ext uri="{FF2B5EF4-FFF2-40B4-BE49-F238E27FC236}">
                  <a16:creationId xmlns:a16="http://schemas.microsoft.com/office/drawing/2014/main" id="{233A54D5-75D0-C269-5658-35FE98FBF960}"/>
                </a:ext>
              </a:extLst>
            </p:cNvPr>
            <p:cNvSpPr/>
            <p:nvPr/>
          </p:nvSpPr>
          <p:spPr bwMode="auto">
            <a:xfrm>
              <a:off x="8382000" y="3776663"/>
              <a:ext cx="168275" cy="207963"/>
            </a:xfrm>
            <a:custGeom>
              <a:avLst/>
              <a:gdLst>
                <a:gd name="T0" fmla="*/ 47 w 51"/>
                <a:gd name="T1" fmla="*/ 46 h 63"/>
                <a:gd name="T2" fmla="*/ 36 w 51"/>
                <a:gd name="T3" fmla="*/ 32 h 63"/>
                <a:gd name="T4" fmla="*/ 36 w 51"/>
                <a:gd name="T5" fmla="*/ 32 h 63"/>
                <a:gd name="T6" fmla="*/ 49 w 51"/>
                <a:gd name="T7" fmla="*/ 17 h 63"/>
                <a:gd name="T8" fmla="*/ 27 w 51"/>
                <a:gd name="T9" fmla="*/ 0 h 63"/>
                <a:gd name="T10" fmla="*/ 0 w 51"/>
                <a:gd name="T11" fmla="*/ 0 h 63"/>
                <a:gd name="T12" fmla="*/ 0 w 51"/>
                <a:gd name="T13" fmla="*/ 63 h 63"/>
                <a:gd name="T14" fmla="*/ 14 w 51"/>
                <a:gd name="T15" fmla="*/ 63 h 63"/>
                <a:gd name="T16" fmla="*/ 14 w 51"/>
                <a:gd name="T17" fmla="*/ 38 h 63"/>
                <a:gd name="T18" fmla="*/ 28 w 51"/>
                <a:gd name="T19" fmla="*/ 38 h 63"/>
                <a:gd name="T20" fmla="*/ 34 w 51"/>
                <a:gd name="T21" fmla="*/ 46 h 63"/>
                <a:gd name="T22" fmla="*/ 36 w 51"/>
                <a:gd name="T23" fmla="*/ 63 h 63"/>
                <a:gd name="T24" fmla="*/ 51 w 51"/>
                <a:gd name="T25" fmla="*/ 63 h 63"/>
                <a:gd name="T26" fmla="*/ 48 w 51"/>
                <a:gd name="T27" fmla="*/ 48 h 63"/>
                <a:gd name="T28" fmla="*/ 47 w 51"/>
                <a:gd name="T29" fmla="*/ 46 h 63"/>
                <a:gd name="T30" fmla="*/ 25 w 51"/>
                <a:gd name="T31" fmla="*/ 28 h 63"/>
                <a:gd name="T32" fmla="*/ 14 w 51"/>
                <a:gd name="T33" fmla="*/ 28 h 63"/>
                <a:gd name="T34" fmla="*/ 14 w 51"/>
                <a:gd name="T35" fmla="*/ 11 h 63"/>
                <a:gd name="T36" fmla="*/ 25 w 51"/>
                <a:gd name="T37" fmla="*/ 11 h 63"/>
                <a:gd name="T38" fmla="*/ 35 w 51"/>
                <a:gd name="T39" fmla="*/ 19 h 63"/>
                <a:gd name="T40" fmla="*/ 25 w 51"/>
                <a:gd name="T41" fmla="*/ 28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1" h="63">
                  <a:moveTo>
                    <a:pt x="47" y="46"/>
                  </a:moveTo>
                  <a:cubicBezTo>
                    <a:pt x="47" y="37"/>
                    <a:pt x="43" y="33"/>
                    <a:pt x="36" y="32"/>
                  </a:cubicBezTo>
                  <a:cubicBezTo>
                    <a:pt x="36" y="32"/>
                    <a:pt x="36" y="32"/>
                    <a:pt x="36" y="32"/>
                  </a:cubicBezTo>
                  <a:cubicBezTo>
                    <a:pt x="44" y="30"/>
                    <a:pt x="49" y="25"/>
                    <a:pt x="49" y="17"/>
                  </a:cubicBezTo>
                  <a:cubicBezTo>
                    <a:pt x="49" y="6"/>
                    <a:pt x="41" y="0"/>
                    <a:pt x="27" y="0"/>
                  </a:cubicBezTo>
                  <a:cubicBezTo>
                    <a:pt x="0" y="0"/>
                    <a:pt x="0" y="0"/>
                    <a:pt x="0" y="0"/>
                  </a:cubicBezTo>
                  <a:cubicBezTo>
                    <a:pt x="0" y="63"/>
                    <a:pt x="0" y="63"/>
                    <a:pt x="0" y="63"/>
                  </a:cubicBezTo>
                  <a:cubicBezTo>
                    <a:pt x="14" y="63"/>
                    <a:pt x="14" y="63"/>
                    <a:pt x="14" y="63"/>
                  </a:cubicBezTo>
                  <a:cubicBezTo>
                    <a:pt x="14" y="38"/>
                    <a:pt x="14" y="38"/>
                    <a:pt x="14" y="38"/>
                  </a:cubicBezTo>
                  <a:cubicBezTo>
                    <a:pt x="28" y="38"/>
                    <a:pt x="28" y="38"/>
                    <a:pt x="28" y="38"/>
                  </a:cubicBezTo>
                  <a:cubicBezTo>
                    <a:pt x="32" y="38"/>
                    <a:pt x="33" y="41"/>
                    <a:pt x="34" y="46"/>
                  </a:cubicBezTo>
                  <a:cubicBezTo>
                    <a:pt x="34" y="52"/>
                    <a:pt x="35" y="58"/>
                    <a:pt x="36" y="63"/>
                  </a:cubicBezTo>
                  <a:cubicBezTo>
                    <a:pt x="51" y="63"/>
                    <a:pt x="51" y="63"/>
                    <a:pt x="51" y="63"/>
                  </a:cubicBezTo>
                  <a:cubicBezTo>
                    <a:pt x="49" y="61"/>
                    <a:pt x="48" y="56"/>
                    <a:pt x="48" y="48"/>
                  </a:cubicBezTo>
                  <a:cubicBezTo>
                    <a:pt x="48" y="48"/>
                    <a:pt x="47" y="47"/>
                    <a:pt x="47" y="46"/>
                  </a:cubicBezTo>
                  <a:close/>
                  <a:moveTo>
                    <a:pt x="25" y="28"/>
                  </a:moveTo>
                  <a:cubicBezTo>
                    <a:pt x="14" y="28"/>
                    <a:pt x="14" y="28"/>
                    <a:pt x="14" y="28"/>
                  </a:cubicBezTo>
                  <a:cubicBezTo>
                    <a:pt x="14" y="11"/>
                    <a:pt x="14" y="11"/>
                    <a:pt x="14" y="11"/>
                  </a:cubicBezTo>
                  <a:cubicBezTo>
                    <a:pt x="25" y="11"/>
                    <a:pt x="25" y="11"/>
                    <a:pt x="25" y="11"/>
                  </a:cubicBezTo>
                  <a:cubicBezTo>
                    <a:pt x="31" y="11"/>
                    <a:pt x="35" y="13"/>
                    <a:pt x="35" y="19"/>
                  </a:cubicBezTo>
                  <a:cubicBezTo>
                    <a:pt x="35" y="25"/>
                    <a:pt x="31" y="28"/>
                    <a:pt x="25"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1" name="ïṩḷïḋé">
              <a:extLst>
                <a:ext uri="{FF2B5EF4-FFF2-40B4-BE49-F238E27FC236}">
                  <a16:creationId xmlns:a16="http://schemas.microsoft.com/office/drawing/2014/main" id="{AD2893F0-3F77-9109-5621-5389607E4B0C}"/>
                </a:ext>
              </a:extLst>
            </p:cNvPr>
            <p:cNvSpPr/>
            <p:nvPr/>
          </p:nvSpPr>
          <p:spPr bwMode="auto">
            <a:xfrm>
              <a:off x="8566150" y="3773488"/>
              <a:ext cx="171450" cy="214313"/>
            </a:xfrm>
            <a:custGeom>
              <a:avLst/>
              <a:gdLst>
                <a:gd name="T0" fmla="*/ 30 w 52"/>
                <a:gd name="T1" fmla="*/ 27 h 65"/>
                <a:gd name="T2" fmla="*/ 28 w 52"/>
                <a:gd name="T3" fmla="*/ 27 h 65"/>
                <a:gd name="T4" fmla="*/ 16 w 52"/>
                <a:gd name="T5" fmla="*/ 18 h 65"/>
                <a:gd name="T6" fmla="*/ 26 w 52"/>
                <a:gd name="T7" fmla="*/ 10 h 65"/>
                <a:gd name="T8" fmla="*/ 37 w 52"/>
                <a:gd name="T9" fmla="*/ 19 h 65"/>
                <a:gd name="T10" fmla="*/ 50 w 52"/>
                <a:gd name="T11" fmla="*/ 19 h 65"/>
                <a:gd name="T12" fmla="*/ 28 w 52"/>
                <a:gd name="T13" fmla="*/ 0 h 65"/>
                <a:gd name="T14" fmla="*/ 2 w 52"/>
                <a:gd name="T15" fmla="*/ 21 h 65"/>
                <a:gd name="T16" fmla="*/ 23 w 52"/>
                <a:gd name="T17" fmla="*/ 38 h 65"/>
                <a:gd name="T18" fmla="*/ 25 w 52"/>
                <a:gd name="T19" fmla="*/ 39 h 65"/>
                <a:gd name="T20" fmla="*/ 37 w 52"/>
                <a:gd name="T21" fmla="*/ 48 h 65"/>
                <a:gd name="T22" fmla="*/ 24 w 52"/>
                <a:gd name="T23" fmla="*/ 56 h 65"/>
                <a:gd name="T24" fmla="*/ 14 w 52"/>
                <a:gd name="T25" fmla="*/ 44 h 65"/>
                <a:gd name="T26" fmla="*/ 0 w 52"/>
                <a:gd name="T27" fmla="*/ 44 h 65"/>
                <a:gd name="T28" fmla="*/ 24 w 52"/>
                <a:gd name="T29" fmla="*/ 65 h 65"/>
                <a:gd name="T30" fmla="*/ 51 w 52"/>
                <a:gd name="T31" fmla="*/ 45 h 65"/>
                <a:gd name="T32" fmla="*/ 30 w 52"/>
                <a:gd name="T33"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5">
                  <a:moveTo>
                    <a:pt x="30" y="27"/>
                  </a:moveTo>
                  <a:cubicBezTo>
                    <a:pt x="29" y="27"/>
                    <a:pt x="28" y="27"/>
                    <a:pt x="28" y="27"/>
                  </a:cubicBezTo>
                  <a:cubicBezTo>
                    <a:pt x="20" y="26"/>
                    <a:pt x="16" y="23"/>
                    <a:pt x="16" y="18"/>
                  </a:cubicBezTo>
                  <a:cubicBezTo>
                    <a:pt x="16" y="13"/>
                    <a:pt x="20" y="10"/>
                    <a:pt x="26" y="10"/>
                  </a:cubicBezTo>
                  <a:cubicBezTo>
                    <a:pt x="33" y="10"/>
                    <a:pt x="36" y="13"/>
                    <a:pt x="37" y="19"/>
                  </a:cubicBezTo>
                  <a:cubicBezTo>
                    <a:pt x="50" y="19"/>
                    <a:pt x="50" y="19"/>
                    <a:pt x="50" y="19"/>
                  </a:cubicBezTo>
                  <a:cubicBezTo>
                    <a:pt x="49" y="7"/>
                    <a:pt x="42" y="0"/>
                    <a:pt x="28" y="0"/>
                  </a:cubicBezTo>
                  <a:cubicBezTo>
                    <a:pt x="11" y="1"/>
                    <a:pt x="3" y="8"/>
                    <a:pt x="2" y="21"/>
                  </a:cubicBezTo>
                  <a:cubicBezTo>
                    <a:pt x="2" y="29"/>
                    <a:pt x="9" y="35"/>
                    <a:pt x="23" y="38"/>
                  </a:cubicBezTo>
                  <a:cubicBezTo>
                    <a:pt x="23" y="38"/>
                    <a:pt x="24" y="39"/>
                    <a:pt x="25" y="39"/>
                  </a:cubicBezTo>
                  <a:cubicBezTo>
                    <a:pt x="33" y="40"/>
                    <a:pt x="37" y="43"/>
                    <a:pt x="37" y="48"/>
                  </a:cubicBezTo>
                  <a:cubicBezTo>
                    <a:pt x="37" y="53"/>
                    <a:pt x="33" y="56"/>
                    <a:pt x="24" y="56"/>
                  </a:cubicBezTo>
                  <a:cubicBezTo>
                    <a:pt x="17" y="55"/>
                    <a:pt x="14" y="52"/>
                    <a:pt x="14" y="44"/>
                  </a:cubicBezTo>
                  <a:cubicBezTo>
                    <a:pt x="0" y="44"/>
                    <a:pt x="0" y="44"/>
                    <a:pt x="0" y="44"/>
                  </a:cubicBezTo>
                  <a:cubicBezTo>
                    <a:pt x="0" y="58"/>
                    <a:pt x="8" y="65"/>
                    <a:pt x="24" y="65"/>
                  </a:cubicBezTo>
                  <a:cubicBezTo>
                    <a:pt x="42" y="65"/>
                    <a:pt x="51" y="58"/>
                    <a:pt x="51" y="45"/>
                  </a:cubicBezTo>
                  <a:cubicBezTo>
                    <a:pt x="52" y="36"/>
                    <a:pt x="44" y="30"/>
                    <a:pt x="3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2" name="išḷídé">
              <a:extLst>
                <a:ext uri="{FF2B5EF4-FFF2-40B4-BE49-F238E27FC236}">
                  <a16:creationId xmlns:a16="http://schemas.microsoft.com/office/drawing/2014/main" id="{9D87AA3D-DD3F-E956-B755-8E3FEF68AEC7}"/>
                </a:ext>
              </a:extLst>
            </p:cNvPr>
            <p:cNvSpPr/>
            <p:nvPr/>
          </p:nvSpPr>
          <p:spPr bwMode="auto">
            <a:xfrm>
              <a:off x="8767763" y="3776663"/>
              <a:ext cx="42863" cy="2079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113" name="íṥḻiḍé">
              <a:extLst>
                <a:ext uri="{FF2B5EF4-FFF2-40B4-BE49-F238E27FC236}">
                  <a16:creationId xmlns:a16="http://schemas.microsoft.com/office/drawing/2014/main" id="{2575A6D9-3B01-C99A-82C3-7513F878A3F7}"/>
                </a:ext>
              </a:extLst>
            </p:cNvPr>
            <p:cNvSpPr/>
            <p:nvPr/>
          </p:nvSpPr>
          <p:spPr bwMode="auto">
            <a:xfrm>
              <a:off x="8829675" y="3776663"/>
              <a:ext cx="171450" cy="207963"/>
            </a:xfrm>
            <a:custGeom>
              <a:avLst/>
              <a:gdLst>
                <a:gd name="T0" fmla="*/ 0 w 108"/>
                <a:gd name="T1" fmla="*/ 23 h 131"/>
                <a:gd name="T2" fmla="*/ 40 w 108"/>
                <a:gd name="T3" fmla="*/ 23 h 131"/>
                <a:gd name="T4" fmla="*/ 40 w 108"/>
                <a:gd name="T5" fmla="*/ 131 h 131"/>
                <a:gd name="T6" fmla="*/ 69 w 108"/>
                <a:gd name="T7" fmla="*/ 131 h 131"/>
                <a:gd name="T8" fmla="*/ 69 w 108"/>
                <a:gd name="T9" fmla="*/ 23 h 131"/>
                <a:gd name="T10" fmla="*/ 108 w 108"/>
                <a:gd name="T11" fmla="*/ 23 h 131"/>
                <a:gd name="T12" fmla="*/ 108 w 108"/>
                <a:gd name="T13" fmla="*/ 0 h 131"/>
                <a:gd name="T14" fmla="*/ 0 w 108"/>
                <a:gd name="T15" fmla="*/ 0 h 131"/>
                <a:gd name="T16" fmla="*/ 0 w 108"/>
                <a:gd name="T17" fmla="*/ 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8" h="131">
                  <a:moveTo>
                    <a:pt x="0" y="23"/>
                  </a:moveTo>
                  <a:lnTo>
                    <a:pt x="40" y="23"/>
                  </a:lnTo>
                  <a:lnTo>
                    <a:pt x="40" y="131"/>
                  </a:lnTo>
                  <a:lnTo>
                    <a:pt x="69" y="131"/>
                  </a:lnTo>
                  <a:lnTo>
                    <a:pt x="69" y="23"/>
                  </a:lnTo>
                  <a:lnTo>
                    <a:pt x="108" y="23"/>
                  </a:lnTo>
                  <a:lnTo>
                    <a:pt x="108" y="0"/>
                  </a:lnTo>
                  <a:lnTo>
                    <a:pt x="0" y="0"/>
                  </a:lnTo>
                  <a:lnTo>
                    <a:pt x="0"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sp>
          <p:nvSpPr>
            <p:cNvPr id="114" name="íšḻiḑè">
              <a:extLst>
                <a:ext uri="{FF2B5EF4-FFF2-40B4-BE49-F238E27FC236}">
                  <a16:creationId xmlns:a16="http://schemas.microsoft.com/office/drawing/2014/main" id="{BEA4D4C6-2525-75EB-CE61-BFD1F77386B6}"/>
                </a:ext>
              </a:extLst>
            </p:cNvPr>
            <p:cNvSpPr/>
            <p:nvPr/>
          </p:nvSpPr>
          <p:spPr bwMode="auto">
            <a:xfrm>
              <a:off x="9009063" y="3776663"/>
              <a:ext cx="184150" cy="207963"/>
            </a:xfrm>
            <a:custGeom>
              <a:avLst/>
              <a:gdLst>
                <a:gd name="T0" fmla="*/ 87 w 116"/>
                <a:gd name="T1" fmla="*/ 0 h 131"/>
                <a:gd name="T2" fmla="*/ 60 w 116"/>
                <a:gd name="T3" fmla="*/ 60 h 131"/>
                <a:gd name="T4" fmla="*/ 33 w 116"/>
                <a:gd name="T5" fmla="*/ 0 h 131"/>
                <a:gd name="T6" fmla="*/ 0 w 116"/>
                <a:gd name="T7" fmla="*/ 0 h 131"/>
                <a:gd name="T8" fmla="*/ 43 w 116"/>
                <a:gd name="T9" fmla="*/ 89 h 131"/>
                <a:gd name="T10" fmla="*/ 43 w 116"/>
                <a:gd name="T11" fmla="*/ 131 h 131"/>
                <a:gd name="T12" fmla="*/ 72 w 116"/>
                <a:gd name="T13" fmla="*/ 131 h 131"/>
                <a:gd name="T14" fmla="*/ 72 w 116"/>
                <a:gd name="T15" fmla="*/ 89 h 131"/>
                <a:gd name="T16" fmla="*/ 116 w 116"/>
                <a:gd name="T17" fmla="*/ 0 h 131"/>
                <a:gd name="T18" fmla="*/ 87 w 116"/>
                <a:gd name="T19" fmla="*/ 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 h="131">
                  <a:moveTo>
                    <a:pt x="87" y="0"/>
                  </a:moveTo>
                  <a:lnTo>
                    <a:pt x="60" y="60"/>
                  </a:lnTo>
                  <a:lnTo>
                    <a:pt x="33" y="0"/>
                  </a:lnTo>
                  <a:lnTo>
                    <a:pt x="0" y="0"/>
                  </a:lnTo>
                  <a:lnTo>
                    <a:pt x="43" y="89"/>
                  </a:lnTo>
                  <a:lnTo>
                    <a:pt x="43" y="131"/>
                  </a:lnTo>
                  <a:lnTo>
                    <a:pt x="72" y="131"/>
                  </a:lnTo>
                  <a:lnTo>
                    <a:pt x="72" y="89"/>
                  </a:lnTo>
                  <a:lnTo>
                    <a:pt x="116" y="0"/>
                  </a:ln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p>
          </p:txBody>
        </p:sp>
      </p:grpSp>
    </p:spTree>
    <p:extLst>
      <p:ext uri="{BB962C8B-B14F-4D97-AF65-F5344CB8AC3E}">
        <p14:creationId xmlns:p14="http://schemas.microsoft.com/office/powerpoint/2010/main" val="6987178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页面-上">
            <a:extLst>
              <a:ext uri="{FF2B5EF4-FFF2-40B4-BE49-F238E27FC236}">
                <a16:creationId xmlns:a16="http://schemas.microsoft.com/office/drawing/2014/main" id="{A7CE4E90-593F-42A3-B383-28D9393AE86A}"/>
              </a:ext>
            </a:extLst>
          </p:cNvPr>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页面-下">
            <a:extLst>
              <a:ext uri="{FF2B5EF4-FFF2-40B4-BE49-F238E27FC236}">
                <a16:creationId xmlns:a16="http://schemas.microsoft.com/office/drawing/2014/main" id="{28881974-3329-4A36-B75B-FB905EEBD0B1}"/>
              </a:ext>
            </a:extLst>
          </p:cNvPr>
          <p:cNvSpPr/>
          <p:nvPr userDrawn="1"/>
        </p:nvSpPr>
        <p:spPr>
          <a:xfrm>
            <a:off x="5778500" y="22860000"/>
            <a:ext cx="635000" cy="635000"/>
          </a:xfrm>
          <a:prstGeom prst="ellipse">
            <a:avLst/>
          </a:prstGeom>
          <a:noFill/>
          <a:ln w="12700" cap="flat" cmpd="sng" algn="ctr">
            <a:noFill/>
            <a:prstDash val="solid"/>
            <a:miter lim="800000"/>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0021037"/>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tags" Target="../tags/tag21.xml"/><Relationship Id="rId7" Type="http://schemas.openxmlformats.org/officeDocument/2006/relationships/image" Target="../media/image8.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7.png"/><Relationship Id="rId5" Type="http://schemas.openxmlformats.org/officeDocument/2006/relationships/slideLayout" Target="../slideLayouts/slideLayout4.xml"/><Relationship Id="rId4" Type="http://schemas.openxmlformats.org/officeDocument/2006/relationships/tags" Target="../tags/tag22.xml"/></Relationships>
</file>

<file path=ppt/slides/_rels/slide5.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tags" Target="../tags/tag25.xml"/><Relationship Id="rId7" Type="http://schemas.openxmlformats.org/officeDocument/2006/relationships/image" Target="../media/image12.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slideLayout" Target="../slideLayouts/slideLayout4.xml"/><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openxmlformats.org/officeDocument/2006/relationships/image" Target="../media/image20.svg"/><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19.png"/><Relationship Id="rId17" Type="http://schemas.openxmlformats.org/officeDocument/2006/relationships/image" Target="../media/image24.svg"/><Relationship Id="rId2" Type="http://schemas.openxmlformats.org/officeDocument/2006/relationships/tags" Target="../tags/tag27.xml"/><Relationship Id="rId16" Type="http://schemas.openxmlformats.org/officeDocument/2006/relationships/image" Target="../media/image23.png"/><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18.svg"/><Relationship Id="rId5" Type="http://schemas.openxmlformats.org/officeDocument/2006/relationships/tags" Target="../tags/tag30.xml"/><Relationship Id="rId1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tags" Target="../tags/tag29.xml"/><Relationship Id="rId9" Type="http://schemas.openxmlformats.org/officeDocument/2006/relationships/image" Target="../media/image16.png"/><Relationship Id="rId1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27.sv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tags" Target="../tags/tag38.xml"/><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slideLayout" Target="../slideLayouts/slideLayout4.xml"/><Relationship Id="rId9"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0.xml"/><Relationship Id="rId1" Type="http://schemas.openxmlformats.org/officeDocument/2006/relationships/tags" Target="../tags/tag39.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tags" Target="../tags/tag50.xml"/><Relationship Id="rId7" Type="http://schemas.openxmlformats.org/officeDocument/2006/relationships/image" Target="../media/image37.png"/><Relationship Id="rId12" Type="http://schemas.openxmlformats.org/officeDocument/2006/relationships/image" Target="../media/image13.sv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Layout" Target="../slideLayouts/slideLayout4.xml"/><Relationship Id="rId11" Type="http://schemas.openxmlformats.org/officeDocument/2006/relationships/image" Target="../media/image12.png"/><Relationship Id="rId5" Type="http://schemas.openxmlformats.org/officeDocument/2006/relationships/tags" Target="../tags/tag52.xml"/><Relationship Id="rId10" Type="http://schemas.openxmlformats.org/officeDocument/2006/relationships/image" Target="../media/image40.svg"/><Relationship Id="rId4" Type="http://schemas.openxmlformats.org/officeDocument/2006/relationships/tags" Target="../tags/tag51.xml"/><Relationship Id="rId9" Type="http://schemas.openxmlformats.org/officeDocument/2006/relationships/image" Target="../media/image39.png"/></Relationships>
</file>

<file path=ppt/slides/_rels/slide12.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image" Target="../media/image42.svg"/><Relationship Id="rId3" Type="http://schemas.openxmlformats.org/officeDocument/2006/relationships/tags" Target="../tags/tag55.xml"/><Relationship Id="rId21" Type="http://schemas.openxmlformats.org/officeDocument/2006/relationships/image" Target="../media/image45.png"/><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image" Target="../media/image41.png"/><Relationship Id="rId2" Type="http://schemas.openxmlformats.org/officeDocument/2006/relationships/tags" Target="../tags/tag54.xml"/><Relationship Id="rId16" Type="http://schemas.openxmlformats.org/officeDocument/2006/relationships/slideLayout" Target="../slideLayouts/slideLayout4.xml"/><Relationship Id="rId20" Type="http://schemas.openxmlformats.org/officeDocument/2006/relationships/image" Target="../media/image44.svg"/><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24" Type="http://schemas.openxmlformats.org/officeDocument/2006/relationships/image" Target="../media/image48.svg"/><Relationship Id="rId5" Type="http://schemas.openxmlformats.org/officeDocument/2006/relationships/tags" Target="../tags/tag57.xml"/><Relationship Id="rId15" Type="http://schemas.openxmlformats.org/officeDocument/2006/relationships/tags" Target="../tags/tag67.xml"/><Relationship Id="rId23" Type="http://schemas.openxmlformats.org/officeDocument/2006/relationships/image" Target="../media/image47.png"/><Relationship Id="rId10" Type="http://schemas.openxmlformats.org/officeDocument/2006/relationships/tags" Target="../tags/tag62.xml"/><Relationship Id="rId19" Type="http://schemas.openxmlformats.org/officeDocument/2006/relationships/image" Target="../media/image43.png"/><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 Id="rId22" Type="http://schemas.openxmlformats.org/officeDocument/2006/relationships/image" Target="../media/image46.svg"/></Relationships>
</file>

<file path=ppt/slides/_rels/slide1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tags" Target="../tags/tag70.xml"/><Relationship Id="rId7" Type="http://schemas.openxmlformats.org/officeDocument/2006/relationships/slideLayout" Target="../slideLayouts/slideLayout4.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s>
</file>

<file path=ppt/slides/_rels/slide14.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tags" Target="../tags/tag91.xml"/><Relationship Id="rId26" Type="http://schemas.openxmlformats.org/officeDocument/2006/relationships/image" Target="../media/image50.png"/><Relationship Id="rId3" Type="http://schemas.openxmlformats.org/officeDocument/2006/relationships/tags" Target="../tags/tag76.xml"/><Relationship Id="rId21" Type="http://schemas.openxmlformats.org/officeDocument/2006/relationships/tags" Target="../tags/tag94.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tags" Target="../tags/tag90.xml"/><Relationship Id="rId25" Type="http://schemas.openxmlformats.org/officeDocument/2006/relationships/slideLayout" Target="../slideLayouts/slideLayout4.xml"/><Relationship Id="rId2" Type="http://schemas.openxmlformats.org/officeDocument/2006/relationships/tags" Target="../tags/tag75.xml"/><Relationship Id="rId16" Type="http://schemas.openxmlformats.org/officeDocument/2006/relationships/tags" Target="../tags/tag89.xml"/><Relationship Id="rId20" Type="http://schemas.openxmlformats.org/officeDocument/2006/relationships/tags" Target="../tags/tag93.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24" Type="http://schemas.openxmlformats.org/officeDocument/2006/relationships/tags" Target="../tags/tag97.xml"/><Relationship Id="rId5" Type="http://schemas.openxmlformats.org/officeDocument/2006/relationships/tags" Target="../tags/tag78.xml"/><Relationship Id="rId15" Type="http://schemas.openxmlformats.org/officeDocument/2006/relationships/tags" Target="../tags/tag88.xml"/><Relationship Id="rId23" Type="http://schemas.openxmlformats.org/officeDocument/2006/relationships/tags" Target="../tags/tag96.xml"/><Relationship Id="rId10" Type="http://schemas.openxmlformats.org/officeDocument/2006/relationships/tags" Target="../tags/tag83.xml"/><Relationship Id="rId19" Type="http://schemas.openxmlformats.org/officeDocument/2006/relationships/tags" Target="../tags/tag92.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 Id="rId22" Type="http://schemas.openxmlformats.org/officeDocument/2006/relationships/tags" Target="../tags/tag9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99.xml"/><Relationship Id="rId1" Type="http://schemas.openxmlformats.org/officeDocument/2006/relationships/tags" Target="../tags/tag98.xml"/></Relationships>
</file>

<file path=ppt/slides/_rels/slide16.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tags" Target="../tags/tag110.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5.png"/><Relationship Id="rId5" Type="http://schemas.openxmlformats.org/officeDocument/2006/relationships/tags" Target="../tags/tag107.xml"/><Relationship Id="rId10" Type="http://schemas.openxmlformats.org/officeDocument/2006/relationships/slideLayout" Target="../slideLayouts/slideLayout4.xml"/><Relationship Id="rId4" Type="http://schemas.openxmlformats.org/officeDocument/2006/relationships/tags" Target="../tags/tag106.xml"/><Relationship Id="rId9" Type="http://schemas.openxmlformats.org/officeDocument/2006/relationships/tags" Target="../tags/tag111.xml"/></Relationships>
</file>

<file path=ppt/slides/_rels/slide18.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slideLayout" Target="../slideLayouts/slideLayout4.xml"/><Relationship Id="rId3" Type="http://schemas.openxmlformats.org/officeDocument/2006/relationships/tags" Target="../tags/tag114.xml"/><Relationship Id="rId7" Type="http://schemas.openxmlformats.org/officeDocument/2006/relationships/tags" Target="../tags/tag118.xml"/><Relationship Id="rId12" Type="http://schemas.openxmlformats.org/officeDocument/2006/relationships/tags" Target="../tags/tag123.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5" Type="http://schemas.openxmlformats.org/officeDocument/2006/relationships/tags" Target="../tags/tag116.xml"/><Relationship Id="rId10" Type="http://schemas.openxmlformats.org/officeDocument/2006/relationships/tags" Target="../tags/tag121.xml"/><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image" Target="../media/image51.png"/></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4.xml"/><Relationship Id="rId13" Type="http://schemas.openxmlformats.org/officeDocument/2006/relationships/image" Target="../media/image55.png"/><Relationship Id="rId3" Type="http://schemas.openxmlformats.org/officeDocument/2006/relationships/tags" Target="../tags/tag126.xml"/><Relationship Id="rId7" Type="http://schemas.openxmlformats.org/officeDocument/2006/relationships/tags" Target="../tags/tag130.xml"/><Relationship Id="rId12" Type="http://schemas.openxmlformats.org/officeDocument/2006/relationships/image" Target="../media/image53.sv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image" Target="../media/image52.png"/><Relationship Id="rId5" Type="http://schemas.openxmlformats.org/officeDocument/2006/relationships/tags" Target="../tags/tag128.xml"/><Relationship Id="rId10" Type="http://schemas.openxmlformats.org/officeDocument/2006/relationships/image" Target="../media/image54.png"/><Relationship Id="rId4" Type="http://schemas.openxmlformats.org/officeDocument/2006/relationships/tags" Target="../tags/tag127.xml"/><Relationship Id="rId9" Type="http://schemas.openxmlformats.org/officeDocument/2006/relationships/image" Target="../media/image53.png"/><Relationship Id="rId14" Type="http://schemas.openxmlformats.org/officeDocument/2006/relationships/image" Target="../media/image56.svg"/></Relationships>
</file>

<file path=ppt/slides/_rels/slide20.xml.rels><?xml version="1.0" encoding="UTF-8" standalone="yes"?>
<Relationships xmlns="http://schemas.openxmlformats.org/package/2006/relationships"><Relationship Id="rId3" Type="http://schemas.openxmlformats.org/officeDocument/2006/relationships/tags" Target="../tags/tag133.xml"/><Relationship Id="rId7" Type="http://schemas.microsoft.com/office/2007/relationships/hdphoto" Target="../media/hdphoto4.wdp"/><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57.png"/><Relationship Id="rId5" Type="http://schemas.openxmlformats.org/officeDocument/2006/relationships/slideLayout" Target="../slideLayouts/slideLayout4.xml"/><Relationship Id="rId4" Type="http://schemas.openxmlformats.org/officeDocument/2006/relationships/tags" Target="../tags/tag134.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6.xml"/><Relationship Id="rId1" Type="http://schemas.openxmlformats.org/officeDocument/2006/relationships/tags" Target="../tags/tag135.xml"/></Relationships>
</file>

<file path=ppt/slides/_rels/slide22.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chart" Target="../charts/chart3.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chart" Target="../charts/chart2.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chart" Target="../charts/chart1.xml"/><Relationship Id="rId5" Type="http://schemas.openxmlformats.org/officeDocument/2006/relationships/tags" Target="../tags/tag141.xml"/><Relationship Id="rId10" Type="http://schemas.openxmlformats.org/officeDocument/2006/relationships/slideLayout" Target="../slideLayouts/slideLayout4.xml"/><Relationship Id="rId4" Type="http://schemas.openxmlformats.org/officeDocument/2006/relationships/tags" Target="../tags/tag140.xml"/><Relationship Id="rId9" Type="http://schemas.openxmlformats.org/officeDocument/2006/relationships/tags" Target="../tags/tag145.xml"/></Relationships>
</file>

<file path=ppt/slides/_rels/slide23.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chart" Target="../charts/chart4.xml"/><Relationship Id="rId5" Type="http://schemas.openxmlformats.org/officeDocument/2006/relationships/slideLayout" Target="../slideLayouts/slideLayout4.xml"/><Relationship Id="rId4" Type="http://schemas.openxmlformats.org/officeDocument/2006/relationships/tags" Target="../tags/tag149.xml"/></Relationships>
</file>

<file path=ppt/slides/_rels/slide24.xml.rels><?xml version="1.0" encoding="UTF-8" standalone="yes"?>
<Relationships xmlns="http://schemas.openxmlformats.org/package/2006/relationships"><Relationship Id="rId8" Type="http://schemas.openxmlformats.org/officeDocument/2006/relationships/tags" Target="../tags/tag157.xml"/><Relationship Id="rId3" Type="http://schemas.openxmlformats.org/officeDocument/2006/relationships/tags" Target="../tags/tag152.xml"/><Relationship Id="rId7" Type="http://schemas.openxmlformats.org/officeDocument/2006/relationships/tags" Target="../tags/tag156.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5" Type="http://schemas.openxmlformats.org/officeDocument/2006/relationships/tags" Target="../tags/tag154.xml"/><Relationship Id="rId10" Type="http://schemas.openxmlformats.org/officeDocument/2006/relationships/chart" Target="../charts/chart5.xml"/><Relationship Id="rId4" Type="http://schemas.openxmlformats.org/officeDocument/2006/relationships/tags" Target="../tags/tag153.xml"/><Relationship Id="rId9"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6" Type="http://schemas.openxmlformats.org/officeDocument/2006/relationships/image" Target="../media/image80.png"/><Relationship Id="rId21" Type="http://schemas.openxmlformats.org/officeDocument/2006/relationships/image" Target="../media/image75.svg"/><Relationship Id="rId42" Type="http://schemas.openxmlformats.org/officeDocument/2006/relationships/image" Target="../media/image92.png"/><Relationship Id="rId47" Type="http://schemas.openxmlformats.org/officeDocument/2006/relationships/image" Target="../media/image31.svg"/><Relationship Id="rId63" Type="http://schemas.openxmlformats.org/officeDocument/2006/relationships/image" Target="../media/image111.svg"/><Relationship Id="rId68" Type="http://schemas.openxmlformats.org/officeDocument/2006/relationships/image" Target="../media/image116.png"/><Relationship Id="rId16" Type="http://schemas.openxmlformats.org/officeDocument/2006/relationships/image" Target="../media/image70.png"/><Relationship Id="rId11" Type="http://schemas.openxmlformats.org/officeDocument/2006/relationships/image" Target="../media/image65.svg"/><Relationship Id="rId32" Type="http://schemas.openxmlformats.org/officeDocument/2006/relationships/image" Target="../media/image84.png"/><Relationship Id="rId37" Type="http://schemas.openxmlformats.org/officeDocument/2006/relationships/image" Target="../media/image89.svg"/><Relationship Id="rId53" Type="http://schemas.openxmlformats.org/officeDocument/2006/relationships/image" Target="../media/image101.svg"/><Relationship Id="rId58" Type="http://schemas.openxmlformats.org/officeDocument/2006/relationships/image" Target="../media/image106.png"/><Relationship Id="rId74" Type="http://schemas.openxmlformats.org/officeDocument/2006/relationships/image" Target="../media/image122.png"/><Relationship Id="rId79" Type="http://schemas.openxmlformats.org/officeDocument/2006/relationships/image" Target="../media/image127.svg"/><Relationship Id="rId5" Type="http://schemas.openxmlformats.org/officeDocument/2006/relationships/image" Target="../media/image61.svg"/><Relationship Id="rId61" Type="http://schemas.openxmlformats.org/officeDocument/2006/relationships/image" Target="../media/image109.svg"/><Relationship Id="rId19" Type="http://schemas.openxmlformats.org/officeDocument/2006/relationships/image" Target="../media/image73.sv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svg"/><Relationship Id="rId30" Type="http://schemas.openxmlformats.org/officeDocument/2006/relationships/image" Target="../media/image32.png"/><Relationship Id="rId35" Type="http://schemas.openxmlformats.org/officeDocument/2006/relationships/image" Target="../media/image87.svg"/><Relationship Id="rId43" Type="http://schemas.openxmlformats.org/officeDocument/2006/relationships/image" Target="../media/image93.svg"/><Relationship Id="rId48" Type="http://schemas.openxmlformats.org/officeDocument/2006/relationships/image" Target="../media/image96.png"/><Relationship Id="rId56" Type="http://schemas.openxmlformats.org/officeDocument/2006/relationships/image" Target="../media/image104.png"/><Relationship Id="rId64" Type="http://schemas.openxmlformats.org/officeDocument/2006/relationships/image" Target="../media/image112.png"/><Relationship Id="rId69" Type="http://schemas.openxmlformats.org/officeDocument/2006/relationships/image" Target="../media/image117.svg"/><Relationship Id="rId77" Type="http://schemas.openxmlformats.org/officeDocument/2006/relationships/image" Target="../media/image125.svg"/><Relationship Id="rId8" Type="http://schemas.openxmlformats.org/officeDocument/2006/relationships/image" Target="../media/image34.png"/><Relationship Id="rId51" Type="http://schemas.openxmlformats.org/officeDocument/2006/relationships/image" Target="../media/image99.svg"/><Relationship Id="rId72" Type="http://schemas.openxmlformats.org/officeDocument/2006/relationships/image" Target="../media/image120.png"/><Relationship Id="rId80" Type="http://schemas.openxmlformats.org/officeDocument/2006/relationships/image" Target="../media/image128.png"/><Relationship Id="rId3" Type="http://schemas.openxmlformats.org/officeDocument/2006/relationships/image" Target="../media/image59.svg"/><Relationship Id="rId12" Type="http://schemas.openxmlformats.org/officeDocument/2006/relationships/image" Target="../media/image66.png"/><Relationship Id="rId17" Type="http://schemas.openxmlformats.org/officeDocument/2006/relationships/image" Target="../media/image71.svg"/><Relationship Id="rId25" Type="http://schemas.openxmlformats.org/officeDocument/2006/relationships/image" Target="../media/image79.svg"/><Relationship Id="rId33" Type="http://schemas.openxmlformats.org/officeDocument/2006/relationships/image" Target="../media/image85.svg"/><Relationship Id="rId38" Type="http://schemas.openxmlformats.org/officeDocument/2006/relationships/image" Target="../media/image28.png"/><Relationship Id="rId46" Type="http://schemas.openxmlformats.org/officeDocument/2006/relationships/image" Target="../media/image30.png"/><Relationship Id="rId59" Type="http://schemas.openxmlformats.org/officeDocument/2006/relationships/image" Target="../media/image107.svg"/><Relationship Id="rId67" Type="http://schemas.openxmlformats.org/officeDocument/2006/relationships/image" Target="../media/image115.svg"/><Relationship Id="rId20" Type="http://schemas.openxmlformats.org/officeDocument/2006/relationships/image" Target="../media/image74.png"/><Relationship Id="rId41" Type="http://schemas.openxmlformats.org/officeDocument/2006/relationships/image" Target="../media/image91.svg"/><Relationship Id="rId54" Type="http://schemas.openxmlformats.org/officeDocument/2006/relationships/image" Target="../media/image102.png"/><Relationship Id="rId62" Type="http://schemas.openxmlformats.org/officeDocument/2006/relationships/image" Target="../media/image110.png"/><Relationship Id="rId70" Type="http://schemas.openxmlformats.org/officeDocument/2006/relationships/image" Target="../media/image118.png"/><Relationship Id="rId75" Type="http://schemas.openxmlformats.org/officeDocument/2006/relationships/image" Target="../media/image123.svg"/><Relationship Id="rId1" Type="http://schemas.openxmlformats.org/officeDocument/2006/relationships/slideLayout" Target="../slideLayouts/slideLayout4.xml"/><Relationship Id="rId6" Type="http://schemas.openxmlformats.org/officeDocument/2006/relationships/image" Target="../media/image62.png"/><Relationship Id="rId15" Type="http://schemas.openxmlformats.org/officeDocument/2006/relationships/image" Target="../media/image69.svg"/><Relationship Id="rId23" Type="http://schemas.openxmlformats.org/officeDocument/2006/relationships/image" Target="../media/image77.svg"/><Relationship Id="rId28" Type="http://schemas.openxmlformats.org/officeDocument/2006/relationships/image" Target="../media/image82.png"/><Relationship Id="rId36" Type="http://schemas.openxmlformats.org/officeDocument/2006/relationships/image" Target="../media/image88.png"/><Relationship Id="rId49" Type="http://schemas.openxmlformats.org/officeDocument/2006/relationships/image" Target="../media/image97.svg"/><Relationship Id="rId57" Type="http://schemas.openxmlformats.org/officeDocument/2006/relationships/image" Target="../media/image105.svg"/><Relationship Id="rId10" Type="http://schemas.openxmlformats.org/officeDocument/2006/relationships/image" Target="../media/image64.png"/><Relationship Id="rId31" Type="http://schemas.openxmlformats.org/officeDocument/2006/relationships/image" Target="../media/image33.svg"/><Relationship Id="rId44" Type="http://schemas.openxmlformats.org/officeDocument/2006/relationships/image" Target="../media/image94.png"/><Relationship Id="rId52" Type="http://schemas.openxmlformats.org/officeDocument/2006/relationships/image" Target="../media/image100.png"/><Relationship Id="rId60" Type="http://schemas.openxmlformats.org/officeDocument/2006/relationships/image" Target="../media/image108.png"/><Relationship Id="rId65" Type="http://schemas.openxmlformats.org/officeDocument/2006/relationships/image" Target="../media/image113.svg"/><Relationship Id="rId73" Type="http://schemas.openxmlformats.org/officeDocument/2006/relationships/image" Target="../media/image121.svg"/><Relationship Id="rId78" Type="http://schemas.openxmlformats.org/officeDocument/2006/relationships/image" Target="../media/image126.png"/><Relationship Id="rId81" Type="http://schemas.openxmlformats.org/officeDocument/2006/relationships/image" Target="../media/image129.svg"/><Relationship Id="rId4" Type="http://schemas.openxmlformats.org/officeDocument/2006/relationships/image" Target="../media/image60.png"/><Relationship Id="rId9" Type="http://schemas.openxmlformats.org/officeDocument/2006/relationships/image" Target="../media/image35.svg"/><Relationship Id="rId13" Type="http://schemas.openxmlformats.org/officeDocument/2006/relationships/image" Target="../media/image67.svg"/><Relationship Id="rId18" Type="http://schemas.openxmlformats.org/officeDocument/2006/relationships/image" Target="../media/image72.png"/><Relationship Id="rId39" Type="http://schemas.openxmlformats.org/officeDocument/2006/relationships/image" Target="../media/image29.svg"/><Relationship Id="rId34" Type="http://schemas.openxmlformats.org/officeDocument/2006/relationships/image" Target="../media/image86.png"/><Relationship Id="rId50" Type="http://schemas.openxmlformats.org/officeDocument/2006/relationships/image" Target="../media/image98.png"/><Relationship Id="rId55" Type="http://schemas.openxmlformats.org/officeDocument/2006/relationships/image" Target="../media/image103.svg"/><Relationship Id="rId76" Type="http://schemas.openxmlformats.org/officeDocument/2006/relationships/image" Target="../media/image124.png"/><Relationship Id="rId7" Type="http://schemas.openxmlformats.org/officeDocument/2006/relationships/image" Target="../media/image63.svg"/><Relationship Id="rId71" Type="http://schemas.openxmlformats.org/officeDocument/2006/relationships/image" Target="../media/image119.svg"/><Relationship Id="rId2" Type="http://schemas.openxmlformats.org/officeDocument/2006/relationships/image" Target="../media/image58.png"/><Relationship Id="rId29" Type="http://schemas.openxmlformats.org/officeDocument/2006/relationships/image" Target="../media/image83.svg"/><Relationship Id="rId24" Type="http://schemas.openxmlformats.org/officeDocument/2006/relationships/image" Target="../media/image78.png"/><Relationship Id="rId40" Type="http://schemas.openxmlformats.org/officeDocument/2006/relationships/image" Target="../media/image90.png"/><Relationship Id="rId45" Type="http://schemas.openxmlformats.org/officeDocument/2006/relationships/image" Target="../media/image95.svg"/><Relationship Id="rId66" Type="http://schemas.openxmlformats.org/officeDocument/2006/relationships/image" Target="../media/image1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5E2DAB-7148-4C4E-8CE6-58A395BA5455}"/>
              </a:ext>
            </a:extLst>
          </p:cNvPr>
          <p:cNvGrpSpPr/>
          <p:nvPr/>
        </p:nvGrpSpPr>
        <p:grpSpPr>
          <a:xfrm>
            <a:off x="9619434" y="2745350"/>
            <a:ext cx="1855753" cy="1855752"/>
            <a:chOff x="9727894" y="2583946"/>
            <a:chExt cx="1855753" cy="1855752"/>
          </a:xfrm>
        </p:grpSpPr>
        <p:sp>
          <p:nvSpPr>
            <p:cNvPr id="3" name="椭圆 2">
              <a:extLst>
                <a:ext uri="{FF2B5EF4-FFF2-40B4-BE49-F238E27FC236}">
                  <a16:creationId xmlns:a16="http://schemas.microsoft.com/office/drawing/2014/main" id="{0ADB64D8-A4C4-4E38-9129-7938465776CA}"/>
                </a:ext>
              </a:extLst>
            </p:cNvPr>
            <p:cNvSpPr/>
            <p:nvPr/>
          </p:nvSpPr>
          <p:spPr>
            <a:xfrm>
              <a:off x="10247626" y="3139137"/>
              <a:ext cx="781008" cy="781006"/>
            </a:xfrm>
            <a:prstGeom prst="ellipse">
              <a:avLst/>
            </a:pr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 name="圆: 空心 3">
              <a:extLst>
                <a:ext uri="{FF2B5EF4-FFF2-40B4-BE49-F238E27FC236}">
                  <a16:creationId xmlns:a16="http://schemas.microsoft.com/office/drawing/2014/main" id="{A27C97C0-37A5-46D6-ACCB-1DFB3F4319DD}"/>
                </a:ext>
              </a:extLst>
            </p:cNvPr>
            <p:cNvSpPr/>
            <p:nvPr/>
          </p:nvSpPr>
          <p:spPr>
            <a:xfrm rot="3807429">
              <a:off x="9727895" y="2583945"/>
              <a:ext cx="1855752" cy="1855753"/>
            </a:xfrm>
            <a:prstGeom prst="donut">
              <a:avLst>
                <a:gd name="adj" fmla="val 19504"/>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grpSp>
        <p:nvGrpSpPr>
          <p:cNvPr id="5" name="组合 4">
            <a:extLst>
              <a:ext uri="{FF2B5EF4-FFF2-40B4-BE49-F238E27FC236}">
                <a16:creationId xmlns:a16="http://schemas.microsoft.com/office/drawing/2014/main" id="{A691881D-5CF5-4C3B-8EDF-EB4645C4A64F}"/>
              </a:ext>
            </a:extLst>
          </p:cNvPr>
          <p:cNvGrpSpPr/>
          <p:nvPr/>
        </p:nvGrpSpPr>
        <p:grpSpPr>
          <a:xfrm>
            <a:off x="5937141" y="1522354"/>
            <a:ext cx="4283514" cy="4283516"/>
            <a:chOff x="6177098" y="779918"/>
            <a:chExt cx="4054652" cy="4054654"/>
          </a:xfrm>
        </p:grpSpPr>
        <p:sp>
          <p:nvSpPr>
            <p:cNvPr id="6" name="椭圆 5">
              <a:extLst>
                <a:ext uri="{FF2B5EF4-FFF2-40B4-BE49-F238E27FC236}">
                  <a16:creationId xmlns:a16="http://schemas.microsoft.com/office/drawing/2014/main" id="{B9946592-7D32-47F7-A90A-CFCEE02CCE8D}"/>
                </a:ext>
              </a:extLst>
            </p:cNvPr>
            <p:cNvSpPr/>
            <p:nvPr/>
          </p:nvSpPr>
          <p:spPr>
            <a:xfrm rot="17717475">
              <a:off x="7227065" y="1829604"/>
              <a:ext cx="2070284" cy="2070278"/>
            </a:xfrm>
            <a:prstGeom prst="ellipse">
              <a:avLst/>
            </a:pr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 name="圆: 空心 6">
              <a:extLst>
                <a:ext uri="{FF2B5EF4-FFF2-40B4-BE49-F238E27FC236}">
                  <a16:creationId xmlns:a16="http://schemas.microsoft.com/office/drawing/2014/main" id="{3F487B00-73CF-494E-85EF-E6ED944F7924}"/>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pic>
        <p:nvPicPr>
          <p:cNvPr id="8" name="图片 7" descr="有钟表的建筑&#10;&#10;描述已自动生成">
            <a:extLst>
              <a:ext uri="{FF2B5EF4-FFF2-40B4-BE49-F238E27FC236}">
                <a16:creationId xmlns:a16="http://schemas.microsoft.com/office/drawing/2014/main" id="{5A03D142-24F1-4A29-9BA3-542F87688560}"/>
              </a:ext>
            </a:extLst>
          </p:cNvPr>
          <p:cNvPicPr>
            <a:picLocks noChangeAspect="1"/>
          </p:cNvPicPr>
          <p:nvPr/>
        </p:nvPicPr>
        <p:blipFill>
          <a:blip r:embed="rId2">
            <a:extLst>
              <a:ext uri="{28A0092B-C50C-407E-A947-70E740481C1C}">
                <a14:useLocalDpi xmlns:a14="http://schemas.microsoft.com/office/drawing/2010/main" val="0"/>
              </a:ext>
            </a:extLst>
          </a:blip>
          <a:srcRect r="1348"/>
          <a:stretch>
            <a:fillRect/>
          </a:stretch>
        </p:blipFill>
        <p:spPr>
          <a:xfrm>
            <a:off x="5083070" y="1047936"/>
            <a:ext cx="7108930" cy="5376461"/>
          </a:xfrm>
          <a:custGeom>
            <a:avLst/>
            <a:gdLst>
              <a:gd name="connsiteX0" fmla="*/ 0 w 7108930"/>
              <a:gd name="connsiteY0" fmla="*/ 0 h 5376461"/>
              <a:gd name="connsiteX1" fmla="*/ 7108930 w 7108930"/>
              <a:gd name="connsiteY1" fmla="*/ 0 h 5376461"/>
              <a:gd name="connsiteX2" fmla="*/ 7108930 w 7108930"/>
              <a:gd name="connsiteY2" fmla="*/ 5376461 h 5376461"/>
              <a:gd name="connsiteX3" fmla="*/ 0 w 7108930"/>
              <a:gd name="connsiteY3" fmla="*/ 5376461 h 5376461"/>
            </a:gdLst>
            <a:ahLst/>
            <a:cxnLst>
              <a:cxn ang="0">
                <a:pos x="connsiteX0" y="connsiteY0"/>
              </a:cxn>
              <a:cxn ang="0">
                <a:pos x="connsiteX1" y="connsiteY1"/>
              </a:cxn>
              <a:cxn ang="0">
                <a:pos x="connsiteX2" y="connsiteY2"/>
              </a:cxn>
              <a:cxn ang="0">
                <a:pos x="connsiteX3" y="connsiteY3"/>
              </a:cxn>
            </a:cxnLst>
            <a:rect l="l" t="t" r="r" b="b"/>
            <a:pathLst>
              <a:path w="7108930" h="5376461">
                <a:moveTo>
                  <a:pt x="0" y="0"/>
                </a:moveTo>
                <a:lnTo>
                  <a:pt x="7108930" y="0"/>
                </a:lnTo>
                <a:lnTo>
                  <a:pt x="7108930" y="5376461"/>
                </a:lnTo>
                <a:lnTo>
                  <a:pt x="0" y="5376461"/>
                </a:lnTo>
                <a:close/>
              </a:path>
            </a:pathLst>
          </a:custGeom>
          <a:effectLst>
            <a:outerShdw blurRad="203200" dist="139700" dir="4200000" algn="tl" rotWithShape="0">
              <a:srgbClr val="B67F53">
                <a:alpha val="57000"/>
              </a:srgbClr>
            </a:outerShdw>
          </a:effectLst>
        </p:spPr>
      </p:pic>
      <p:grpSp>
        <p:nvGrpSpPr>
          <p:cNvPr id="24" name="组合 23">
            <a:extLst>
              <a:ext uri="{FF2B5EF4-FFF2-40B4-BE49-F238E27FC236}">
                <a16:creationId xmlns:a16="http://schemas.microsoft.com/office/drawing/2014/main" id="{A74D6EDF-C916-449E-AA34-A848E6445D85}"/>
              </a:ext>
            </a:extLst>
          </p:cNvPr>
          <p:cNvGrpSpPr/>
          <p:nvPr/>
        </p:nvGrpSpPr>
        <p:grpSpPr>
          <a:xfrm>
            <a:off x="0" y="4861480"/>
            <a:ext cx="12192000" cy="1996521"/>
            <a:chOff x="0" y="4861480"/>
            <a:chExt cx="12192000" cy="1996521"/>
          </a:xfrm>
        </p:grpSpPr>
        <p:sp>
          <p:nvSpPr>
            <p:cNvPr id="9" name="任意多边形: 形状 8">
              <a:extLst>
                <a:ext uri="{FF2B5EF4-FFF2-40B4-BE49-F238E27FC236}">
                  <a16:creationId xmlns:a16="http://schemas.microsoft.com/office/drawing/2014/main" id="{F76D472A-3B68-44B0-8BD0-4322DC994FC3}"/>
                </a:ext>
              </a:extLst>
            </p:cNvPr>
            <p:cNvSpPr/>
            <p:nvPr/>
          </p:nvSpPr>
          <p:spPr>
            <a:xfrm>
              <a:off x="0" y="4861480"/>
              <a:ext cx="12192000" cy="1996520"/>
            </a:xfrm>
            <a:custGeom>
              <a:avLst/>
              <a:gdLst>
                <a:gd name="connsiteX0" fmla="*/ 0 w 12192000"/>
                <a:gd name="connsiteY0" fmla="*/ 0 h 1996520"/>
                <a:gd name="connsiteX1" fmla="*/ 43625 w 12192000"/>
                <a:gd name="connsiteY1" fmla="*/ 29389 h 1996520"/>
                <a:gd name="connsiteX2" fmla="*/ 6106788 w 12192000"/>
                <a:gd name="connsiteY2" fmla="*/ 1359188 h 1996520"/>
                <a:gd name="connsiteX3" fmla="*/ 12010381 w 12192000"/>
                <a:gd name="connsiteY3" fmla="*/ 124157 h 1996520"/>
                <a:gd name="connsiteX4" fmla="*/ 12192000 w 12192000"/>
                <a:gd name="connsiteY4" fmla="*/ 12365 h 1996520"/>
                <a:gd name="connsiteX5" fmla="*/ 12192000 w 12192000"/>
                <a:gd name="connsiteY5" fmla="*/ 1996520 h 1996520"/>
                <a:gd name="connsiteX6" fmla="*/ 0 w 12192000"/>
                <a:gd name="connsiteY6" fmla="*/ 1996520 h 19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996520">
                  <a:moveTo>
                    <a:pt x="0" y="0"/>
                  </a:moveTo>
                  <a:lnTo>
                    <a:pt x="43625" y="29389"/>
                  </a:lnTo>
                  <a:cubicBezTo>
                    <a:pt x="1336102" y="830124"/>
                    <a:pt x="3568938" y="1359188"/>
                    <a:pt x="6106788" y="1359188"/>
                  </a:cubicBezTo>
                  <a:cubicBezTo>
                    <a:pt x="8543125" y="1359188"/>
                    <a:pt x="10698360" y="871602"/>
                    <a:pt x="12010381" y="124157"/>
                  </a:cubicBezTo>
                  <a:lnTo>
                    <a:pt x="12192000" y="12365"/>
                  </a:lnTo>
                  <a:lnTo>
                    <a:pt x="12192000" y="1996520"/>
                  </a:lnTo>
                  <a:lnTo>
                    <a:pt x="0" y="1996520"/>
                  </a:lnTo>
                  <a:close/>
                </a:path>
              </a:pathLst>
            </a:custGeom>
            <a:solidFill>
              <a:schemeClr val="accent3"/>
            </a:solidFill>
            <a:ln>
              <a:noFill/>
            </a:ln>
            <a:effectLst>
              <a:outerShdw blurRad="177800" dist="101600" dir="16200000" sx="93000" sy="93000" rotWithShape="0">
                <a:schemeClr val="accent3">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a:extLst>
                <a:ext uri="{FF2B5EF4-FFF2-40B4-BE49-F238E27FC236}">
                  <a16:creationId xmlns:a16="http://schemas.microsoft.com/office/drawing/2014/main" id="{B92C69F5-1C62-4568-9521-2573F736AFB9}"/>
                </a:ext>
              </a:extLst>
            </p:cNvPr>
            <p:cNvSpPr/>
            <p:nvPr/>
          </p:nvSpPr>
          <p:spPr>
            <a:xfrm>
              <a:off x="0" y="5331454"/>
              <a:ext cx="12192000" cy="1526547"/>
            </a:xfrm>
            <a:custGeom>
              <a:avLst/>
              <a:gdLst>
                <a:gd name="connsiteX0" fmla="*/ 0 w 12192000"/>
                <a:gd name="connsiteY0" fmla="*/ 0 h 1526547"/>
                <a:gd name="connsiteX1" fmla="*/ 43626 w 12192000"/>
                <a:gd name="connsiteY1" fmla="*/ 21296 h 1526547"/>
                <a:gd name="connsiteX2" fmla="*/ 6106789 w 12192000"/>
                <a:gd name="connsiteY2" fmla="*/ 984922 h 1526547"/>
                <a:gd name="connsiteX3" fmla="*/ 12010382 w 12192000"/>
                <a:gd name="connsiteY3" fmla="*/ 89969 h 1526547"/>
                <a:gd name="connsiteX4" fmla="*/ 12192000 w 12192000"/>
                <a:gd name="connsiteY4" fmla="*/ 8961 h 1526547"/>
                <a:gd name="connsiteX5" fmla="*/ 12192000 w 12192000"/>
                <a:gd name="connsiteY5" fmla="*/ 1526547 h 1526547"/>
                <a:gd name="connsiteX6" fmla="*/ 0 w 12192000"/>
                <a:gd name="connsiteY6" fmla="*/ 1526547 h 152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526547">
                  <a:moveTo>
                    <a:pt x="0" y="0"/>
                  </a:moveTo>
                  <a:lnTo>
                    <a:pt x="43626" y="21296"/>
                  </a:lnTo>
                  <a:cubicBezTo>
                    <a:pt x="1336103" y="601541"/>
                    <a:pt x="3568939" y="984922"/>
                    <a:pt x="6106789" y="984922"/>
                  </a:cubicBezTo>
                  <a:cubicBezTo>
                    <a:pt x="8543126" y="984922"/>
                    <a:pt x="10698361" y="631598"/>
                    <a:pt x="12010382" y="89969"/>
                  </a:cubicBezTo>
                  <a:lnTo>
                    <a:pt x="12192000" y="8961"/>
                  </a:lnTo>
                  <a:lnTo>
                    <a:pt x="12192000" y="1526547"/>
                  </a:lnTo>
                  <a:lnTo>
                    <a:pt x="0" y="1526547"/>
                  </a:lnTo>
                  <a:close/>
                </a:path>
              </a:pathLst>
            </a:cu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文本框 11">
            <a:extLst>
              <a:ext uri="{FF2B5EF4-FFF2-40B4-BE49-F238E27FC236}">
                <a16:creationId xmlns:a16="http://schemas.microsoft.com/office/drawing/2014/main" id="{CD859C5F-F60D-4DEC-B935-7A8006078D52}"/>
              </a:ext>
            </a:extLst>
          </p:cNvPr>
          <p:cNvSpPr txBox="1"/>
          <p:nvPr/>
        </p:nvSpPr>
        <p:spPr>
          <a:xfrm flipH="1">
            <a:off x="672340" y="2662262"/>
            <a:ext cx="5264801" cy="861774"/>
          </a:xfrm>
          <a:prstGeom prst="rect">
            <a:avLst/>
          </a:prstGeom>
          <a:noFill/>
        </p:spPr>
        <p:txBody>
          <a:bodyPr wrap="square">
            <a:spAutoFit/>
          </a:bodyPr>
          <a:lstStyle>
            <a:defPPr>
              <a:defRPr lang="zh-CN"/>
            </a:defPPr>
            <a:lvl1pPr algn="ctr">
              <a:defRPr sz="3000" kern="100">
                <a:solidFill>
                  <a:schemeClr val="bg1"/>
                </a:solidFill>
                <a:latin typeface="思源宋体 CN Heavy" panose="02020900000000000000" pitchFamily="18" charset="-122"/>
                <a:ea typeface="思源宋体 CN Heavy" panose="02020900000000000000" pitchFamily="18" charset="-122"/>
                <a:cs typeface="方正仿宋_GBK"/>
              </a:defRPr>
            </a:lvl1pPr>
          </a:lstStyle>
          <a:p>
            <a:r>
              <a:rPr lang="zh-CN" altLang="en-US" sz="5000" dirty="0">
                <a:solidFill>
                  <a:schemeClr val="accent1"/>
                </a:solidFill>
                <a:latin typeface="+mj-ea"/>
                <a:ea typeface="+mj-ea"/>
              </a:rPr>
              <a:t>汇报答辩通用模板</a:t>
            </a:r>
          </a:p>
        </p:txBody>
      </p:sp>
      <p:sp>
        <p:nvSpPr>
          <p:cNvPr id="13" name="文本框 12">
            <a:extLst>
              <a:ext uri="{FF2B5EF4-FFF2-40B4-BE49-F238E27FC236}">
                <a16:creationId xmlns:a16="http://schemas.microsoft.com/office/drawing/2014/main" id="{81705AD8-D69C-4956-9C14-10261E8832F8}"/>
              </a:ext>
            </a:extLst>
          </p:cNvPr>
          <p:cNvSpPr txBox="1"/>
          <p:nvPr/>
        </p:nvSpPr>
        <p:spPr>
          <a:xfrm flipH="1">
            <a:off x="597093" y="1880566"/>
            <a:ext cx="4124753" cy="861774"/>
          </a:xfrm>
          <a:prstGeom prst="rect">
            <a:avLst/>
          </a:prstGeom>
          <a:noFill/>
        </p:spPr>
        <p:txBody>
          <a:bodyPr wrap="square">
            <a:spAutoFit/>
          </a:bodyPr>
          <a:lstStyle>
            <a:defPPr>
              <a:defRPr lang="zh-CN"/>
            </a:defPPr>
            <a:lvl1pPr algn="ctr">
              <a:defRPr sz="3000" kern="100">
                <a:solidFill>
                  <a:schemeClr val="bg1"/>
                </a:solidFill>
                <a:latin typeface="思源宋体 CN Heavy" panose="02020900000000000000" pitchFamily="18" charset="-122"/>
                <a:ea typeface="思源宋体 CN Heavy" panose="02020900000000000000" pitchFamily="18" charset="-122"/>
                <a:cs typeface="方正仿宋_GBK"/>
              </a:defRPr>
            </a:lvl1pPr>
          </a:lstStyle>
          <a:p>
            <a:r>
              <a:rPr lang="zh-CN" altLang="en-US" sz="5000" dirty="0">
                <a:solidFill>
                  <a:schemeClr val="tx1"/>
                </a:solidFill>
                <a:latin typeface="+mj-ea"/>
                <a:ea typeface="+mj-ea"/>
              </a:rPr>
              <a:t>西安交通大学</a:t>
            </a:r>
          </a:p>
        </p:txBody>
      </p:sp>
      <p:grpSp>
        <p:nvGrpSpPr>
          <p:cNvPr id="14" name="组合 13">
            <a:extLst>
              <a:ext uri="{FF2B5EF4-FFF2-40B4-BE49-F238E27FC236}">
                <a16:creationId xmlns:a16="http://schemas.microsoft.com/office/drawing/2014/main" id="{4A7780FE-0743-4085-A851-C227635B60D1}"/>
              </a:ext>
            </a:extLst>
          </p:cNvPr>
          <p:cNvGrpSpPr/>
          <p:nvPr/>
        </p:nvGrpSpPr>
        <p:grpSpPr>
          <a:xfrm>
            <a:off x="987730" y="4287024"/>
            <a:ext cx="1703552" cy="0"/>
            <a:chOff x="4173890" y="7485722"/>
            <a:chExt cx="1703552" cy="0"/>
          </a:xfrm>
        </p:grpSpPr>
        <p:cxnSp>
          <p:nvCxnSpPr>
            <p:cNvPr id="15" name="直接连接符 14">
              <a:extLst>
                <a:ext uri="{FF2B5EF4-FFF2-40B4-BE49-F238E27FC236}">
                  <a16:creationId xmlns:a16="http://schemas.microsoft.com/office/drawing/2014/main" id="{CAA8B216-91C6-4A33-B178-86BC0B8CB0E1}"/>
                </a:ext>
              </a:extLst>
            </p:cNvPr>
            <p:cNvCxnSpPr>
              <a:cxnSpLocks/>
            </p:cNvCxnSpPr>
            <p:nvPr/>
          </p:nvCxnSpPr>
          <p:spPr>
            <a:xfrm>
              <a:off x="4173890" y="7485722"/>
              <a:ext cx="1703552" cy="0"/>
            </a:xfrm>
            <a:prstGeom prst="line">
              <a:avLst/>
            </a:prstGeom>
            <a:ln w="447040" cap="rnd">
              <a:solidFill>
                <a:schemeClr val="accent2">
                  <a:lumMod val="20000"/>
                  <a:lumOff val="8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D64D63F-A201-4903-BA88-9F74BFC1B3B2}"/>
                </a:ext>
              </a:extLst>
            </p:cNvPr>
            <p:cNvCxnSpPr>
              <a:cxnSpLocks/>
            </p:cNvCxnSpPr>
            <p:nvPr/>
          </p:nvCxnSpPr>
          <p:spPr>
            <a:xfrm>
              <a:off x="4173890" y="7485722"/>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grpSp>
      <p:sp>
        <p:nvSpPr>
          <p:cNvPr id="17" name="文本框 16">
            <a:extLst>
              <a:ext uri="{FF2B5EF4-FFF2-40B4-BE49-F238E27FC236}">
                <a16:creationId xmlns:a16="http://schemas.microsoft.com/office/drawing/2014/main" id="{19AF0688-EC4E-4D57-AD11-2C12690C42AC}"/>
              </a:ext>
            </a:extLst>
          </p:cNvPr>
          <p:cNvSpPr txBox="1"/>
          <p:nvPr/>
        </p:nvSpPr>
        <p:spPr>
          <a:xfrm>
            <a:off x="1100545" y="4101705"/>
            <a:ext cx="1489792" cy="352097"/>
          </a:xfrm>
          <a:prstGeom prst="rect">
            <a:avLst/>
          </a:prstGeom>
          <a:noFill/>
          <a:effectLst/>
        </p:spPr>
        <p:txBody>
          <a:bodyPr wrap="none" lIns="80467" tIns="40234" rIns="80467" bIns="40234" rtlCol="0">
            <a:spAutoFit/>
          </a:bodyPr>
          <a:lstStyle/>
          <a:p>
            <a:pPr algn="ctr"/>
            <a:r>
              <a:rPr lang="zh-CN" altLang="en-US" sz="1760" b="1" dirty="0">
                <a:solidFill>
                  <a:schemeClr val="bg1"/>
                </a:solidFill>
                <a:latin typeface="+mn-ea"/>
              </a:rPr>
              <a:t>汇报人：</a:t>
            </a:r>
            <a:r>
              <a:rPr lang="en-US" altLang="zh-CN" sz="1760" b="1" dirty="0">
                <a:solidFill>
                  <a:schemeClr val="bg1"/>
                </a:solidFill>
                <a:latin typeface="+mn-ea"/>
              </a:rPr>
              <a:t>XXX</a:t>
            </a:r>
            <a:endParaRPr lang="zh-CN" altLang="en-US" sz="1760" b="1" dirty="0">
              <a:solidFill>
                <a:schemeClr val="bg1"/>
              </a:solidFill>
              <a:latin typeface="+mn-ea"/>
            </a:endParaRPr>
          </a:p>
        </p:txBody>
      </p:sp>
      <p:sp>
        <p:nvSpPr>
          <p:cNvPr id="18" name="文本框 17">
            <a:extLst>
              <a:ext uri="{FF2B5EF4-FFF2-40B4-BE49-F238E27FC236}">
                <a16:creationId xmlns:a16="http://schemas.microsoft.com/office/drawing/2014/main" id="{31762446-09A6-47EA-87E5-D1EC1B636DAF}"/>
              </a:ext>
            </a:extLst>
          </p:cNvPr>
          <p:cNvSpPr txBox="1"/>
          <p:nvPr/>
        </p:nvSpPr>
        <p:spPr>
          <a:xfrm>
            <a:off x="689483" y="3315997"/>
            <a:ext cx="5752839" cy="438889"/>
          </a:xfrm>
          <a:prstGeom prst="rect">
            <a:avLst/>
          </a:prstGeom>
          <a:noFill/>
          <a:effectLst/>
        </p:spPr>
        <p:txBody>
          <a:bodyPr wrap="square" lIns="129845" tIns="64922" rIns="129845" bIns="64922">
            <a:spAutoFit/>
          </a:bodyPr>
          <a:lstStyle/>
          <a:p>
            <a:r>
              <a:rPr lang="zh-CN" altLang="en-US" sz="2000" dirty="0">
                <a:solidFill>
                  <a:schemeClr val="accent1"/>
                </a:solidFill>
                <a:latin typeface="+mj-lt"/>
                <a:ea typeface="+mj-ea"/>
              </a:rPr>
              <a:t>General Template for thesis defense</a:t>
            </a:r>
          </a:p>
        </p:txBody>
      </p:sp>
      <p:cxnSp>
        <p:nvCxnSpPr>
          <p:cNvPr id="19" name="直接连接符 18">
            <a:extLst>
              <a:ext uri="{FF2B5EF4-FFF2-40B4-BE49-F238E27FC236}">
                <a16:creationId xmlns:a16="http://schemas.microsoft.com/office/drawing/2014/main" id="{A8964BDF-949C-4965-92D1-6B29CBF9813A}"/>
              </a:ext>
            </a:extLst>
          </p:cNvPr>
          <p:cNvCxnSpPr>
            <a:cxnSpLocks/>
          </p:cNvCxnSpPr>
          <p:nvPr/>
        </p:nvCxnSpPr>
        <p:spPr>
          <a:xfrm>
            <a:off x="866866" y="3833653"/>
            <a:ext cx="4864396" cy="0"/>
          </a:xfrm>
          <a:prstGeom prst="line">
            <a:avLst/>
          </a:prstGeom>
          <a:ln w="12700" cap="rnd">
            <a:gradFill flip="none" rotWithShape="1">
              <a:gsLst>
                <a:gs pos="100000">
                  <a:schemeClr val="accent6"/>
                </a:gs>
                <a:gs pos="0">
                  <a:schemeClr val="accent1"/>
                </a:gs>
              </a:gsLst>
              <a:lin ang="0" scaled="1"/>
              <a:tileRect/>
            </a:gradFill>
            <a:round/>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0A56699E-6949-4FC1-87D3-E508C88D3793}"/>
              </a:ext>
            </a:extLst>
          </p:cNvPr>
          <p:cNvGrpSpPr/>
          <p:nvPr/>
        </p:nvGrpSpPr>
        <p:grpSpPr>
          <a:xfrm>
            <a:off x="3274768" y="4287024"/>
            <a:ext cx="1703552" cy="0"/>
            <a:chOff x="4173890" y="7485722"/>
            <a:chExt cx="1703552" cy="0"/>
          </a:xfrm>
        </p:grpSpPr>
        <p:cxnSp>
          <p:nvCxnSpPr>
            <p:cNvPr id="21" name="直接连接符 20">
              <a:extLst>
                <a:ext uri="{FF2B5EF4-FFF2-40B4-BE49-F238E27FC236}">
                  <a16:creationId xmlns:a16="http://schemas.microsoft.com/office/drawing/2014/main" id="{2833B591-39C5-4742-823F-06743D72C048}"/>
                </a:ext>
              </a:extLst>
            </p:cNvPr>
            <p:cNvCxnSpPr>
              <a:cxnSpLocks/>
            </p:cNvCxnSpPr>
            <p:nvPr/>
          </p:nvCxnSpPr>
          <p:spPr>
            <a:xfrm>
              <a:off x="4173890" y="7485722"/>
              <a:ext cx="1703552" cy="0"/>
            </a:xfrm>
            <a:prstGeom prst="line">
              <a:avLst/>
            </a:prstGeom>
            <a:ln w="447040" cap="rnd">
              <a:solidFill>
                <a:schemeClr val="accent2">
                  <a:lumMod val="20000"/>
                  <a:lumOff val="8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BFF29BE-C1DD-4FFA-9DC0-217CAE388861}"/>
                </a:ext>
              </a:extLst>
            </p:cNvPr>
            <p:cNvCxnSpPr>
              <a:cxnSpLocks/>
            </p:cNvCxnSpPr>
            <p:nvPr/>
          </p:nvCxnSpPr>
          <p:spPr>
            <a:xfrm>
              <a:off x="4173890" y="7485722"/>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grpSp>
      <p:sp>
        <p:nvSpPr>
          <p:cNvPr id="23" name="文本框 22">
            <a:extLst>
              <a:ext uri="{FF2B5EF4-FFF2-40B4-BE49-F238E27FC236}">
                <a16:creationId xmlns:a16="http://schemas.microsoft.com/office/drawing/2014/main" id="{E04268F5-3AE9-41D7-A6FB-DFA12401D4BB}"/>
              </a:ext>
            </a:extLst>
          </p:cNvPr>
          <p:cNvSpPr txBox="1"/>
          <p:nvPr/>
        </p:nvSpPr>
        <p:spPr>
          <a:xfrm>
            <a:off x="3209314" y="4087715"/>
            <a:ext cx="1767112" cy="352097"/>
          </a:xfrm>
          <a:prstGeom prst="rect">
            <a:avLst/>
          </a:prstGeom>
          <a:noFill/>
          <a:effectLst/>
        </p:spPr>
        <p:txBody>
          <a:bodyPr wrap="none" lIns="80467" tIns="40234" rIns="80467" bIns="40234" rtlCol="0">
            <a:spAutoFit/>
          </a:bodyPr>
          <a:lstStyle/>
          <a:p>
            <a:pPr algn="ctr"/>
            <a:r>
              <a:rPr lang="zh-CN" altLang="en-US" sz="1760" b="1" dirty="0">
                <a:solidFill>
                  <a:schemeClr val="bg1"/>
                </a:solidFill>
                <a:latin typeface="+mn-ea"/>
              </a:rPr>
              <a:t>时间：</a:t>
            </a:r>
            <a:r>
              <a:rPr lang="en-US" altLang="zh-CN" sz="1760" b="1" dirty="0">
                <a:solidFill>
                  <a:schemeClr val="bg1"/>
                </a:solidFill>
                <a:latin typeface="+mn-ea"/>
              </a:rPr>
              <a:t>202X/X/X</a:t>
            </a:r>
            <a:endParaRPr lang="zh-CN" altLang="en-US" sz="1760" b="1" dirty="0">
              <a:solidFill>
                <a:schemeClr val="bg1"/>
              </a:solidFill>
              <a:latin typeface="+mn-ea"/>
            </a:endParaRPr>
          </a:p>
        </p:txBody>
      </p:sp>
    </p:spTree>
    <p:extLst>
      <p:ext uri="{BB962C8B-B14F-4D97-AF65-F5344CB8AC3E}">
        <p14:creationId xmlns:p14="http://schemas.microsoft.com/office/powerpoint/2010/main" val="4248212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64B0F5F-A51E-4CA5-9608-D827E3D64029}"/>
              </a:ext>
            </a:extLst>
          </p:cNvPr>
          <p:cNvGrpSpPr/>
          <p:nvPr/>
        </p:nvGrpSpPr>
        <p:grpSpPr>
          <a:xfrm>
            <a:off x="543083" y="282252"/>
            <a:ext cx="2094635" cy="972736"/>
            <a:chOff x="141247" y="585049"/>
            <a:chExt cx="2094635" cy="972736"/>
          </a:xfrm>
        </p:grpSpPr>
        <p:sp>
          <p:nvSpPr>
            <p:cNvPr id="3" name="文本框 2">
              <a:extLst>
                <a:ext uri="{FF2B5EF4-FFF2-40B4-BE49-F238E27FC236}">
                  <a16:creationId xmlns:a16="http://schemas.microsoft.com/office/drawing/2014/main" id="{6830AFED-227F-439B-A990-A08FF75F5EE3}"/>
                </a:ext>
              </a:extLst>
            </p:cNvPr>
            <p:cNvSpPr txBox="1"/>
            <p:nvPr/>
          </p:nvSpPr>
          <p:spPr>
            <a:xfrm>
              <a:off x="500544" y="585049"/>
              <a:ext cx="1338828" cy="784830"/>
            </a:xfrm>
            <a:prstGeom prst="rect">
              <a:avLst/>
            </a:prstGeom>
            <a:noFill/>
          </p:spPr>
          <p:txBody>
            <a:bodyPr wrap="none" rtlCol="0">
              <a:spAutoFit/>
            </a:bodyPr>
            <a:lstStyle/>
            <a:p>
              <a:pPr algn="ctr"/>
              <a:r>
                <a:rPr lang="zh-CN" altLang="en-US" sz="4500" b="1" dirty="0">
                  <a:solidFill>
                    <a:schemeClr val="accent1"/>
                  </a:solidFill>
                  <a:latin typeface="+mj-ea"/>
                  <a:ea typeface="+mj-ea"/>
                </a:rPr>
                <a:t>目录</a:t>
              </a:r>
            </a:p>
          </p:txBody>
        </p:sp>
        <p:sp>
          <p:nvSpPr>
            <p:cNvPr id="4" name="文本框 3">
              <a:extLst>
                <a:ext uri="{FF2B5EF4-FFF2-40B4-BE49-F238E27FC236}">
                  <a16:creationId xmlns:a16="http://schemas.microsoft.com/office/drawing/2014/main" id="{3D1F105C-4F91-4A62-98D7-041A3328424A}"/>
                </a:ext>
              </a:extLst>
            </p:cNvPr>
            <p:cNvSpPr txBox="1"/>
            <p:nvPr/>
          </p:nvSpPr>
          <p:spPr>
            <a:xfrm>
              <a:off x="141247" y="1126898"/>
              <a:ext cx="2094635" cy="430887"/>
            </a:xfrm>
            <a:prstGeom prst="rect">
              <a:avLst/>
            </a:prstGeom>
            <a:noFill/>
          </p:spPr>
          <p:txBody>
            <a:bodyPr wrap="square">
              <a:spAutoFit/>
            </a:bodyPr>
            <a:lstStyle/>
            <a:p>
              <a:pPr algn="ctr"/>
              <a:r>
                <a:rPr lang="en-US" altLang="zh-CN" sz="2200" dirty="0">
                  <a:solidFill>
                    <a:schemeClr val="accent1"/>
                  </a:solidFill>
                  <a:latin typeface="+mn-ea"/>
                  <a:cs typeface="AngsanaUPC" panose="02020603050405020304" pitchFamily="18" charset="-34"/>
                </a:rPr>
                <a:t>Content</a:t>
              </a:r>
              <a:endParaRPr lang="zh-CN" altLang="en-US" sz="2200" dirty="0">
                <a:solidFill>
                  <a:schemeClr val="accent1"/>
                </a:solidFill>
                <a:latin typeface="+mn-ea"/>
                <a:cs typeface="AngsanaUPC" panose="02020603050405020304" pitchFamily="18" charset="-34"/>
              </a:endParaRPr>
            </a:p>
          </p:txBody>
        </p:sp>
      </p:grpSp>
      <p:grpSp>
        <p:nvGrpSpPr>
          <p:cNvPr id="5" name="组合 4">
            <a:extLst>
              <a:ext uri="{FF2B5EF4-FFF2-40B4-BE49-F238E27FC236}">
                <a16:creationId xmlns:a16="http://schemas.microsoft.com/office/drawing/2014/main" id="{D744C621-D1B0-4E3C-8E58-A631B22523D9}"/>
              </a:ext>
            </a:extLst>
          </p:cNvPr>
          <p:cNvGrpSpPr/>
          <p:nvPr/>
        </p:nvGrpSpPr>
        <p:grpSpPr>
          <a:xfrm>
            <a:off x="978228" y="2102177"/>
            <a:ext cx="4277783" cy="1186808"/>
            <a:chOff x="941775" y="2102177"/>
            <a:chExt cx="4277783" cy="1186808"/>
          </a:xfrm>
        </p:grpSpPr>
        <p:cxnSp>
          <p:nvCxnSpPr>
            <p:cNvPr id="6" name="直接连接符 5">
              <a:extLst>
                <a:ext uri="{FF2B5EF4-FFF2-40B4-BE49-F238E27FC236}">
                  <a16:creationId xmlns:a16="http://schemas.microsoft.com/office/drawing/2014/main" id="{201FAA79-ADAB-46A2-806C-459254476891}"/>
                </a:ext>
              </a:extLst>
            </p:cNvPr>
            <p:cNvCxnSpPr>
              <a:cxnSpLocks/>
            </p:cNvCxnSpPr>
            <p:nvPr/>
          </p:nvCxnSpPr>
          <p:spPr>
            <a:xfrm flipH="1">
              <a:off x="3757212" y="2668037"/>
              <a:ext cx="955427" cy="0"/>
            </a:xfrm>
            <a:prstGeom prst="line">
              <a:avLst/>
            </a:prstGeom>
            <a:ln w="9049">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630F09C4-BD8A-4DE0-8AA9-4DF7496CCC9E}"/>
                </a:ext>
              </a:extLst>
            </p:cNvPr>
            <p:cNvCxnSpPr>
              <a:cxnSpLocks/>
            </p:cNvCxnSpPr>
            <p:nvPr/>
          </p:nvCxnSpPr>
          <p:spPr>
            <a:xfrm flipH="1">
              <a:off x="2206146" y="2374334"/>
              <a:ext cx="2017344" cy="0"/>
            </a:xfrm>
            <a:prstGeom prst="line">
              <a:avLst/>
            </a:prstGeom>
            <a:ln w="9049">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B630E0F8-0700-4084-A7B4-DD5F448321CD}"/>
                </a:ext>
              </a:extLst>
            </p:cNvPr>
            <p:cNvCxnSpPr/>
            <p:nvPr/>
          </p:nvCxnSpPr>
          <p:spPr>
            <a:xfrm flipH="1">
              <a:off x="1938624" y="3220819"/>
              <a:ext cx="1907748" cy="0"/>
            </a:xfrm>
            <a:prstGeom prst="line">
              <a:avLst/>
            </a:prstGeom>
            <a:ln w="12065">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C7F76CD0-B92C-49E8-9D05-D2E7C994E2C3}"/>
                </a:ext>
              </a:extLst>
            </p:cNvPr>
            <p:cNvCxnSpPr/>
            <p:nvPr/>
          </p:nvCxnSpPr>
          <p:spPr>
            <a:xfrm flipH="1">
              <a:off x="2892498" y="3273299"/>
              <a:ext cx="1907748" cy="0"/>
            </a:xfrm>
            <a:prstGeom prst="line">
              <a:avLst/>
            </a:prstGeom>
            <a:ln w="6032">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0" name="圆: 空心 9">
              <a:extLst>
                <a:ext uri="{FF2B5EF4-FFF2-40B4-BE49-F238E27FC236}">
                  <a16:creationId xmlns:a16="http://schemas.microsoft.com/office/drawing/2014/main" id="{50F2336E-DAC0-4BC5-A9DD-D0B6103B8376}"/>
                </a:ext>
              </a:extLst>
            </p:cNvPr>
            <p:cNvSpPr/>
            <p:nvPr/>
          </p:nvSpPr>
          <p:spPr>
            <a:xfrm rot="3807429">
              <a:off x="941776" y="2102176"/>
              <a:ext cx="1186808" cy="1186810"/>
            </a:xfrm>
            <a:prstGeom prst="donut">
              <a:avLst>
                <a:gd name="adj" fmla="val 15674"/>
              </a:avLst>
            </a:prstGeom>
            <a:gradFill>
              <a:gsLst>
                <a:gs pos="100000">
                  <a:schemeClr val="accent6">
                    <a:alpha val="55000"/>
                  </a:schemeClr>
                </a:gs>
                <a:gs pos="0">
                  <a:schemeClr val="accent1">
                    <a:alpha val="4000"/>
                  </a:schemeClr>
                </a:gs>
              </a:gsLst>
              <a:lin ang="5400000" scaled="1"/>
            </a:gradFill>
            <a:ln w="15081">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11" name="平行四边形 17">
              <a:extLst>
                <a:ext uri="{FF2B5EF4-FFF2-40B4-BE49-F238E27FC236}">
                  <a16:creationId xmlns:a16="http://schemas.microsoft.com/office/drawing/2014/main" id="{FF878CD3-4EE3-4513-BF2A-4275E93DC0C4}"/>
                </a:ext>
              </a:extLst>
            </p:cNvPr>
            <p:cNvSpPr/>
            <p:nvPr>
              <p:custDataLst>
                <p:tags r:id="rId11"/>
              </p:custDataLst>
            </p:nvPr>
          </p:nvSpPr>
          <p:spPr>
            <a:xfrm>
              <a:off x="1615563" y="2464812"/>
              <a:ext cx="3603995" cy="522524"/>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5081">
              <a:gradFill>
                <a:gsLst>
                  <a:gs pos="0">
                    <a:schemeClr val="accent1"/>
                  </a:gs>
                  <a:gs pos="100000">
                    <a:schemeClr val="accent1"/>
                  </a:gs>
                </a:gsLst>
                <a:lin ang="5400000" scaled="1"/>
              </a:gradFill>
            </a:ln>
            <a:effectLst>
              <a:outerShdw blurRad="48260" dist="36195"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nvGrpSpPr>
            <p:cNvPr id="12" name="组合 11">
              <a:extLst>
                <a:ext uri="{FF2B5EF4-FFF2-40B4-BE49-F238E27FC236}">
                  <a16:creationId xmlns:a16="http://schemas.microsoft.com/office/drawing/2014/main" id="{00E32874-3906-43EF-B085-E23FC201C458}"/>
                </a:ext>
              </a:extLst>
            </p:cNvPr>
            <p:cNvGrpSpPr/>
            <p:nvPr/>
          </p:nvGrpSpPr>
          <p:grpSpPr>
            <a:xfrm>
              <a:off x="1167065" y="2239831"/>
              <a:ext cx="741958" cy="827640"/>
              <a:chOff x="1772383" y="2118356"/>
              <a:chExt cx="882037" cy="983900"/>
            </a:xfrm>
          </p:grpSpPr>
          <p:sp>
            <p:nvSpPr>
              <p:cNvPr id="14" name="椭圆 13">
                <a:extLst>
                  <a:ext uri="{FF2B5EF4-FFF2-40B4-BE49-F238E27FC236}">
                    <a16:creationId xmlns:a16="http://schemas.microsoft.com/office/drawing/2014/main" id="{77D78176-957C-4995-9E80-071B39E0FC65}"/>
                  </a:ext>
                </a:extLst>
              </p:cNvPr>
              <p:cNvSpPr/>
              <p:nvPr>
                <p:custDataLst>
                  <p:tags r:id="rId12"/>
                </p:custDataLst>
              </p:nvPr>
            </p:nvSpPr>
            <p:spPr>
              <a:xfrm>
                <a:off x="1772383" y="2220217"/>
                <a:ext cx="882037" cy="882039"/>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41300" dist="48260" dir="17999987"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6868" tIns="43434" rIns="86868" bIns="43434" rtlCol="0" anchor="ctr">
                <a:noAutofit/>
              </a:bodyPr>
              <a:lstStyle/>
              <a:p>
                <a:pPr algn="ctr"/>
                <a:endParaRPr lang="zh-CN" altLang="en-US" sz="1710" dirty="0"/>
              </a:p>
            </p:txBody>
          </p:sp>
          <p:sp>
            <p:nvSpPr>
              <p:cNvPr id="15" name="文本框 14">
                <a:extLst>
                  <a:ext uri="{FF2B5EF4-FFF2-40B4-BE49-F238E27FC236}">
                    <a16:creationId xmlns:a16="http://schemas.microsoft.com/office/drawing/2014/main" id="{9DD89306-3F7E-40D6-8D03-E11A5B7899EB}"/>
                  </a:ext>
                </a:extLst>
              </p:cNvPr>
              <p:cNvSpPr txBox="1"/>
              <p:nvPr>
                <p:custDataLst>
                  <p:tags r:id="rId13"/>
                </p:custDataLst>
              </p:nvPr>
            </p:nvSpPr>
            <p:spPr>
              <a:xfrm>
                <a:off x="1896712" y="2118356"/>
                <a:ext cx="521368" cy="887455"/>
              </a:xfrm>
              <a:prstGeom prst="rect">
                <a:avLst/>
              </a:prstGeom>
              <a:noFill/>
              <a:effectLst/>
            </p:spPr>
            <p:txBody>
              <a:bodyPr wrap="none" lIns="86868" tIns="43434" rIns="86868" bIns="43434" rtlCol="0">
                <a:spAutoFit/>
              </a:bodyPr>
              <a:lstStyle/>
              <a:p>
                <a:r>
                  <a:rPr lang="en-US" altLang="zh-CN"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endParaRPr>
              </a:p>
            </p:txBody>
          </p:sp>
        </p:grpSp>
        <p:sp>
          <p:nvSpPr>
            <p:cNvPr id="13" name="文本框 12">
              <a:extLst>
                <a:ext uri="{FF2B5EF4-FFF2-40B4-BE49-F238E27FC236}">
                  <a16:creationId xmlns:a16="http://schemas.microsoft.com/office/drawing/2014/main" id="{D1AA2676-31EB-4E17-9677-CCE5AC87B7D5}"/>
                </a:ext>
              </a:extLst>
            </p:cNvPr>
            <p:cNvSpPr txBox="1"/>
            <p:nvPr/>
          </p:nvSpPr>
          <p:spPr>
            <a:xfrm>
              <a:off x="2327851" y="2484813"/>
              <a:ext cx="2099036" cy="472437"/>
            </a:xfrm>
            <a:prstGeom prst="rect">
              <a:avLst/>
            </a:prstGeom>
            <a:noFill/>
            <a:effectLst/>
          </p:spPr>
          <p:txBody>
            <a:bodyPr wrap="none" lIns="86868" tIns="43434" rIns="86868" bIns="43434" rtlCol="0">
              <a:spAutoFit/>
            </a:bodyPr>
            <a:lstStyle/>
            <a:p>
              <a:pPr algn="ctr"/>
              <a:r>
                <a:rPr lang="zh-CN" altLang="en-US" sz="2500" dirty="0">
                  <a:latin typeface="+mj-ea"/>
                  <a:ea typeface="+mj-ea"/>
                </a:rPr>
                <a:t>请输入大标题</a:t>
              </a:r>
            </a:p>
          </p:txBody>
        </p:sp>
      </p:grpSp>
      <p:grpSp>
        <p:nvGrpSpPr>
          <p:cNvPr id="16" name="组合 15">
            <a:extLst>
              <a:ext uri="{FF2B5EF4-FFF2-40B4-BE49-F238E27FC236}">
                <a16:creationId xmlns:a16="http://schemas.microsoft.com/office/drawing/2014/main" id="{0718C92B-5323-4039-890B-43F1DDECE3B5}"/>
              </a:ext>
            </a:extLst>
          </p:cNvPr>
          <p:cNvGrpSpPr/>
          <p:nvPr/>
        </p:nvGrpSpPr>
        <p:grpSpPr>
          <a:xfrm>
            <a:off x="6981255" y="2102177"/>
            <a:ext cx="4277783" cy="1186808"/>
            <a:chOff x="941775" y="2102177"/>
            <a:chExt cx="4277783" cy="1186808"/>
          </a:xfrm>
        </p:grpSpPr>
        <p:cxnSp>
          <p:nvCxnSpPr>
            <p:cNvPr id="17" name="直接连接符 16">
              <a:extLst>
                <a:ext uri="{FF2B5EF4-FFF2-40B4-BE49-F238E27FC236}">
                  <a16:creationId xmlns:a16="http://schemas.microsoft.com/office/drawing/2014/main" id="{13F8DD1D-6682-454F-B49E-18E2C283E3C9}"/>
                </a:ext>
              </a:extLst>
            </p:cNvPr>
            <p:cNvCxnSpPr>
              <a:cxnSpLocks/>
            </p:cNvCxnSpPr>
            <p:nvPr/>
          </p:nvCxnSpPr>
          <p:spPr>
            <a:xfrm flipH="1">
              <a:off x="3757212" y="2668037"/>
              <a:ext cx="955427" cy="0"/>
            </a:xfrm>
            <a:prstGeom prst="line">
              <a:avLst/>
            </a:prstGeom>
            <a:ln w="9049">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CF21B39-7DEF-45E4-BED7-B3D202E171DE}"/>
                </a:ext>
              </a:extLst>
            </p:cNvPr>
            <p:cNvCxnSpPr>
              <a:cxnSpLocks/>
            </p:cNvCxnSpPr>
            <p:nvPr/>
          </p:nvCxnSpPr>
          <p:spPr>
            <a:xfrm flipH="1">
              <a:off x="2206146" y="2374334"/>
              <a:ext cx="2017344" cy="0"/>
            </a:xfrm>
            <a:prstGeom prst="line">
              <a:avLst/>
            </a:prstGeom>
            <a:ln w="9049">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F64A13F-C545-44C3-AAC9-31F7F403E933}"/>
                </a:ext>
              </a:extLst>
            </p:cNvPr>
            <p:cNvCxnSpPr/>
            <p:nvPr/>
          </p:nvCxnSpPr>
          <p:spPr>
            <a:xfrm flipH="1">
              <a:off x="1938624" y="3220819"/>
              <a:ext cx="1907748" cy="0"/>
            </a:xfrm>
            <a:prstGeom prst="line">
              <a:avLst/>
            </a:prstGeom>
            <a:ln w="12065">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B3FE223-7933-4291-BDEC-F438F9C162E5}"/>
                </a:ext>
              </a:extLst>
            </p:cNvPr>
            <p:cNvCxnSpPr/>
            <p:nvPr/>
          </p:nvCxnSpPr>
          <p:spPr>
            <a:xfrm flipH="1">
              <a:off x="2892498" y="3273299"/>
              <a:ext cx="1907748" cy="0"/>
            </a:xfrm>
            <a:prstGeom prst="line">
              <a:avLst/>
            </a:prstGeom>
            <a:ln w="6032">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21" name="圆: 空心 20">
              <a:extLst>
                <a:ext uri="{FF2B5EF4-FFF2-40B4-BE49-F238E27FC236}">
                  <a16:creationId xmlns:a16="http://schemas.microsoft.com/office/drawing/2014/main" id="{BF1597EE-A947-49F2-95CB-0B7DD68C1ECD}"/>
                </a:ext>
              </a:extLst>
            </p:cNvPr>
            <p:cNvSpPr/>
            <p:nvPr/>
          </p:nvSpPr>
          <p:spPr>
            <a:xfrm rot="3807429">
              <a:off x="941776" y="2102176"/>
              <a:ext cx="1186808" cy="1186810"/>
            </a:xfrm>
            <a:prstGeom prst="donut">
              <a:avLst>
                <a:gd name="adj" fmla="val 15674"/>
              </a:avLst>
            </a:prstGeom>
            <a:gradFill>
              <a:gsLst>
                <a:gs pos="100000">
                  <a:schemeClr val="accent6">
                    <a:alpha val="55000"/>
                  </a:schemeClr>
                </a:gs>
                <a:gs pos="0">
                  <a:schemeClr val="accent1">
                    <a:alpha val="4000"/>
                  </a:schemeClr>
                </a:gs>
              </a:gsLst>
              <a:lin ang="5400000" scaled="1"/>
            </a:gradFill>
            <a:ln w="15081">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22" name="平行四边形 17">
              <a:extLst>
                <a:ext uri="{FF2B5EF4-FFF2-40B4-BE49-F238E27FC236}">
                  <a16:creationId xmlns:a16="http://schemas.microsoft.com/office/drawing/2014/main" id="{F6BBE673-D42C-4FAD-B43E-CB09471EA40D}"/>
                </a:ext>
              </a:extLst>
            </p:cNvPr>
            <p:cNvSpPr/>
            <p:nvPr>
              <p:custDataLst>
                <p:tags r:id="rId8"/>
              </p:custDataLst>
            </p:nvPr>
          </p:nvSpPr>
          <p:spPr>
            <a:xfrm>
              <a:off x="1615563" y="2464812"/>
              <a:ext cx="3603995" cy="522524"/>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5081">
              <a:gradFill>
                <a:gsLst>
                  <a:gs pos="0">
                    <a:schemeClr val="accent1"/>
                  </a:gs>
                  <a:gs pos="100000">
                    <a:schemeClr val="accent1"/>
                  </a:gs>
                </a:gsLst>
                <a:lin ang="5400000" scaled="1"/>
              </a:gradFill>
            </a:ln>
            <a:effectLst>
              <a:outerShdw blurRad="48260" dist="36195"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nvGrpSpPr>
            <p:cNvPr id="23" name="组合 22">
              <a:extLst>
                <a:ext uri="{FF2B5EF4-FFF2-40B4-BE49-F238E27FC236}">
                  <a16:creationId xmlns:a16="http://schemas.microsoft.com/office/drawing/2014/main" id="{B7BD9D8C-DBF9-49FE-834C-7F2D1D376B64}"/>
                </a:ext>
              </a:extLst>
            </p:cNvPr>
            <p:cNvGrpSpPr/>
            <p:nvPr/>
          </p:nvGrpSpPr>
          <p:grpSpPr>
            <a:xfrm>
              <a:off x="1167065" y="2239831"/>
              <a:ext cx="741958" cy="827640"/>
              <a:chOff x="1772383" y="2118356"/>
              <a:chExt cx="882037" cy="983900"/>
            </a:xfrm>
          </p:grpSpPr>
          <p:sp>
            <p:nvSpPr>
              <p:cNvPr id="25" name="椭圆 24">
                <a:extLst>
                  <a:ext uri="{FF2B5EF4-FFF2-40B4-BE49-F238E27FC236}">
                    <a16:creationId xmlns:a16="http://schemas.microsoft.com/office/drawing/2014/main" id="{2659E0CB-E5D4-4E62-8E54-517330256FD0}"/>
                  </a:ext>
                </a:extLst>
              </p:cNvPr>
              <p:cNvSpPr/>
              <p:nvPr>
                <p:custDataLst>
                  <p:tags r:id="rId9"/>
                </p:custDataLst>
              </p:nvPr>
            </p:nvSpPr>
            <p:spPr>
              <a:xfrm>
                <a:off x="1772383" y="2220217"/>
                <a:ext cx="882037" cy="882039"/>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41300" dist="48260" dir="17999987"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6868" tIns="43434" rIns="86868" bIns="43434" rtlCol="0" anchor="ctr">
                <a:noAutofit/>
              </a:bodyPr>
              <a:lstStyle/>
              <a:p>
                <a:pPr algn="ctr"/>
                <a:endParaRPr lang="zh-CN" altLang="en-US" sz="1710" dirty="0"/>
              </a:p>
            </p:txBody>
          </p:sp>
          <p:sp>
            <p:nvSpPr>
              <p:cNvPr id="26" name="文本框 25">
                <a:extLst>
                  <a:ext uri="{FF2B5EF4-FFF2-40B4-BE49-F238E27FC236}">
                    <a16:creationId xmlns:a16="http://schemas.microsoft.com/office/drawing/2014/main" id="{977E1813-4835-4943-AEDA-BA8F80356F6F}"/>
                  </a:ext>
                </a:extLst>
              </p:cNvPr>
              <p:cNvSpPr txBox="1"/>
              <p:nvPr>
                <p:custDataLst>
                  <p:tags r:id="rId10"/>
                </p:custDataLst>
              </p:nvPr>
            </p:nvSpPr>
            <p:spPr>
              <a:xfrm>
                <a:off x="1896712" y="2118356"/>
                <a:ext cx="591589" cy="886358"/>
              </a:xfrm>
              <a:prstGeom prst="rect">
                <a:avLst/>
              </a:prstGeom>
              <a:noFill/>
              <a:effectLst/>
            </p:spPr>
            <p:txBody>
              <a:bodyPr wrap="none" lIns="86868" tIns="43434" rIns="86868" bIns="43434" rtlCol="0">
                <a:spAutoFit/>
              </a:bodyPr>
              <a:lstStyle/>
              <a:p>
                <a:r>
                  <a:rPr lang="en-US" altLang="zh-CN"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endParaRPr>
              </a:p>
            </p:txBody>
          </p:sp>
        </p:grpSp>
        <p:sp>
          <p:nvSpPr>
            <p:cNvPr id="24" name="文本框 23">
              <a:extLst>
                <a:ext uri="{FF2B5EF4-FFF2-40B4-BE49-F238E27FC236}">
                  <a16:creationId xmlns:a16="http://schemas.microsoft.com/office/drawing/2014/main" id="{4FA2C8EB-22B6-4856-AD92-AA232A25ED28}"/>
                </a:ext>
              </a:extLst>
            </p:cNvPr>
            <p:cNvSpPr txBox="1"/>
            <p:nvPr/>
          </p:nvSpPr>
          <p:spPr>
            <a:xfrm>
              <a:off x="2327851" y="2465149"/>
              <a:ext cx="2099036" cy="472437"/>
            </a:xfrm>
            <a:prstGeom prst="rect">
              <a:avLst/>
            </a:prstGeom>
            <a:noFill/>
            <a:effectLst/>
          </p:spPr>
          <p:txBody>
            <a:bodyPr wrap="none" lIns="86868" tIns="43434" rIns="86868" bIns="43434" rtlCol="0">
              <a:spAutoFit/>
            </a:bodyPr>
            <a:lstStyle/>
            <a:p>
              <a:pPr algn="ctr"/>
              <a:r>
                <a:rPr lang="zh-CN" altLang="en-US" sz="2500" dirty="0">
                  <a:latin typeface="+mj-ea"/>
                  <a:ea typeface="+mj-ea"/>
                </a:rPr>
                <a:t>请输入大标题</a:t>
              </a:r>
            </a:p>
          </p:txBody>
        </p:sp>
      </p:grpSp>
      <p:grpSp>
        <p:nvGrpSpPr>
          <p:cNvPr id="27" name="组合 26">
            <a:extLst>
              <a:ext uri="{FF2B5EF4-FFF2-40B4-BE49-F238E27FC236}">
                <a16:creationId xmlns:a16="http://schemas.microsoft.com/office/drawing/2014/main" id="{6B7F849F-2BAA-49EA-BFF5-705A67078683}"/>
              </a:ext>
            </a:extLst>
          </p:cNvPr>
          <p:cNvGrpSpPr/>
          <p:nvPr/>
        </p:nvGrpSpPr>
        <p:grpSpPr>
          <a:xfrm>
            <a:off x="978228" y="3591487"/>
            <a:ext cx="4277783" cy="1186808"/>
            <a:chOff x="941775" y="2102177"/>
            <a:chExt cx="4277783" cy="1186808"/>
          </a:xfrm>
        </p:grpSpPr>
        <p:cxnSp>
          <p:nvCxnSpPr>
            <p:cNvPr id="28" name="直接连接符 27">
              <a:extLst>
                <a:ext uri="{FF2B5EF4-FFF2-40B4-BE49-F238E27FC236}">
                  <a16:creationId xmlns:a16="http://schemas.microsoft.com/office/drawing/2014/main" id="{2E11AD5D-76D7-41D9-8DFC-4AD118CBD5A8}"/>
                </a:ext>
              </a:extLst>
            </p:cNvPr>
            <p:cNvCxnSpPr>
              <a:cxnSpLocks/>
            </p:cNvCxnSpPr>
            <p:nvPr/>
          </p:nvCxnSpPr>
          <p:spPr>
            <a:xfrm flipH="1">
              <a:off x="3757212" y="2668037"/>
              <a:ext cx="955427" cy="0"/>
            </a:xfrm>
            <a:prstGeom prst="line">
              <a:avLst/>
            </a:prstGeom>
            <a:ln w="9049">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F9A71E6-7ADF-489D-8147-222CD8189592}"/>
                </a:ext>
              </a:extLst>
            </p:cNvPr>
            <p:cNvCxnSpPr>
              <a:cxnSpLocks/>
            </p:cNvCxnSpPr>
            <p:nvPr/>
          </p:nvCxnSpPr>
          <p:spPr>
            <a:xfrm flipH="1">
              <a:off x="2206146" y="2374334"/>
              <a:ext cx="2017344" cy="0"/>
            </a:xfrm>
            <a:prstGeom prst="line">
              <a:avLst/>
            </a:prstGeom>
            <a:ln w="9049">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4C3E675-C12E-42A1-9BE5-0E7C2DE72C92}"/>
                </a:ext>
              </a:extLst>
            </p:cNvPr>
            <p:cNvCxnSpPr/>
            <p:nvPr/>
          </p:nvCxnSpPr>
          <p:spPr>
            <a:xfrm flipH="1">
              <a:off x="1938624" y="3220819"/>
              <a:ext cx="1907748" cy="0"/>
            </a:xfrm>
            <a:prstGeom prst="line">
              <a:avLst/>
            </a:prstGeom>
            <a:ln w="12065">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362CDA60-B47B-4835-8F23-7FA6B6D71676}"/>
                </a:ext>
              </a:extLst>
            </p:cNvPr>
            <p:cNvCxnSpPr/>
            <p:nvPr/>
          </p:nvCxnSpPr>
          <p:spPr>
            <a:xfrm flipH="1">
              <a:off x="2892498" y="3273299"/>
              <a:ext cx="1907748" cy="0"/>
            </a:xfrm>
            <a:prstGeom prst="line">
              <a:avLst/>
            </a:prstGeom>
            <a:ln w="6032">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32" name="圆: 空心 31">
              <a:extLst>
                <a:ext uri="{FF2B5EF4-FFF2-40B4-BE49-F238E27FC236}">
                  <a16:creationId xmlns:a16="http://schemas.microsoft.com/office/drawing/2014/main" id="{B3C38678-3D75-424A-A869-06885812E49D}"/>
                </a:ext>
              </a:extLst>
            </p:cNvPr>
            <p:cNvSpPr/>
            <p:nvPr/>
          </p:nvSpPr>
          <p:spPr>
            <a:xfrm rot="3807429">
              <a:off x="941776" y="2102176"/>
              <a:ext cx="1186808" cy="1186810"/>
            </a:xfrm>
            <a:prstGeom prst="donut">
              <a:avLst>
                <a:gd name="adj" fmla="val 15674"/>
              </a:avLst>
            </a:prstGeom>
            <a:gradFill>
              <a:gsLst>
                <a:gs pos="100000">
                  <a:schemeClr val="accent6">
                    <a:alpha val="55000"/>
                  </a:schemeClr>
                </a:gs>
                <a:gs pos="0">
                  <a:schemeClr val="accent1">
                    <a:alpha val="4000"/>
                  </a:schemeClr>
                </a:gs>
              </a:gsLst>
              <a:lin ang="5400000" scaled="1"/>
            </a:gradFill>
            <a:ln w="15081">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33" name="平行四边形 17">
              <a:extLst>
                <a:ext uri="{FF2B5EF4-FFF2-40B4-BE49-F238E27FC236}">
                  <a16:creationId xmlns:a16="http://schemas.microsoft.com/office/drawing/2014/main" id="{6B398949-ADC3-4BB6-8C81-9E09CF56E5E1}"/>
                </a:ext>
              </a:extLst>
            </p:cNvPr>
            <p:cNvSpPr/>
            <p:nvPr>
              <p:custDataLst>
                <p:tags r:id="rId5"/>
              </p:custDataLst>
            </p:nvPr>
          </p:nvSpPr>
          <p:spPr>
            <a:xfrm>
              <a:off x="1615563" y="2464812"/>
              <a:ext cx="3603995" cy="522524"/>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5081">
              <a:gradFill>
                <a:gsLst>
                  <a:gs pos="0">
                    <a:schemeClr val="accent1"/>
                  </a:gs>
                  <a:gs pos="100000">
                    <a:schemeClr val="accent1"/>
                  </a:gs>
                </a:gsLst>
                <a:lin ang="5400000" scaled="1"/>
              </a:gradFill>
            </a:ln>
            <a:effectLst>
              <a:outerShdw blurRad="48260" dist="36195"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nvGrpSpPr>
            <p:cNvPr id="34" name="组合 33">
              <a:extLst>
                <a:ext uri="{FF2B5EF4-FFF2-40B4-BE49-F238E27FC236}">
                  <a16:creationId xmlns:a16="http://schemas.microsoft.com/office/drawing/2014/main" id="{33C0D3CD-1D8A-4231-BAAB-A8DB9725974E}"/>
                </a:ext>
              </a:extLst>
            </p:cNvPr>
            <p:cNvGrpSpPr/>
            <p:nvPr/>
          </p:nvGrpSpPr>
          <p:grpSpPr>
            <a:xfrm>
              <a:off x="1167065" y="2239831"/>
              <a:ext cx="741958" cy="827640"/>
              <a:chOff x="1772383" y="2118356"/>
              <a:chExt cx="882037" cy="983900"/>
            </a:xfrm>
          </p:grpSpPr>
          <p:sp>
            <p:nvSpPr>
              <p:cNvPr id="36" name="椭圆 35">
                <a:extLst>
                  <a:ext uri="{FF2B5EF4-FFF2-40B4-BE49-F238E27FC236}">
                    <a16:creationId xmlns:a16="http://schemas.microsoft.com/office/drawing/2014/main" id="{C43E535A-B3C4-424D-A3C6-44F17B24CE26}"/>
                  </a:ext>
                </a:extLst>
              </p:cNvPr>
              <p:cNvSpPr/>
              <p:nvPr>
                <p:custDataLst>
                  <p:tags r:id="rId6"/>
                </p:custDataLst>
              </p:nvPr>
            </p:nvSpPr>
            <p:spPr>
              <a:xfrm>
                <a:off x="1772383" y="2220217"/>
                <a:ext cx="882037" cy="882039"/>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41300" dist="48260" dir="17999987"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6868" tIns="43434" rIns="86868" bIns="43434" rtlCol="0" anchor="ctr">
                <a:noAutofit/>
              </a:bodyPr>
              <a:lstStyle/>
              <a:p>
                <a:pPr algn="ctr"/>
                <a:endParaRPr lang="zh-CN" altLang="en-US" sz="1710" dirty="0"/>
              </a:p>
            </p:txBody>
          </p:sp>
          <p:sp>
            <p:nvSpPr>
              <p:cNvPr id="37" name="文本框 36">
                <a:extLst>
                  <a:ext uri="{FF2B5EF4-FFF2-40B4-BE49-F238E27FC236}">
                    <a16:creationId xmlns:a16="http://schemas.microsoft.com/office/drawing/2014/main" id="{B0BCF04F-A3F7-4404-88F0-4BB66627A473}"/>
                  </a:ext>
                </a:extLst>
              </p:cNvPr>
              <p:cNvSpPr txBox="1"/>
              <p:nvPr>
                <p:custDataLst>
                  <p:tags r:id="rId7"/>
                </p:custDataLst>
              </p:nvPr>
            </p:nvSpPr>
            <p:spPr>
              <a:xfrm>
                <a:off x="1896712" y="2118356"/>
                <a:ext cx="591589" cy="886358"/>
              </a:xfrm>
              <a:prstGeom prst="rect">
                <a:avLst/>
              </a:prstGeom>
              <a:noFill/>
              <a:effectLst/>
            </p:spPr>
            <p:txBody>
              <a:bodyPr wrap="none" lIns="86868" tIns="43434" rIns="86868" bIns="43434" rtlCol="0">
                <a:spAutoFit/>
              </a:bodyPr>
              <a:lstStyle/>
              <a:p>
                <a:r>
                  <a:rPr lang="en-US" altLang="zh-CN"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endParaRPr>
              </a:p>
            </p:txBody>
          </p:sp>
        </p:grpSp>
        <p:sp>
          <p:nvSpPr>
            <p:cNvPr id="35" name="文本框 34">
              <a:extLst>
                <a:ext uri="{FF2B5EF4-FFF2-40B4-BE49-F238E27FC236}">
                  <a16:creationId xmlns:a16="http://schemas.microsoft.com/office/drawing/2014/main" id="{DE867472-4834-4CA3-BEF4-ABB11BCBAE4B}"/>
                </a:ext>
              </a:extLst>
            </p:cNvPr>
            <p:cNvSpPr txBox="1"/>
            <p:nvPr/>
          </p:nvSpPr>
          <p:spPr>
            <a:xfrm>
              <a:off x="2327851" y="2465149"/>
              <a:ext cx="2099036" cy="472437"/>
            </a:xfrm>
            <a:prstGeom prst="rect">
              <a:avLst/>
            </a:prstGeom>
            <a:noFill/>
            <a:effectLst/>
          </p:spPr>
          <p:txBody>
            <a:bodyPr wrap="none" lIns="86868" tIns="43434" rIns="86868" bIns="43434" rtlCol="0">
              <a:spAutoFit/>
            </a:bodyPr>
            <a:lstStyle/>
            <a:p>
              <a:pPr algn="ctr"/>
              <a:r>
                <a:rPr lang="zh-CN" altLang="en-US" sz="2500" dirty="0">
                  <a:latin typeface="+mj-ea"/>
                  <a:ea typeface="+mj-ea"/>
                </a:rPr>
                <a:t>请输入大标题</a:t>
              </a:r>
            </a:p>
          </p:txBody>
        </p:sp>
      </p:grpSp>
      <p:grpSp>
        <p:nvGrpSpPr>
          <p:cNvPr id="38" name="组合 37">
            <a:extLst>
              <a:ext uri="{FF2B5EF4-FFF2-40B4-BE49-F238E27FC236}">
                <a16:creationId xmlns:a16="http://schemas.microsoft.com/office/drawing/2014/main" id="{7C0B5465-7A04-4F7C-B40A-0C361294A70B}"/>
              </a:ext>
            </a:extLst>
          </p:cNvPr>
          <p:cNvGrpSpPr/>
          <p:nvPr/>
        </p:nvGrpSpPr>
        <p:grpSpPr>
          <a:xfrm>
            <a:off x="6981255" y="3591487"/>
            <a:ext cx="4277783" cy="1186808"/>
            <a:chOff x="941775" y="2102177"/>
            <a:chExt cx="4277783" cy="1186808"/>
          </a:xfrm>
        </p:grpSpPr>
        <p:cxnSp>
          <p:nvCxnSpPr>
            <p:cNvPr id="39" name="直接连接符 38">
              <a:extLst>
                <a:ext uri="{FF2B5EF4-FFF2-40B4-BE49-F238E27FC236}">
                  <a16:creationId xmlns:a16="http://schemas.microsoft.com/office/drawing/2014/main" id="{04D6964F-6AF9-4192-9AD0-CB65D67F1AE3}"/>
                </a:ext>
              </a:extLst>
            </p:cNvPr>
            <p:cNvCxnSpPr>
              <a:cxnSpLocks/>
            </p:cNvCxnSpPr>
            <p:nvPr/>
          </p:nvCxnSpPr>
          <p:spPr>
            <a:xfrm flipH="1">
              <a:off x="3757212" y="2668037"/>
              <a:ext cx="955427" cy="0"/>
            </a:xfrm>
            <a:prstGeom prst="line">
              <a:avLst/>
            </a:prstGeom>
            <a:ln w="9049">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43E92350-9E52-470F-A7EE-B8F4631B017F}"/>
                </a:ext>
              </a:extLst>
            </p:cNvPr>
            <p:cNvCxnSpPr>
              <a:cxnSpLocks/>
            </p:cNvCxnSpPr>
            <p:nvPr/>
          </p:nvCxnSpPr>
          <p:spPr>
            <a:xfrm flipH="1">
              <a:off x="2206146" y="2374334"/>
              <a:ext cx="2017344" cy="0"/>
            </a:xfrm>
            <a:prstGeom prst="line">
              <a:avLst/>
            </a:prstGeom>
            <a:ln w="9049">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D6C12002-08DF-4387-81BA-7E4D6338943A}"/>
                </a:ext>
              </a:extLst>
            </p:cNvPr>
            <p:cNvCxnSpPr/>
            <p:nvPr/>
          </p:nvCxnSpPr>
          <p:spPr>
            <a:xfrm flipH="1">
              <a:off x="1938624" y="3220819"/>
              <a:ext cx="1907748" cy="0"/>
            </a:xfrm>
            <a:prstGeom prst="line">
              <a:avLst/>
            </a:prstGeom>
            <a:ln w="12065">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7DBAC858-6E50-4A31-B756-53952EDA4E22}"/>
                </a:ext>
              </a:extLst>
            </p:cNvPr>
            <p:cNvCxnSpPr/>
            <p:nvPr/>
          </p:nvCxnSpPr>
          <p:spPr>
            <a:xfrm flipH="1">
              <a:off x="2892498" y="3273299"/>
              <a:ext cx="1907748" cy="0"/>
            </a:xfrm>
            <a:prstGeom prst="line">
              <a:avLst/>
            </a:prstGeom>
            <a:ln w="6032">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3" name="圆: 空心 42">
              <a:extLst>
                <a:ext uri="{FF2B5EF4-FFF2-40B4-BE49-F238E27FC236}">
                  <a16:creationId xmlns:a16="http://schemas.microsoft.com/office/drawing/2014/main" id="{36D9B7E0-2A36-490D-A944-30F74B8F4D6F}"/>
                </a:ext>
              </a:extLst>
            </p:cNvPr>
            <p:cNvSpPr/>
            <p:nvPr/>
          </p:nvSpPr>
          <p:spPr>
            <a:xfrm rot="3807429">
              <a:off x="941776" y="2102176"/>
              <a:ext cx="1186808" cy="1186810"/>
            </a:xfrm>
            <a:prstGeom prst="donut">
              <a:avLst>
                <a:gd name="adj" fmla="val 15674"/>
              </a:avLst>
            </a:prstGeom>
            <a:gradFill>
              <a:gsLst>
                <a:gs pos="100000">
                  <a:schemeClr val="accent6">
                    <a:alpha val="55000"/>
                  </a:schemeClr>
                </a:gs>
                <a:gs pos="0">
                  <a:schemeClr val="accent1">
                    <a:alpha val="4000"/>
                  </a:schemeClr>
                </a:gs>
              </a:gsLst>
              <a:lin ang="5400000" scaled="1"/>
            </a:gradFill>
            <a:ln w="15081">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4" name="平行四边形 17">
              <a:extLst>
                <a:ext uri="{FF2B5EF4-FFF2-40B4-BE49-F238E27FC236}">
                  <a16:creationId xmlns:a16="http://schemas.microsoft.com/office/drawing/2014/main" id="{AB22E80E-D109-4D43-A044-59787DC9AB04}"/>
                </a:ext>
              </a:extLst>
            </p:cNvPr>
            <p:cNvSpPr/>
            <p:nvPr>
              <p:custDataLst>
                <p:tags r:id="rId2"/>
              </p:custDataLst>
            </p:nvPr>
          </p:nvSpPr>
          <p:spPr>
            <a:xfrm>
              <a:off x="1615563" y="2464812"/>
              <a:ext cx="3603995" cy="522524"/>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5081">
              <a:gradFill>
                <a:gsLst>
                  <a:gs pos="0">
                    <a:schemeClr val="accent1"/>
                  </a:gs>
                  <a:gs pos="100000">
                    <a:schemeClr val="accent1"/>
                  </a:gs>
                </a:gsLst>
                <a:lin ang="5400000" scaled="1"/>
              </a:gradFill>
            </a:ln>
            <a:effectLst>
              <a:outerShdw blurRad="48260" dist="36195"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nvGrpSpPr>
            <p:cNvPr id="45" name="组合 44">
              <a:extLst>
                <a:ext uri="{FF2B5EF4-FFF2-40B4-BE49-F238E27FC236}">
                  <a16:creationId xmlns:a16="http://schemas.microsoft.com/office/drawing/2014/main" id="{985AD0FC-5440-4FF4-AF4F-B510E2685BED}"/>
                </a:ext>
              </a:extLst>
            </p:cNvPr>
            <p:cNvGrpSpPr/>
            <p:nvPr/>
          </p:nvGrpSpPr>
          <p:grpSpPr>
            <a:xfrm>
              <a:off x="1167065" y="2239831"/>
              <a:ext cx="741958" cy="827640"/>
              <a:chOff x="1772383" y="2118356"/>
              <a:chExt cx="882037" cy="983900"/>
            </a:xfrm>
          </p:grpSpPr>
          <p:sp>
            <p:nvSpPr>
              <p:cNvPr id="47" name="椭圆 46">
                <a:extLst>
                  <a:ext uri="{FF2B5EF4-FFF2-40B4-BE49-F238E27FC236}">
                    <a16:creationId xmlns:a16="http://schemas.microsoft.com/office/drawing/2014/main" id="{A37AE74C-6D73-44BB-B12D-F424D6227D1E}"/>
                  </a:ext>
                </a:extLst>
              </p:cNvPr>
              <p:cNvSpPr/>
              <p:nvPr>
                <p:custDataLst>
                  <p:tags r:id="rId3"/>
                </p:custDataLst>
              </p:nvPr>
            </p:nvSpPr>
            <p:spPr>
              <a:xfrm>
                <a:off x="1772383" y="2220217"/>
                <a:ext cx="882037" cy="882039"/>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41300" dist="48260" dir="17999987"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6868" tIns="43434" rIns="86868" bIns="43434" rtlCol="0" anchor="ctr">
                <a:noAutofit/>
              </a:bodyPr>
              <a:lstStyle/>
              <a:p>
                <a:pPr algn="ctr"/>
                <a:endParaRPr lang="zh-CN" altLang="en-US" sz="1710" dirty="0"/>
              </a:p>
            </p:txBody>
          </p:sp>
          <p:sp>
            <p:nvSpPr>
              <p:cNvPr id="48" name="文本框 47">
                <a:extLst>
                  <a:ext uri="{FF2B5EF4-FFF2-40B4-BE49-F238E27FC236}">
                    <a16:creationId xmlns:a16="http://schemas.microsoft.com/office/drawing/2014/main" id="{2F337C01-C159-41C8-AD3C-5B15E7622406}"/>
                  </a:ext>
                </a:extLst>
              </p:cNvPr>
              <p:cNvSpPr txBox="1"/>
              <p:nvPr>
                <p:custDataLst>
                  <p:tags r:id="rId4"/>
                </p:custDataLst>
              </p:nvPr>
            </p:nvSpPr>
            <p:spPr>
              <a:xfrm>
                <a:off x="1896712" y="2118356"/>
                <a:ext cx="591589" cy="886358"/>
              </a:xfrm>
              <a:prstGeom prst="rect">
                <a:avLst/>
              </a:prstGeom>
              <a:noFill/>
              <a:effectLst/>
            </p:spPr>
            <p:txBody>
              <a:bodyPr wrap="none" lIns="86868" tIns="43434" rIns="86868" bIns="43434" rtlCol="0">
                <a:spAutoFit/>
              </a:bodyPr>
              <a:lstStyle/>
              <a:p>
                <a:r>
                  <a:rPr lang="en-US" altLang="zh-CN"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rPr>
                  <a:t>4</a:t>
                </a:r>
                <a:endParaRPr lang="zh-CN" altLang="en-US" sz="4275" dirty="0">
                  <a:gradFill>
                    <a:gsLst>
                      <a:gs pos="0">
                        <a:schemeClr val="bg1"/>
                      </a:gs>
                      <a:gs pos="100000">
                        <a:schemeClr val="accent3"/>
                      </a:gs>
                    </a:gsLst>
                    <a:lin ang="5400000" scaled="1"/>
                  </a:gradFill>
                  <a:effectLst>
                    <a:outerShdw blurRad="36195" dist="36195" dir="2700000" algn="tl">
                      <a:srgbClr val="000000">
                        <a:alpha val="43137"/>
                      </a:srgbClr>
                    </a:outerShdw>
                  </a:effectLst>
                  <a:latin typeface="江城黑体 700W" panose="020B0800000000000000" pitchFamily="34" charset="-122"/>
                  <a:ea typeface="江城黑体 700W" panose="020B0800000000000000" pitchFamily="34" charset="-122"/>
                </a:endParaRPr>
              </a:p>
            </p:txBody>
          </p:sp>
        </p:grpSp>
        <p:sp>
          <p:nvSpPr>
            <p:cNvPr id="46" name="文本框 45">
              <a:extLst>
                <a:ext uri="{FF2B5EF4-FFF2-40B4-BE49-F238E27FC236}">
                  <a16:creationId xmlns:a16="http://schemas.microsoft.com/office/drawing/2014/main" id="{21F78189-1D77-4245-A6DB-ABE1F6C51418}"/>
                </a:ext>
              </a:extLst>
            </p:cNvPr>
            <p:cNvSpPr txBox="1"/>
            <p:nvPr/>
          </p:nvSpPr>
          <p:spPr>
            <a:xfrm>
              <a:off x="2327851" y="2474981"/>
              <a:ext cx="2099036" cy="472437"/>
            </a:xfrm>
            <a:prstGeom prst="rect">
              <a:avLst/>
            </a:prstGeom>
            <a:noFill/>
            <a:effectLst/>
          </p:spPr>
          <p:txBody>
            <a:bodyPr wrap="none" lIns="86868" tIns="43434" rIns="86868" bIns="43434" rtlCol="0">
              <a:spAutoFit/>
            </a:bodyPr>
            <a:lstStyle/>
            <a:p>
              <a:pPr algn="ctr"/>
              <a:r>
                <a:rPr lang="zh-CN" altLang="en-US" sz="2500" dirty="0">
                  <a:latin typeface="+mj-ea"/>
                  <a:ea typeface="+mj-ea"/>
                </a:rPr>
                <a:t>请输入大标题</a:t>
              </a:r>
            </a:p>
          </p:txBody>
        </p:sp>
      </p:grpSp>
    </p:spTree>
    <p:custDataLst>
      <p:tags r:id="rId1"/>
    </p:custDataLst>
    <p:extLst>
      <p:ext uri="{BB962C8B-B14F-4D97-AF65-F5344CB8AC3E}">
        <p14:creationId xmlns:p14="http://schemas.microsoft.com/office/powerpoint/2010/main" val="144557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a:extLst>
              <a:ext uri="{FF2B5EF4-FFF2-40B4-BE49-F238E27FC236}">
                <a16:creationId xmlns:a16="http://schemas.microsoft.com/office/drawing/2014/main" id="{1EF0A340-9F59-439A-8ED6-6AB635921E6B}"/>
              </a:ext>
            </a:extLst>
          </p:cNvPr>
          <p:cNvSpPr/>
          <p:nvPr>
            <p:custDataLst>
              <p:tags r:id="rId1"/>
            </p:custDataLst>
          </p:nvPr>
        </p:nvSpPr>
        <p:spPr>
          <a:xfrm>
            <a:off x="749084" y="6369011"/>
            <a:ext cx="165243" cy="165243"/>
          </a:xfrm>
          <a:prstGeom prst="roundRect">
            <a:avLst>
              <a:gd name="adj" fmla="val 22431"/>
            </a:avLst>
          </a:prstGeom>
          <a:gradFill flip="none" rotWithShape="1">
            <a:gsLst>
              <a:gs pos="0">
                <a:srgbClr val="E88085"/>
              </a:gs>
              <a:gs pos="83000">
                <a:srgbClr val="C1232A"/>
              </a:gs>
            </a:gsLst>
            <a:lin ang="5400000" scaled="1"/>
            <a:tileRect/>
          </a:gradFill>
          <a:ln>
            <a:noFill/>
          </a:ln>
          <a:effectLst>
            <a:outerShdw blurRad="255392" dist="51079" dir="18000001"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16" name="组合 15">
            <a:extLst>
              <a:ext uri="{FF2B5EF4-FFF2-40B4-BE49-F238E27FC236}">
                <a16:creationId xmlns:a16="http://schemas.microsoft.com/office/drawing/2014/main" id="{11F8B3E0-3922-4164-8921-640AE036655E}"/>
              </a:ext>
            </a:extLst>
          </p:cNvPr>
          <p:cNvGrpSpPr/>
          <p:nvPr/>
        </p:nvGrpSpPr>
        <p:grpSpPr>
          <a:xfrm>
            <a:off x="39253" y="-713856"/>
            <a:ext cx="3143733" cy="7401806"/>
            <a:chOff x="-142038" y="-706144"/>
            <a:chExt cx="3143733" cy="7401806"/>
          </a:xfrm>
        </p:grpSpPr>
        <p:sp>
          <p:nvSpPr>
            <p:cNvPr id="17" name="文本框 16">
              <a:extLst>
                <a:ext uri="{FF2B5EF4-FFF2-40B4-BE49-F238E27FC236}">
                  <a16:creationId xmlns:a16="http://schemas.microsoft.com/office/drawing/2014/main" id="{EE66C5C1-7DF5-49D0-B0E0-354FB70FA567}"/>
                </a:ext>
              </a:extLst>
            </p:cNvPr>
            <p:cNvSpPr txBox="1"/>
            <p:nvPr>
              <p:custDataLst>
                <p:tags r:id="rId2"/>
              </p:custDataLst>
            </p:nvPr>
          </p:nvSpPr>
          <p:spPr>
            <a:xfrm>
              <a:off x="-58700" y="-552448"/>
              <a:ext cx="3060395" cy="7248110"/>
            </a:xfrm>
            <a:prstGeom prst="rect">
              <a:avLst/>
            </a:prstGeom>
            <a:noFill/>
            <a:effectLst/>
          </p:spPr>
          <p:txBody>
            <a:bodyPr wrap="none" lIns="106652" tIns="53326" rIns="106652" bIns="53326" rtlCol="0">
              <a:spAutoFit/>
            </a:bodyPr>
            <a:lstStyle/>
            <a:p>
              <a:r>
                <a:rPr lang="en-US" altLang="zh-CN"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rPr>
                <a:t>1</a:t>
              </a:r>
              <a:endParaRPr lang="zh-CN" altLang="en-US"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endParaRPr>
            </a:p>
          </p:txBody>
        </p:sp>
        <p:sp>
          <p:nvSpPr>
            <p:cNvPr id="18" name="文本框 17">
              <a:extLst>
                <a:ext uri="{FF2B5EF4-FFF2-40B4-BE49-F238E27FC236}">
                  <a16:creationId xmlns:a16="http://schemas.microsoft.com/office/drawing/2014/main" id="{177A0865-68AA-4B54-B0B9-414CB86BE797}"/>
                </a:ext>
              </a:extLst>
            </p:cNvPr>
            <p:cNvSpPr txBox="1"/>
            <p:nvPr>
              <p:custDataLst>
                <p:tags r:id="rId3"/>
              </p:custDataLst>
            </p:nvPr>
          </p:nvSpPr>
          <p:spPr>
            <a:xfrm>
              <a:off x="-142038" y="-706144"/>
              <a:ext cx="3060395" cy="7248110"/>
            </a:xfrm>
            <a:prstGeom prst="rect">
              <a:avLst/>
            </a:prstGeom>
            <a:noFill/>
            <a:effectLst/>
          </p:spPr>
          <p:txBody>
            <a:bodyPr wrap="none" lIns="106652" tIns="53326" rIns="106652" bIns="53326" rtlCol="0">
              <a:spAutoFit/>
            </a:bodyPr>
            <a:lstStyle/>
            <a:p>
              <a:r>
                <a:rPr lang="en-US" altLang="zh-CN"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rPr>
                <a:t>1</a:t>
              </a:r>
              <a:endParaRPr lang="zh-CN" altLang="en-US"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endParaRPr>
            </a:p>
          </p:txBody>
        </p:sp>
      </p:grpSp>
      <p:grpSp>
        <p:nvGrpSpPr>
          <p:cNvPr id="19" name="组合 18">
            <a:extLst>
              <a:ext uri="{FF2B5EF4-FFF2-40B4-BE49-F238E27FC236}">
                <a16:creationId xmlns:a16="http://schemas.microsoft.com/office/drawing/2014/main" id="{56589642-1850-4CC6-A169-DD5CC8B5D61E}"/>
              </a:ext>
            </a:extLst>
          </p:cNvPr>
          <p:cNvGrpSpPr/>
          <p:nvPr/>
        </p:nvGrpSpPr>
        <p:grpSpPr>
          <a:xfrm>
            <a:off x="2646277" y="2485923"/>
            <a:ext cx="3976246" cy="1681279"/>
            <a:chOff x="2358339" y="2159339"/>
            <a:chExt cx="3976246" cy="1681279"/>
          </a:xfrm>
        </p:grpSpPr>
        <p:grpSp>
          <p:nvGrpSpPr>
            <p:cNvPr id="20" name="组合 19">
              <a:extLst>
                <a:ext uri="{FF2B5EF4-FFF2-40B4-BE49-F238E27FC236}">
                  <a16:creationId xmlns:a16="http://schemas.microsoft.com/office/drawing/2014/main" id="{1206DD00-97D1-4771-BC15-D38EB784A802}"/>
                </a:ext>
              </a:extLst>
            </p:cNvPr>
            <p:cNvGrpSpPr/>
            <p:nvPr/>
          </p:nvGrpSpPr>
          <p:grpSpPr>
            <a:xfrm>
              <a:off x="2358339" y="2159339"/>
              <a:ext cx="3976246" cy="1112649"/>
              <a:chOff x="2351458" y="2159339"/>
              <a:chExt cx="3976246" cy="1112649"/>
            </a:xfrm>
          </p:grpSpPr>
          <p:grpSp>
            <p:nvGrpSpPr>
              <p:cNvPr id="25" name="组合 24">
                <a:extLst>
                  <a:ext uri="{FF2B5EF4-FFF2-40B4-BE49-F238E27FC236}">
                    <a16:creationId xmlns:a16="http://schemas.microsoft.com/office/drawing/2014/main" id="{928D2640-D5AA-4FAE-962A-EF4935B84944}"/>
                  </a:ext>
                </a:extLst>
              </p:cNvPr>
              <p:cNvGrpSpPr/>
              <p:nvPr/>
            </p:nvGrpSpPr>
            <p:grpSpPr>
              <a:xfrm>
                <a:off x="2351458" y="2159339"/>
                <a:ext cx="3615693" cy="1001546"/>
                <a:chOff x="1661928" y="1996835"/>
                <a:chExt cx="3615693" cy="1001546"/>
              </a:xfrm>
            </p:grpSpPr>
            <p:cxnSp>
              <p:nvCxnSpPr>
                <p:cNvPr id="27" name="直接连接符 26">
                  <a:extLst>
                    <a:ext uri="{FF2B5EF4-FFF2-40B4-BE49-F238E27FC236}">
                      <a16:creationId xmlns:a16="http://schemas.microsoft.com/office/drawing/2014/main" id="{468D001F-5D0B-46AD-8D18-7FD3F3E870C2}"/>
                    </a:ext>
                  </a:extLst>
                </p:cNvPr>
                <p:cNvCxnSpPr>
                  <a:cxnSpLocks/>
                </p:cNvCxnSpPr>
                <p:nvPr/>
              </p:nvCxnSpPr>
              <p:spPr>
                <a:xfrm flipH="1">
                  <a:off x="3970839" y="2588118"/>
                  <a:ext cx="24" cy="0"/>
                </a:xfrm>
                <a:prstGeom prst="line">
                  <a:avLst/>
                </a:prstGeom>
                <a:ln w="11402">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04DE8D68-34D8-40DA-9238-64F8F88D30B4}"/>
                    </a:ext>
                  </a:extLst>
                </p:cNvPr>
                <p:cNvCxnSpPr>
                  <a:cxnSpLocks/>
                </p:cNvCxnSpPr>
                <p:nvPr/>
              </p:nvCxnSpPr>
              <p:spPr>
                <a:xfrm flipH="1">
                  <a:off x="2081480" y="1996835"/>
                  <a:ext cx="2541854" cy="0"/>
                </a:xfrm>
                <a:prstGeom prst="line">
                  <a:avLst/>
                </a:prstGeom>
                <a:ln w="11402">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3A6C035-18CB-471B-94C6-814013258A5A}"/>
                    </a:ext>
                  </a:extLst>
                </p:cNvPr>
                <p:cNvCxnSpPr>
                  <a:cxnSpLocks/>
                </p:cNvCxnSpPr>
                <p:nvPr/>
              </p:nvCxnSpPr>
              <p:spPr>
                <a:xfrm>
                  <a:off x="4521891" y="2998381"/>
                  <a:ext cx="755730" cy="0"/>
                </a:xfrm>
                <a:prstGeom prst="line">
                  <a:avLst/>
                </a:prstGeom>
                <a:ln w="15202">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0BF8D03D-9D7A-4B37-8B05-1F82C81B8453}"/>
                    </a:ext>
                  </a:extLst>
                </p:cNvPr>
                <p:cNvCxnSpPr>
                  <a:cxnSpLocks/>
                </p:cNvCxnSpPr>
                <p:nvPr/>
              </p:nvCxnSpPr>
              <p:spPr>
                <a:xfrm>
                  <a:off x="2593562" y="2074637"/>
                  <a:ext cx="755730" cy="0"/>
                </a:xfrm>
                <a:prstGeom prst="line">
                  <a:avLst/>
                </a:prstGeom>
                <a:ln w="7600">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6CB76C1-A57F-44BB-9649-724A16E3EADC}"/>
                    </a:ext>
                  </a:extLst>
                </p:cNvPr>
                <p:cNvSpPr txBox="1"/>
                <p:nvPr/>
              </p:nvSpPr>
              <p:spPr>
                <a:xfrm>
                  <a:off x="1661928" y="2083038"/>
                  <a:ext cx="3298811" cy="726076"/>
                </a:xfrm>
                <a:prstGeom prst="rect">
                  <a:avLst/>
                </a:prstGeom>
                <a:noFill/>
                <a:effectLst/>
              </p:spPr>
              <p:txBody>
                <a:bodyPr wrap="none" lIns="109454" tIns="54727" rIns="109454" bIns="54727" rtlCol="0">
                  <a:spAutoFit/>
                </a:bodyPr>
                <a:lstStyle/>
                <a:p>
                  <a:pPr algn="ctr"/>
                  <a:r>
                    <a:rPr lang="zh-CN" altLang="en-US" sz="4000" dirty="0">
                      <a:latin typeface="+mj-ea"/>
                      <a:ea typeface="+mj-ea"/>
                    </a:rPr>
                    <a:t>请输入大标题</a:t>
                  </a:r>
                </a:p>
              </p:txBody>
            </p:sp>
          </p:grpSp>
          <p:sp>
            <p:nvSpPr>
              <p:cNvPr id="26" name="文本框 25">
                <a:extLst>
                  <a:ext uri="{FF2B5EF4-FFF2-40B4-BE49-F238E27FC236}">
                    <a16:creationId xmlns:a16="http://schemas.microsoft.com/office/drawing/2014/main" id="{D712AE33-5986-4EAC-8AC5-C9409115E614}"/>
                  </a:ext>
                </a:extLst>
              </p:cNvPr>
              <p:cNvSpPr txBox="1"/>
              <p:nvPr/>
            </p:nvSpPr>
            <p:spPr>
              <a:xfrm>
                <a:off x="2381938" y="2833099"/>
                <a:ext cx="3945766" cy="438889"/>
              </a:xfrm>
              <a:prstGeom prst="rect">
                <a:avLst/>
              </a:prstGeom>
              <a:noFill/>
              <a:effectLst/>
            </p:spPr>
            <p:txBody>
              <a:bodyPr wrap="square" lIns="129845" tIns="64922" rIns="129845" bIns="64922">
                <a:spAutoFit/>
              </a:bodyPr>
              <a:lstStyle/>
              <a:p>
                <a:r>
                  <a:rPr lang="en-US" altLang="zh-CN" sz="2000" dirty="0">
                    <a:solidFill>
                      <a:schemeClr val="accent1"/>
                    </a:solidFill>
                    <a:latin typeface="+mj-ea"/>
                    <a:ea typeface="+mj-ea"/>
                  </a:rPr>
                  <a:t>Please enter a headline</a:t>
                </a:r>
                <a:endParaRPr lang="zh-CN" altLang="en-US" sz="2000" dirty="0">
                  <a:solidFill>
                    <a:schemeClr val="accent1"/>
                  </a:solidFill>
                  <a:latin typeface="+mj-ea"/>
                  <a:ea typeface="+mj-ea"/>
                </a:endParaRPr>
              </a:p>
            </p:txBody>
          </p:sp>
        </p:grpSp>
        <p:grpSp>
          <p:nvGrpSpPr>
            <p:cNvPr id="21" name="组合 20">
              <a:extLst>
                <a:ext uri="{FF2B5EF4-FFF2-40B4-BE49-F238E27FC236}">
                  <a16:creationId xmlns:a16="http://schemas.microsoft.com/office/drawing/2014/main" id="{41794247-3ABF-48E7-AD1A-9088DB8BC4D6}"/>
                </a:ext>
              </a:extLst>
            </p:cNvPr>
            <p:cNvGrpSpPr/>
            <p:nvPr/>
          </p:nvGrpSpPr>
          <p:grpSpPr>
            <a:xfrm>
              <a:off x="2710831" y="3488521"/>
              <a:ext cx="1703552" cy="352097"/>
              <a:chOff x="-2268613" y="3688903"/>
              <a:chExt cx="1703552" cy="352097"/>
            </a:xfrm>
          </p:grpSpPr>
          <p:cxnSp>
            <p:nvCxnSpPr>
              <p:cNvPr id="22" name="直接连接符 21">
                <a:extLst>
                  <a:ext uri="{FF2B5EF4-FFF2-40B4-BE49-F238E27FC236}">
                    <a16:creationId xmlns:a16="http://schemas.microsoft.com/office/drawing/2014/main" id="{8AA0FCB1-74DA-43AD-B35B-57D068839B35}"/>
                  </a:ext>
                </a:extLst>
              </p:cNvPr>
              <p:cNvCxnSpPr/>
              <p:nvPr/>
            </p:nvCxnSpPr>
            <p:spPr>
              <a:xfrm>
                <a:off x="-2268613" y="3864952"/>
                <a:ext cx="1703552" cy="0"/>
              </a:xfrm>
              <a:prstGeom prst="line">
                <a:avLst/>
              </a:prstGeom>
              <a:ln w="447040" cap="rnd">
                <a:solidFill>
                  <a:schemeClr val="accent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9117C60-67B1-444E-92D8-6F77DDEE9502}"/>
                  </a:ext>
                </a:extLst>
              </p:cNvPr>
              <p:cNvCxnSpPr/>
              <p:nvPr/>
            </p:nvCxnSpPr>
            <p:spPr>
              <a:xfrm>
                <a:off x="-2268613" y="3864951"/>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F33D0CDB-C43B-4C08-8EE1-F4D73C554D4E}"/>
                  </a:ext>
                </a:extLst>
              </p:cNvPr>
              <p:cNvSpPr txBox="1"/>
              <p:nvPr/>
            </p:nvSpPr>
            <p:spPr>
              <a:xfrm>
                <a:off x="-1993988" y="3688903"/>
                <a:ext cx="1183683" cy="352097"/>
              </a:xfrm>
              <a:prstGeom prst="rect">
                <a:avLst/>
              </a:prstGeom>
              <a:noFill/>
              <a:effectLst/>
            </p:spPr>
            <p:txBody>
              <a:bodyPr wrap="none" lIns="80467" tIns="40234" rIns="80467" bIns="40234" rtlCol="0">
                <a:spAutoFit/>
              </a:bodyPr>
              <a:lstStyle/>
              <a:p>
                <a:pPr algn="ctr"/>
                <a:r>
                  <a:rPr lang="en-US" altLang="zh-CN" sz="1760" b="1" dirty="0">
                    <a:solidFill>
                      <a:schemeClr val="bg1"/>
                    </a:solidFill>
                    <a:latin typeface="+mj-ea"/>
                    <a:ea typeface="+mj-ea"/>
                  </a:rPr>
                  <a:t>Part One</a:t>
                </a:r>
                <a:endParaRPr lang="zh-CN" altLang="en-US" sz="1760" b="1" dirty="0">
                  <a:solidFill>
                    <a:schemeClr val="bg1"/>
                  </a:solidFill>
                  <a:latin typeface="+mj-ea"/>
                  <a:ea typeface="+mj-ea"/>
                </a:endParaRPr>
              </a:p>
            </p:txBody>
          </p:sp>
        </p:grpSp>
      </p:grpSp>
    </p:spTree>
    <p:extLst>
      <p:ext uri="{BB962C8B-B14F-4D97-AF65-F5344CB8AC3E}">
        <p14:creationId xmlns:p14="http://schemas.microsoft.com/office/powerpoint/2010/main" val="106097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a:extLst>
              <a:ext uri="{FF2B5EF4-FFF2-40B4-BE49-F238E27FC236}">
                <a16:creationId xmlns:a16="http://schemas.microsoft.com/office/drawing/2014/main" id="{22D71772-ADA3-4599-811F-335D7044CAC5}"/>
              </a:ext>
            </a:extLst>
          </p:cNvPr>
          <p:cNvGrpSpPr/>
          <p:nvPr/>
        </p:nvGrpSpPr>
        <p:grpSpPr>
          <a:xfrm>
            <a:off x="2906483" y="1147190"/>
            <a:ext cx="6432076" cy="6002910"/>
            <a:chOff x="2906483" y="855090"/>
            <a:chExt cx="6432076" cy="6002910"/>
          </a:xfrm>
        </p:grpSpPr>
        <p:sp>
          <p:nvSpPr>
            <p:cNvPr id="25" name="任意多边形: 形状 24">
              <a:extLst>
                <a:ext uri="{FF2B5EF4-FFF2-40B4-BE49-F238E27FC236}">
                  <a16:creationId xmlns:a16="http://schemas.microsoft.com/office/drawing/2014/main" id="{65CB7FEE-2EF7-43A6-9BC9-C7583845D158}"/>
                </a:ext>
              </a:extLst>
            </p:cNvPr>
            <p:cNvSpPr/>
            <p:nvPr/>
          </p:nvSpPr>
          <p:spPr>
            <a:xfrm>
              <a:off x="2906483" y="855090"/>
              <a:ext cx="6432076" cy="6002910"/>
            </a:xfrm>
            <a:custGeom>
              <a:avLst/>
              <a:gdLst>
                <a:gd name="connsiteX0" fmla="*/ 3216038 w 6432076"/>
                <a:gd name="connsiteY0" fmla="*/ 604036 h 6002910"/>
                <a:gd name="connsiteX1" fmla="*/ 604036 w 6432076"/>
                <a:gd name="connsiteY1" fmla="*/ 3216043 h 6002910"/>
                <a:gd name="connsiteX2" fmla="*/ 3216038 w 6432076"/>
                <a:gd name="connsiteY2" fmla="*/ 5828050 h 6002910"/>
                <a:gd name="connsiteX3" fmla="*/ 5828040 w 6432076"/>
                <a:gd name="connsiteY3" fmla="*/ 3216043 h 6002910"/>
                <a:gd name="connsiteX4" fmla="*/ 3216038 w 6432076"/>
                <a:gd name="connsiteY4" fmla="*/ 604036 h 6002910"/>
                <a:gd name="connsiteX5" fmla="*/ 3216038 w 6432076"/>
                <a:gd name="connsiteY5" fmla="*/ 0 h 6002910"/>
                <a:gd name="connsiteX6" fmla="*/ 6432076 w 6432076"/>
                <a:gd name="connsiteY6" fmla="*/ 3216043 h 6002910"/>
                <a:gd name="connsiteX7" fmla="*/ 5014156 w 6432076"/>
                <a:gd name="connsiteY7" fmla="*/ 5882837 h 6002910"/>
                <a:gd name="connsiteX8" fmla="*/ 4816509 w 6432076"/>
                <a:gd name="connsiteY8" fmla="*/ 6002910 h 6002910"/>
                <a:gd name="connsiteX9" fmla="*/ 1615568 w 6432076"/>
                <a:gd name="connsiteY9" fmla="*/ 6002910 h 6002910"/>
                <a:gd name="connsiteX10" fmla="*/ 1417921 w 6432076"/>
                <a:gd name="connsiteY10" fmla="*/ 5882837 h 6002910"/>
                <a:gd name="connsiteX11" fmla="*/ 0 w 6432076"/>
                <a:gd name="connsiteY11" fmla="*/ 3216043 h 6002910"/>
                <a:gd name="connsiteX12" fmla="*/ 3216038 w 6432076"/>
                <a:gd name="connsiteY12" fmla="*/ 0 h 600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32076" h="6002910">
                  <a:moveTo>
                    <a:pt x="3216038" y="604036"/>
                  </a:moveTo>
                  <a:cubicBezTo>
                    <a:pt x="1773469" y="604036"/>
                    <a:pt x="604036" y="1773471"/>
                    <a:pt x="604036" y="3216043"/>
                  </a:cubicBezTo>
                  <a:cubicBezTo>
                    <a:pt x="604036" y="4658615"/>
                    <a:pt x="1773469" y="5828050"/>
                    <a:pt x="3216038" y="5828050"/>
                  </a:cubicBezTo>
                  <a:cubicBezTo>
                    <a:pt x="4658607" y="5828050"/>
                    <a:pt x="5828040" y="4658615"/>
                    <a:pt x="5828040" y="3216043"/>
                  </a:cubicBezTo>
                  <a:cubicBezTo>
                    <a:pt x="5828040" y="1773471"/>
                    <a:pt x="4658607" y="604036"/>
                    <a:pt x="3216038" y="604036"/>
                  </a:cubicBezTo>
                  <a:close/>
                  <a:moveTo>
                    <a:pt x="3216038" y="0"/>
                  </a:moveTo>
                  <a:cubicBezTo>
                    <a:pt x="4992207" y="0"/>
                    <a:pt x="6432076" y="1439871"/>
                    <a:pt x="6432076" y="3216043"/>
                  </a:cubicBezTo>
                  <a:cubicBezTo>
                    <a:pt x="6432076" y="4326151"/>
                    <a:pt x="5869627" y="5304891"/>
                    <a:pt x="5014156" y="5882837"/>
                  </a:cubicBezTo>
                  <a:lnTo>
                    <a:pt x="4816509" y="6002910"/>
                  </a:lnTo>
                  <a:lnTo>
                    <a:pt x="1615568" y="6002910"/>
                  </a:lnTo>
                  <a:lnTo>
                    <a:pt x="1417921" y="5882837"/>
                  </a:lnTo>
                  <a:cubicBezTo>
                    <a:pt x="562449" y="5304891"/>
                    <a:pt x="0" y="4326151"/>
                    <a:pt x="0" y="3216043"/>
                  </a:cubicBezTo>
                  <a:cubicBezTo>
                    <a:pt x="0" y="1439871"/>
                    <a:pt x="1439870" y="0"/>
                    <a:pt x="3216038" y="0"/>
                  </a:cubicBezTo>
                  <a:close/>
                </a:path>
              </a:pathLst>
            </a:custGeom>
            <a:gradFill>
              <a:gsLst>
                <a:gs pos="100000">
                  <a:schemeClr val="accent2">
                    <a:lumMod val="20000"/>
                    <a:lumOff val="80000"/>
                    <a:alpha val="0"/>
                  </a:schemeClr>
                </a:gs>
                <a:gs pos="0">
                  <a:schemeClr val="accent1">
                    <a:alpha val="4000"/>
                  </a:schemeClr>
                </a:gs>
              </a:gsLst>
              <a:lin ang="5400000" scaled="1"/>
            </a:gradFill>
            <a:ln w="9525">
              <a:gradFill>
                <a:gsLst>
                  <a:gs pos="71000">
                    <a:srgbClr val="FAE2E3">
                      <a:alpha val="0"/>
                    </a:srgbClr>
                  </a:gs>
                  <a:gs pos="20000">
                    <a:srgbClr val="C02027">
                      <a:alpha val="48000"/>
                    </a:srgbClr>
                  </a:gs>
                  <a:gs pos="45000">
                    <a:srgbClr val="C02027">
                      <a:alpha val="43000"/>
                    </a:srgb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wrap="square" lIns="70363" tIns="35181" rIns="70363" bIns="35181" rtlCol="0" anchor="ctr">
              <a:noAutofit/>
            </a:bodyPr>
            <a:lstStyle/>
            <a:p>
              <a:pPr algn="ctr"/>
              <a:endParaRPr lang="zh-CN" altLang="en-US" sz="1385"/>
            </a:p>
          </p:txBody>
        </p:sp>
        <p:sp>
          <p:nvSpPr>
            <p:cNvPr id="11" name="任意多边形: 形状 10">
              <a:extLst>
                <a:ext uri="{FF2B5EF4-FFF2-40B4-BE49-F238E27FC236}">
                  <a16:creationId xmlns:a16="http://schemas.microsoft.com/office/drawing/2014/main" id="{68C9B092-77F9-46E9-ACC8-94005DE397CF}"/>
                </a:ext>
              </a:extLst>
            </p:cNvPr>
            <p:cNvSpPr/>
            <p:nvPr>
              <p:custDataLst>
                <p:tags r:id="rId4"/>
              </p:custDataLst>
            </p:nvPr>
          </p:nvSpPr>
          <p:spPr>
            <a:xfrm>
              <a:off x="3686275" y="1633803"/>
              <a:ext cx="4946050" cy="2681406"/>
            </a:xfrm>
            <a:custGeom>
              <a:avLst/>
              <a:gdLst>
                <a:gd name="connsiteX0" fmla="*/ 2641700 w 5283400"/>
                <a:gd name="connsiteY0" fmla="*/ 0 h 2864291"/>
                <a:gd name="connsiteX1" fmla="*/ 5283400 w 5283400"/>
                <a:gd name="connsiteY1" fmla="*/ 2641690 h 2864291"/>
                <a:gd name="connsiteX2" fmla="*/ 5272159 w 5283400"/>
                <a:gd name="connsiteY2" fmla="*/ 2864291 h 2864291"/>
                <a:gd name="connsiteX3" fmla="*/ 11241 w 5283400"/>
                <a:gd name="connsiteY3" fmla="*/ 2864291 h 2864291"/>
                <a:gd name="connsiteX4" fmla="*/ 0 w 5283400"/>
                <a:gd name="connsiteY4" fmla="*/ 2641690 h 2864291"/>
                <a:gd name="connsiteX5" fmla="*/ 2641700 w 5283400"/>
                <a:gd name="connsiteY5" fmla="*/ 0 h 2864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83400" h="2864291">
                  <a:moveTo>
                    <a:pt x="2641700" y="0"/>
                  </a:moveTo>
                  <a:cubicBezTo>
                    <a:pt x="4100671" y="0"/>
                    <a:pt x="5283400" y="1182725"/>
                    <a:pt x="5283400" y="2641690"/>
                  </a:cubicBezTo>
                  <a:lnTo>
                    <a:pt x="5272159" y="2864291"/>
                  </a:lnTo>
                  <a:lnTo>
                    <a:pt x="11241" y="2864291"/>
                  </a:lnTo>
                  <a:lnTo>
                    <a:pt x="0" y="2641690"/>
                  </a:lnTo>
                  <a:cubicBezTo>
                    <a:pt x="0" y="1182725"/>
                    <a:pt x="1182729" y="0"/>
                    <a:pt x="2641700" y="0"/>
                  </a:cubicBezTo>
                  <a:close/>
                </a:path>
              </a:pathLst>
            </a:custGeom>
            <a:gradFill flip="none" rotWithShape="1">
              <a:gsLst>
                <a:gs pos="0">
                  <a:schemeClr val="accent2"/>
                </a:gs>
                <a:gs pos="83000">
                  <a:schemeClr val="accent1"/>
                </a:gs>
              </a:gsLst>
              <a:lin ang="5400000" scaled="1"/>
              <a:tileRect/>
            </a:gradFill>
            <a:ln>
              <a:noFill/>
            </a:ln>
            <a:effectLst>
              <a:outerShdw blurRad="209931" dist="41986" dir="17999994" sx="98000" sy="98000"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grpSp>
      <p:pic>
        <p:nvPicPr>
          <p:cNvPr id="12" name="图片 11" descr="图片包含 游戏机, 桌子&#10;&#10;描述已自动生成">
            <a:extLst>
              <a:ext uri="{FF2B5EF4-FFF2-40B4-BE49-F238E27FC236}">
                <a16:creationId xmlns:a16="http://schemas.microsoft.com/office/drawing/2014/main" id="{698184AA-49BF-4085-82CE-7F83EE35AFEB}"/>
              </a:ext>
            </a:extLst>
          </p:cNvPr>
          <p:cNvPicPr>
            <a:picLocks noChangeAspect="1"/>
          </p:cNvPicPr>
          <p:nvPr/>
        </p:nvPicPr>
        <p:blipFill rotWithShape="1">
          <a:blip r:embed="rId6">
            <a:extLst>
              <a:ext uri="{28A0092B-C50C-407E-A947-70E740481C1C}">
                <a14:useLocalDpi xmlns:a14="http://schemas.microsoft.com/office/drawing/2010/main" val="0"/>
              </a:ext>
            </a:extLst>
          </a:blip>
          <a:srcRect t="27394"/>
          <a:stretch/>
        </p:blipFill>
        <p:spPr>
          <a:xfrm rot="173688">
            <a:off x="1863456" y="897585"/>
            <a:ext cx="8465088" cy="3454936"/>
          </a:xfrm>
          <a:prstGeom prst="rect">
            <a:avLst/>
          </a:prstGeom>
        </p:spPr>
      </p:pic>
      <p:sp>
        <p:nvSpPr>
          <p:cNvPr id="13" name="矩形: 圆角 12">
            <a:extLst>
              <a:ext uri="{FF2B5EF4-FFF2-40B4-BE49-F238E27FC236}">
                <a16:creationId xmlns:a16="http://schemas.microsoft.com/office/drawing/2014/main" id="{C1D80330-6768-410D-99D3-D6EE04A5E54A}"/>
              </a:ext>
            </a:extLst>
          </p:cNvPr>
          <p:cNvSpPr/>
          <p:nvPr/>
        </p:nvSpPr>
        <p:spPr>
          <a:xfrm>
            <a:off x="1190886" y="3943894"/>
            <a:ext cx="10086714" cy="1766916"/>
          </a:xfrm>
          <a:prstGeom prst="roundRect">
            <a:avLst>
              <a:gd name="adj" fmla="val 4268"/>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cxnSp>
        <p:nvCxnSpPr>
          <p:cNvPr id="17" name="直接连接符 16">
            <a:extLst>
              <a:ext uri="{FF2B5EF4-FFF2-40B4-BE49-F238E27FC236}">
                <a16:creationId xmlns:a16="http://schemas.microsoft.com/office/drawing/2014/main" id="{BC9BE738-E4E8-4354-A88D-9934F292CCA5}"/>
              </a:ext>
            </a:extLst>
          </p:cNvPr>
          <p:cNvCxnSpPr>
            <a:cxnSpLocks/>
          </p:cNvCxnSpPr>
          <p:nvPr/>
        </p:nvCxnSpPr>
        <p:spPr>
          <a:xfrm>
            <a:off x="3304183" y="4215558"/>
            <a:ext cx="0" cy="1223588"/>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03A87C05-9C62-472D-98D5-49CFDE6C0ACA}"/>
              </a:ext>
            </a:extLst>
          </p:cNvPr>
          <p:cNvGrpSpPr/>
          <p:nvPr/>
        </p:nvGrpSpPr>
        <p:grpSpPr>
          <a:xfrm>
            <a:off x="1658904" y="4237414"/>
            <a:ext cx="1179874" cy="1179876"/>
            <a:chOff x="1658904" y="4105935"/>
            <a:chExt cx="1179874" cy="1179876"/>
          </a:xfrm>
        </p:grpSpPr>
        <p:pic>
          <p:nvPicPr>
            <p:cNvPr id="21" name="图形 20" descr="剪贴板徽章 轮廓">
              <a:extLst>
                <a:ext uri="{FF2B5EF4-FFF2-40B4-BE49-F238E27FC236}">
                  <a16:creationId xmlns:a16="http://schemas.microsoft.com/office/drawing/2014/main" id="{4292758B-0995-4D94-AEBF-215648A7CAA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02438" y="4353991"/>
              <a:ext cx="914400" cy="914400"/>
            </a:xfrm>
            <a:prstGeom prst="rect">
              <a:avLst/>
            </a:prstGeom>
          </p:spPr>
        </p:pic>
        <p:sp>
          <p:nvSpPr>
            <p:cNvPr id="22" name="圆: 空心 21">
              <a:extLst>
                <a:ext uri="{FF2B5EF4-FFF2-40B4-BE49-F238E27FC236}">
                  <a16:creationId xmlns:a16="http://schemas.microsoft.com/office/drawing/2014/main" id="{3CF6D583-F8FA-45E4-BB52-70D2CAB4F4D1}"/>
                </a:ext>
              </a:extLst>
            </p:cNvPr>
            <p:cNvSpPr/>
            <p:nvPr/>
          </p:nvSpPr>
          <p:spPr>
            <a:xfrm>
              <a:off x="1658904" y="4105935"/>
              <a:ext cx="1179874" cy="1179876"/>
            </a:xfrm>
            <a:prstGeom prst="donut">
              <a:avLst>
                <a:gd name="adj" fmla="val 17933"/>
              </a:avLst>
            </a:prstGeom>
            <a:gradFill>
              <a:gsLst>
                <a:gs pos="100000">
                  <a:schemeClr val="accent2">
                    <a:lumMod val="20000"/>
                    <a:lumOff val="80000"/>
                    <a:alpha val="0"/>
                  </a:schemeClr>
                </a:gs>
                <a:gs pos="0">
                  <a:schemeClr val="accent1">
                    <a:alpha val="4000"/>
                  </a:schemeClr>
                </a:gs>
              </a:gsLst>
              <a:lin ang="5400000" scaled="1"/>
            </a:gradFill>
            <a:ln w="9525">
              <a:gradFill>
                <a:gsLst>
                  <a:gs pos="71000">
                    <a:srgbClr val="FAE2E3">
                      <a:alpha val="0"/>
                    </a:srgbClr>
                  </a:gs>
                  <a:gs pos="20000">
                    <a:srgbClr val="C02027">
                      <a:alpha val="48000"/>
                    </a:srgbClr>
                  </a:gs>
                  <a:gs pos="45000">
                    <a:srgbClr val="C02027">
                      <a:alpha val="43000"/>
                    </a:srgb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grpSp>
        <p:nvGrpSpPr>
          <p:cNvPr id="29" name="组合 28">
            <a:extLst>
              <a:ext uri="{FF2B5EF4-FFF2-40B4-BE49-F238E27FC236}">
                <a16:creationId xmlns:a16="http://schemas.microsoft.com/office/drawing/2014/main" id="{D0141B88-C294-42ED-9B9D-493D26C11A57}"/>
              </a:ext>
            </a:extLst>
          </p:cNvPr>
          <p:cNvGrpSpPr/>
          <p:nvPr/>
        </p:nvGrpSpPr>
        <p:grpSpPr>
          <a:xfrm>
            <a:off x="3696908" y="4316886"/>
            <a:ext cx="5775151" cy="1020933"/>
            <a:chOff x="3563408" y="3872786"/>
            <a:chExt cx="5775151" cy="1020933"/>
          </a:xfrm>
        </p:grpSpPr>
        <p:sp>
          <p:nvSpPr>
            <p:cNvPr id="15" name="文本框 14">
              <a:extLst>
                <a:ext uri="{FF2B5EF4-FFF2-40B4-BE49-F238E27FC236}">
                  <a16:creationId xmlns:a16="http://schemas.microsoft.com/office/drawing/2014/main" id="{08ABD59F-A9D1-48B5-9F1F-0AAEA4C0200D}"/>
                </a:ext>
              </a:extLst>
            </p:cNvPr>
            <p:cNvSpPr txBox="1"/>
            <p:nvPr/>
          </p:nvSpPr>
          <p:spPr>
            <a:xfrm>
              <a:off x="3563408" y="3872786"/>
              <a:ext cx="2717431"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请在此处输入段落标题</a:t>
              </a:r>
            </a:p>
          </p:txBody>
        </p:sp>
        <p:sp>
          <p:nvSpPr>
            <p:cNvPr id="28" name="文本框 27">
              <a:extLst>
                <a:ext uri="{FF2B5EF4-FFF2-40B4-BE49-F238E27FC236}">
                  <a16:creationId xmlns:a16="http://schemas.microsoft.com/office/drawing/2014/main" id="{78F51A16-CF8B-43B8-81D3-09450419B436}"/>
                </a:ext>
              </a:extLst>
            </p:cNvPr>
            <p:cNvSpPr txBox="1"/>
            <p:nvPr/>
          </p:nvSpPr>
          <p:spPr>
            <a:xfrm>
              <a:off x="3594628" y="4280655"/>
              <a:ext cx="5743931"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a:t>
              </a:r>
              <a:endParaRPr lang="en-US" altLang="zh-CN" dirty="0">
                <a:latin typeface="+mn-ea"/>
                <a:ea typeface="+mn-ea"/>
              </a:endParaRPr>
            </a:p>
            <a:p>
              <a:pPr algn="l"/>
              <a:r>
                <a:rPr lang="zh-CN" altLang="en-US" dirty="0">
                  <a:latin typeface="+mn-ea"/>
                  <a:ea typeface="+mn-ea"/>
                </a:rPr>
                <a:t>全国重点大学</a:t>
              </a:r>
              <a:r>
                <a:rPr lang="en-US" altLang="zh-CN" dirty="0">
                  <a:latin typeface="+mn-ea"/>
                  <a:ea typeface="+mn-ea"/>
                </a:rPr>
                <a:t>,</a:t>
              </a:r>
              <a:r>
                <a:rPr lang="zh-CN" altLang="en-US" dirty="0">
                  <a:latin typeface="+mn-ea"/>
                  <a:ea typeface="+mn-ea"/>
                </a:rPr>
                <a:t>是我国最早兴办、享誉海内外的著名高等学府。</a:t>
              </a:r>
            </a:p>
          </p:txBody>
        </p:sp>
      </p:grpSp>
      <p:grpSp>
        <p:nvGrpSpPr>
          <p:cNvPr id="32" name="组合 31">
            <a:extLst>
              <a:ext uri="{FF2B5EF4-FFF2-40B4-BE49-F238E27FC236}">
                <a16:creationId xmlns:a16="http://schemas.microsoft.com/office/drawing/2014/main" id="{5A8563E9-C1E3-46D1-81CC-90BE53AF67DB}"/>
              </a:ext>
            </a:extLst>
          </p:cNvPr>
          <p:cNvGrpSpPr/>
          <p:nvPr/>
        </p:nvGrpSpPr>
        <p:grpSpPr>
          <a:xfrm>
            <a:off x="642675" y="438656"/>
            <a:ext cx="3637225" cy="805798"/>
            <a:chOff x="642675" y="438656"/>
            <a:chExt cx="3637225" cy="805798"/>
          </a:xfrm>
        </p:grpSpPr>
        <p:cxnSp>
          <p:nvCxnSpPr>
            <p:cNvPr id="33" name="直接连接符 32">
              <a:extLst>
                <a:ext uri="{FF2B5EF4-FFF2-40B4-BE49-F238E27FC236}">
                  <a16:creationId xmlns:a16="http://schemas.microsoft.com/office/drawing/2014/main" id="{25BC2C46-54C9-45F3-88AF-F8B5D5E62E78}"/>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34" name="圆: 空心 33">
              <a:extLst>
                <a:ext uri="{FF2B5EF4-FFF2-40B4-BE49-F238E27FC236}">
                  <a16:creationId xmlns:a16="http://schemas.microsoft.com/office/drawing/2014/main" id="{CF2E6B6D-03E8-426D-81F5-755E603DA441}"/>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35" name="组合 34">
              <a:extLst>
                <a:ext uri="{FF2B5EF4-FFF2-40B4-BE49-F238E27FC236}">
                  <a16:creationId xmlns:a16="http://schemas.microsoft.com/office/drawing/2014/main" id="{CD99597E-FA44-4776-BB21-E2598604A0B6}"/>
                </a:ext>
              </a:extLst>
            </p:cNvPr>
            <p:cNvGrpSpPr/>
            <p:nvPr/>
          </p:nvGrpSpPr>
          <p:grpSpPr>
            <a:xfrm>
              <a:off x="965378" y="612615"/>
              <a:ext cx="3314522" cy="461929"/>
              <a:chOff x="1228903" y="612615"/>
              <a:chExt cx="3314522" cy="461929"/>
            </a:xfrm>
          </p:grpSpPr>
          <p:sp>
            <p:nvSpPr>
              <p:cNvPr id="39" name="平行四边形 17">
                <a:extLst>
                  <a:ext uri="{FF2B5EF4-FFF2-40B4-BE49-F238E27FC236}">
                    <a16:creationId xmlns:a16="http://schemas.microsoft.com/office/drawing/2014/main" id="{757DA36A-3F8E-4F7F-830A-E6FBA3D0A46A}"/>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40" name="文本框 39">
                <a:extLst>
                  <a:ext uri="{FF2B5EF4-FFF2-40B4-BE49-F238E27FC236}">
                    <a16:creationId xmlns:a16="http://schemas.microsoft.com/office/drawing/2014/main" id="{9C1A4172-789F-4BBF-A7B8-ACABC2C8C545}"/>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36" name="组合 35">
              <a:extLst>
                <a:ext uri="{FF2B5EF4-FFF2-40B4-BE49-F238E27FC236}">
                  <a16:creationId xmlns:a16="http://schemas.microsoft.com/office/drawing/2014/main" id="{AACAD6BA-77AC-42E4-9B9E-378ECBFA4C0E}"/>
                </a:ext>
              </a:extLst>
            </p:cNvPr>
            <p:cNvGrpSpPr/>
            <p:nvPr/>
          </p:nvGrpSpPr>
          <p:grpSpPr>
            <a:xfrm>
              <a:off x="796868" y="502318"/>
              <a:ext cx="503761" cy="591759"/>
              <a:chOff x="2062799" y="2137478"/>
              <a:chExt cx="767369" cy="901421"/>
            </a:xfrm>
          </p:grpSpPr>
          <p:sp>
            <p:nvSpPr>
              <p:cNvPr id="37" name="椭圆 36">
                <a:extLst>
                  <a:ext uri="{FF2B5EF4-FFF2-40B4-BE49-F238E27FC236}">
                    <a16:creationId xmlns:a16="http://schemas.microsoft.com/office/drawing/2014/main" id="{65949C6C-6D48-49B4-AFA3-8E6487389791}"/>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38" name="文本框 37">
                <a:extLst>
                  <a:ext uri="{FF2B5EF4-FFF2-40B4-BE49-F238E27FC236}">
                    <a16:creationId xmlns:a16="http://schemas.microsoft.com/office/drawing/2014/main" id="{220565E9-0B19-44D6-BD72-C87C9292CB36}"/>
                  </a:ext>
                </a:extLst>
              </p:cNvPr>
              <p:cNvSpPr txBox="1"/>
              <p:nvPr>
                <p:custDataLst>
                  <p:tags r:id="rId2"/>
                </p:custDataLst>
              </p:nvPr>
            </p:nvSpPr>
            <p:spPr>
              <a:xfrm>
                <a:off x="2149696" y="2137478"/>
                <a:ext cx="513303" cy="819500"/>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Tree>
    <p:extLst>
      <p:ext uri="{BB962C8B-B14F-4D97-AF65-F5344CB8AC3E}">
        <p14:creationId xmlns:p14="http://schemas.microsoft.com/office/powerpoint/2010/main" val="6544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CB3ECAA6-5552-4DCE-8925-93AD096D295D}"/>
              </a:ext>
            </a:extLst>
          </p:cNvPr>
          <p:cNvSpPr/>
          <p:nvPr/>
        </p:nvSpPr>
        <p:spPr>
          <a:xfrm>
            <a:off x="1191819" y="1508977"/>
            <a:ext cx="2841334" cy="4095906"/>
          </a:xfrm>
          <a:prstGeom prst="roundRect">
            <a:avLst>
              <a:gd name="adj" fmla="val 4268"/>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13" name="矩形: 圆角 12">
            <a:extLst>
              <a:ext uri="{FF2B5EF4-FFF2-40B4-BE49-F238E27FC236}">
                <a16:creationId xmlns:a16="http://schemas.microsoft.com/office/drawing/2014/main" id="{87655F40-AC30-4233-8E74-FB8F9A81F4BC}"/>
              </a:ext>
            </a:extLst>
          </p:cNvPr>
          <p:cNvSpPr/>
          <p:nvPr/>
        </p:nvSpPr>
        <p:spPr>
          <a:xfrm>
            <a:off x="4644841" y="1508977"/>
            <a:ext cx="2841334" cy="4095906"/>
          </a:xfrm>
          <a:prstGeom prst="roundRect">
            <a:avLst>
              <a:gd name="adj" fmla="val 4268"/>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14" name="矩形: 圆角 13">
            <a:extLst>
              <a:ext uri="{FF2B5EF4-FFF2-40B4-BE49-F238E27FC236}">
                <a16:creationId xmlns:a16="http://schemas.microsoft.com/office/drawing/2014/main" id="{809F7BF0-B7CC-4B0B-90FF-D356C1CF7644}"/>
              </a:ext>
            </a:extLst>
          </p:cNvPr>
          <p:cNvSpPr/>
          <p:nvPr/>
        </p:nvSpPr>
        <p:spPr>
          <a:xfrm>
            <a:off x="8097863" y="1508977"/>
            <a:ext cx="2841334" cy="4095906"/>
          </a:xfrm>
          <a:prstGeom prst="roundRect">
            <a:avLst>
              <a:gd name="adj" fmla="val 4268"/>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57" name="组合 56">
            <a:extLst>
              <a:ext uri="{FF2B5EF4-FFF2-40B4-BE49-F238E27FC236}">
                <a16:creationId xmlns:a16="http://schemas.microsoft.com/office/drawing/2014/main" id="{1BA01108-C8FE-40E0-982F-45DA10854165}"/>
              </a:ext>
            </a:extLst>
          </p:cNvPr>
          <p:cNvGrpSpPr/>
          <p:nvPr/>
        </p:nvGrpSpPr>
        <p:grpSpPr>
          <a:xfrm>
            <a:off x="1766732" y="1837486"/>
            <a:ext cx="1691509" cy="3030493"/>
            <a:chOff x="1766731" y="1837486"/>
            <a:chExt cx="1691509" cy="3030493"/>
          </a:xfrm>
        </p:grpSpPr>
        <p:grpSp>
          <p:nvGrpSpPr>
            <p:cNvPr id="32" name="组合 31">
              <a:extLst>
                <a:ext uri="{FF2B5EF4-FFF2-40B4-BE49-F238E27FC236}">
                  <a16:creationId xmlns:a16="http://schemas.microsoft.com/office/drawing/2014/main" id="{022D93D6-A56A-42A1-8438-0F11F75E6674}"/>
                </a:ext>
              </a:extLst>
            </p:cNvPr>
            <p:cNvGrpSpPr/>
            <p:nvPr/>
          </p:nvGrpSpPr>
          <p:grpSpPr>
            <a:xfrm>
              <a:off x="1766731" y="2026012"/>
              <a:ext cx="1691509" cy="1310874"/>
              <a:chOff x="1766731" y="1877395"/>
              <a:chExt cx="1691509" cy="1310874"/>
            </a:xfrm>
          </p:grpSpPr>
          <p:sp>
            <p:nvSpPr>
              <p:cNvPr id="33" name="文本框 32">
                <a:extLst>
                  <a:ext uri="{FF2B5EF4-FFF2-40B4-BE49-F238E27FC236}">
                    <a16:creationId xmlns:a16="http://schemas.microsoft.com/office/drawing/2014/main" id="{59E56A01-21FF-40E8-A241-4AAE73B49C67}"/>
                  </a:ext>
                </a:extLst>
              </p:cNvPr>
              <p:cNvSpPr txBox="1"/>
              <p:nvPr/>
            </p:nvSpPr>
            <p:spPr>
              <a:xfrm>
                <a:off x="1766731" y="2574935"/>
                <a:ext cx="169150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36" name="直接连接符 35">
                <a:extLst>
                  <a:ext uri="{FF2B5EF4-FFF2-40B4-BE49-F238E27FC236}">
                    <a16:creationId xmlns:a16="http://schemas.microsoft.com/office/drawing/2014/main" id="{9EEFCF00-C60B-4755-82EE-854252FE6218}"/>
                  </a:ext>
                </a:extLst>
              </p:cNvPr>
              <p:cNvCxnSpPr>
                <a:cxnSpLocks/>
              </p:cNvCxnSpPr>
              <p:nvPr/>
            </p:nvCxnSpPr>
            <p:spPr>
              <a:xfrm flipH="1">
                <a:off x="1884158" y="3188269"/>
                <a:ext cx="1448521" cy="0"/>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35" name="图形 34" descr="区块链 轮廓">
                <a:extLst>
                  <a:ext uri="{FF2B5EF4-FFF2-40B4-BE49-F238E27FC236}">
                    <a16:creationId xmlns:a16="http://schemas.microsoft.com/office/drawing/2014/main" id="{24C0317B-73C4-4008-ADBA-3A0482803F9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43678" y="1877395"/>
                <a:ext cx="737617" cy="737617"/>
              </a:xfrm>
              <a:prstGeom prst="rect">
                <a:avLst/>
              </a:prstGeom>
            </p:spPr>
          </p:pic>
        </p:grpSp>
        <p:sp>
          <p:nvSpPr>
            <p:cNvPr id="40" name="圆: 空心 39">
              <a:extLst>
                <a:ext uri="{FF2B5EF4-FFF2-40B4-BE49-F238E27FC236}">
                  <a16:creationId xmlns:a16="http://schemas.microsoft.com/office/drawing/2014/main" id="{13BE0D3F-AC42-4F69-AF9F-F4FF02D61610}"/>
                </a:ext>
              </a:extLst>
            </p:cNvPr>
            <p:cNvSpPr/>
            <p:nvPr/>
          </p:nvSpPr>
          <p:spPr>
            <a:xfrm>
              <a:off x="2022549" y="1837486"/>
              <a:ext cx="1179874" cy="1179876"/>
            </a:xfrm>
            <a:prstGeom prst="donut">
              <a:avLst>
                <a:gd name="adj" fmla="val 17933"/>
              </a:avLst>
            </a:prstGeom>
            <a:gradFill>
              <a:gsLst>
                <a:gs pos="100000">
                  <a:schemeClr val="accent6">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3" name="文本框 42">
              <a:extLst>
                <a:ext uri="{FF2B5EF4-FFF2-40B4-BE49-F238E27FC236}">
                  <a16:creationId xmlns:a16="http://schemas.microsoft.com/office/drawing/2014/main" id="{B5F08819-4AE8-4FE9-855D-80B89BF9D8AF}"/>
                </a:ext>
              </a:extLst>
            </p:cNvPr>
            <p:cNvSpPr txBox="1"/>
            <p:nvPr/>
          </p:nvSpPr>
          <p:spPr>
            <a:xfrm>
              <a:off x="1817439" y="3663984"/>
              <a:ext cx="1640801" cy="1203995"/>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a:t>
              </a:r>
              <a:endParaRPr lang="en-US" altLang="zh-CN" dirty="0">
                <a:latin typeface="+mn-ea"/>
                <a:ea typeface="+mn-ea"/>
              </a:endParaRPr>
            </a:p>
            <a:p>
              <a:pPr algn="l"/>
              <a:r>
                <a:rPr lang="zh-CN" altLang="en-US" dirty="0">
                  <a:latin typeface="+mn-ea"/>
                  <a:ea typeface="+mn-ea"/>
                </a:rPr>
                <a:t>我国最早兴办享</a:t>
              </a:r>
              <a:endParaRPr lang="en-US" altLang="zh-CN" dirty="0">
                <a:latin typeface="+mn-ea"/>
                <a:ea typeface="+mn-ea"/>
              </a:endParaRPr>
            </a:p>
            <a:p>
              <a:pPr algn="l"/>
              <a:r>
                <a:rPr lang="zh-CN" altLang="en-US" dirty="0">
                  <a:latin typeface="+mn-ea"/>
                  <a:ea typeface="+mn-ea"/>
                </a:rPr>
                <a:t>誉海内外的著名</a:t>
              </a:r>
              <a:endParaRPr lang="en-US" altLang="zh-CN" dirty="0">
                <a:latin typeface="+mn-ea"/>
                <a:ea typeface="+mn-ea"/>
              </a:endParaRPr>
            </a:p>
            <a:p>
              <a:pPr algn="l"/>
              <a:r>
                <a:rPr lang="zh-CN" altLang="en-US" dirty="0">
                  <a:latin typeface="+mn-ea"/>
                  <a:ea typeface="+mn-ea"/>
                </a:rPr>
                <a:t>高等学府。</a:t>
              </a:r>
            </a:p>
          </p:txBody>
        </p:sp>
      </p:grpSp>
      <p:grpSp>
        <p:nvGrpSpPr>
          <p:cNvPr id="56" name="组合 55">
            <a:extLst>
              <a:ext uri="{FF2B5EF4-FFF2-40B4-BE49-F238E27FC236}">
                <a16:creationId xmlns:a16="http://schemas.microsoft.com/office/drawing/2014/main" id="{0EC98AAC-26A2-4D0C-8E2B-A6BDC1B7D9CA}"/>
              </a:ext>
            </a:extLst>
          </p:cNvPr>
          <p:cNvGrpSpPr/>
          <p:nvPr/>
        </p:nvGrpSpPr>
        <p:grpSpPr>
          <a:xfrm>
            <a:off x="5219753" y="1847517"/>
            <a:ext cx="1691510" cy="3020462"/>
            <a:chOff x="5250245" y="1847517"/>
            <a:chExt cx="1691510" cy="3020462"/>
          </a:xfrm>
        </p:grpSpPr>
        <p:sp>
          <p:nvSpPr>
            <p:cNvPr id="15" name="圆: 空心 14">
              <a:extLst>
                <a:ext uri="{FF2B5EF4-FFF2-40B4-BE49-F238E27FC236}">
                  <a16:creationId xmlns:a16="http://schemas.microsoft.com/office/drawing/2014/main" id="{D94466BF-7ED5-4904-80BB-9C5050FA6AEF}"/>
                </a:ext>
              </a:extLst>
            </p:cNvPr>
            <p:cNvSpPr/>
            <p:nvPr/>
          </p:nvSpPr>
          <p:spPr>
            <a:xfrm>
              <a:off x="5506063" y="1847517"/>
              <a:ext cx="1179874" cy="1179876"/>
            </a:xfrm>
            <a:prstGeom prst="donut">
              <a:avLst>
                <a:gd name="adj" fmla="val 17933"/>
              </a:avLst>
            </a:prstGeom>
            <a:gradFill>
              <a:gsLst>
                <a:gs pos="100000">
                  <a:schemeClr val="accent6">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26" name="文本框 25">
              <a:extLst>
                <a:ext uri="{FF2B5EF4-FFF2-40B4-BE49-F238E27FC236}">
                  <a16:creationId xmlns:a16="http://schemas.microsoft.com/office/drawing/2014/main" id="{BDEB9050-D13B-4D43-B70A-99472BD6F74E}"/>
                </a:ext>
              </a:extLst>
            </p:cNvPr>
            <p:cNvSpPr txBox="1"/>
            <p:nvPr/>
          </p:nvSpPr>
          <p:spPr>
            <a:xfrm>
              <a:off x="5250245" y="2729802"/>
              <a:ext cx="169150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28" name="直接连接符 27">
              <a:extLst>
                <a:ext uri="{FF2B5EF4-FFF2-40B4-BE49-F238E27FC236}">
                  <a16:creationId xmlns:a16="http://schemas.microsoft.com/office/drawing/2014/main" id="{B2C23ACF-A4D2-486D-906A-C581AAFD33F0}"/>
                </a:ext>
              </a:extLst>
            </p:cNvPr>
            <p:cNvCxnSpPr>
              <a:cxnSpLocks/>
            </p:cNvCxnSpPr>
            <p:nvPr/>
          </p:nvCxnSpPr>
          <p:spPr>
            <a:xfrm flipH="1">
              <a:off x="5367672" y="3343136"/>
              <a:ext cx="1448521" cy="0"/>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41" name="图形 40" descr="蓝图 轮廓">
              <a:extLst>
                <a:ext uri="{FF2B5EF4-FFF2-40B4-BE49-F238E27FC236}">
                  <a16:creationId xmlns:a16="http://schemas.microsoft.com/office/drawing/2014/main" id="{FC989897-D3C1-49BF-8F90-598A7FB613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23122" y="2093510"/>
              <a:ext cx="737617" cy="737617"/>
            </a:xfrm>
            <a:prstGeom prst="rect">
              <a:avLst/>
            </a:prstGeom>
          </p:spPr>
        </p:pic>
        <p:sp>
          <p:nvSpPr>
            <p:cNvPr id="44" name="文本框 43">
              <a:extLst>
                <a:ext uri="{FF2B5EF4-FFF2-40B4-BE49-F238E27FC236}">
                  <a16:creationId xmlns:a16="http://schemas.microsoft.com/office/drawing/2014/main" id="{2B7E5440-EE47-4AFA-B88D-C64B55EBA1F0}"/>
                </a:ext>
              </a:extLst>
            </p:cNvPr>
            <p:cNvSpPr txBox="1"/>
            <p:nvPr/>
          </p:nvSpPr>
          <p:spPr>
            <a:xfrm>
              <a:off x="5354347" y="3663984"/>
              <a:ext cx="1587408" cy="1203995"/>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a:t>
              </a:r>
              <a:endParaRPr lang="en-US" altLang="zh-CN" dirty="0">
                <a:latin typeface="+mn-ea"/>
                <a:ea typeface="+mn-ea"/>
              </a:endParaRPr>
            </a:p>
            <a:p>
              <a:pPr algn="l"/>
              <a:r>
                <a:rPr lang="zh-CN" altLang="en-US" dirty="0">
                  <a:latin typeface="+mn-ea"/>
                  <a:ea typeface="+mn-ea"/>
                </a:rPr>
                <a:t>我国最早兴办享</a:t>
              </a:r>
              <a:endParaRPr lang="en-US" altLang="zh-CN" dirty="0">
                <a:latin typeface="+mn-ea"/>
                <a:ea typeface="+mn-ea"/>
              </a:endParaRPr>
            </a:p>
            <a:p>
              <a:pPr algn="l"/>
              <a:r>
                <a:rPr lang="zh-CN" altLang="en-US" dirty="0">
                  <a:latin typeface="+mn-ea"/>
                  <a:ea typeface="+mn-ea"/>
                </a:rPr>
                <a:t>誉海内外的著名</a:t>
              </a:r>
              <a:endParaRPr lang="en-US" altLang="zh-CN" dirty="0">
                <a:latin typeface="+mn-ea"/>
                <a:ea typeface="+mn-ea"/>
              </a:endParaRPr>
            </a:p>
            <a:p>
              <a:pPr algn="l"/>
              <a:r>
                <a:rPr lang="zh-CN" altLang="en-US" dirty="0">
                  <a:latin typeface="+mn-ea"/>
                  <a:ea typeface="+mn-ea"/>
                </a:rPr>
                <a:t>高等学府。</a:t>
              </a:r>
            </a:p>
          </p:txBody>
        </p:sp>
      </p:grpSp>
      <p:grpSp>
        <p:nvGrpSpPr>
          <p:cNvPr id="55" name="组合 54">
            <a:extLst>
              <a:ext uri="{FF2B5EF4-FFF2-40B4-BE49-F238E27FC236}">
                <a16:creationId xmlns:a16="http://schemas.microsoft.com/office/drawing/2014/main" id="{C51155F3-E683-41D5-BF74-2149FD7A2B64}"/>
              </a:ext>
            </a:extLst>
          </p:cNvPr>
          <p:cNvGrpSpPr/>
          <p:nvPr/>
        </p:nvGrpSpPr>
        <p:grpSpPr>
          <a:xfrm>
            <a:off x="8672776" y="1828467"/>
            <a:ext cx="1691509" cy="3039512"/>
            <a:chOff x="8733759" y="1828467"/>
            <a:chExt cx="1691509" cy="3039512"/>
          </a:xfrm>
        </p:grpSpPr>
        <p:grpSp>
          <p:nvGrpSpPr>
            <p:cNvPr id="18" name="组合 17">
              <a:extLst>
                <a:ext uri="{FF2B5EF4-FFF2-40B4-BE49-F238E27FC236}">
                  <a16:creationId xmlns:a16="http://schemas.microsoft.com/office/drawing/2014/main" id="{E4964E5D-5ACB-4446-A951-3A84A15DEA11}"/>
                </a:ext>
              </a:extLst>
            </p:cNvPr>
            <p:cNvGrpSpPr/>
            <p:nvPr/>
          </p:nvGrpSpPr>
          <p:grpSpPr>
            <a:xfrm>
              <a:off x="8733759" y="2028407"/>
              <a:ext cx="1691509" cy="1301524"/>
              <a:chOff x="8733759" y="1886745"/>
              <a:chExt cx="1691509" cy="1301524"/>
            </a:xfrm>
          </p:grpSpPr>
          <p:sp>
            <p:nvSpPr>
              <p:cNvPr id="19" name="文本框 18">
                <a:extLst>
                  <a:ext uri="{FF2B5EF4-FFF2-40B4-BE49-F238E27FC236}">
                    <a16:creationId xmlns:a16="http://schemas.microsoft.com/office/drawing/2014/main" id="{C0B7F8FE-058F-4129-A2A1-F29EBE073296}"/>
                  </a:ext>
                </a:extLst>
              </p:cNvPr>
              <p:cNvSpPr txBox="1"/>
              <p:nvPr/>
            </p:nvSpPr>
            <p:spPr>
              <a:xfrm>
                <a:off x="8733759" y="2574935"/>
                <a:ext cx="169150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22" name="直接连接符 21">
                <a:extLst>
                  <a:ext uri="{FF2B5EF4-FFF2-40B4-BE49-F238E27FC236}">
                    <a16:creationId xmlns:a16="http://schemas.microsoft.com/office/drawing/2014/main" id="{57BEFDEE-D9DA-428B-8E96-FABAA8BAD4EE}"/>
                  </a:ext>
                </a:extLst>
              </p:cNvPr>
              <p:cNvCxnSpPr>
                <a:cxnSpLocks/>
              </p:cNvCxnSpPr>
              <p:nvPr/>
            </p:nvCxnSpPr>
            <p:spPr>
              <a:xfrm flipH="1">
                <a:off x="8851186" y="3188269"/>
                <a:ext cx="1448521" cy="0"/>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pic>
            <p:nvPicPr>
              <p:cNvPr id="21" name="图形 20" descr="数据库 轮廓">
                <a:extLst>
                  <a:ext uri="{FF2B5EF4-FFF2-40B4-BE49-F238E27FC236}">
                    <a16:creationId xmlns:a16="http://schemas.microsoft.com/office/drawing/2014/main" id="{FA9DF10F-B8B8-4D5F-9778-C6D699935E6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10706" y="1886745"/>
                <a:ext cx="737617" cy="737617"/>
              </a:xfrm>
              <a:prstGeom prst="rect">
                <a:avLst/>
              </a:prstGeom>
            </p:spPr>
          </p:pic>
        </p:grpSp>
        <p:sp>
          <p:nvSpPr>
            <p:cNvPr id="42" name="圆: 空心 41">
              <a:extLst>
                <a:ext uri="{FF2B5EF4-FFF2-40B4-BE49-F238E27FC236}">
                  <a16:creationId xmlns:a16="http://schemas.microsoft.com/office/drawing/2014/main" id="{BA876858-147D-4990-B9B5-A6C05ADC1DE2}"/>
                </a:ext>
              </a:extLst>
            </p:cNvPr>
            <p:cNvSpPr/>
            <p:nvPr/>
          </p:nvSpPr>
          <p:spPr>
            <a:xfrm>
              <a:off x="8961979" y="1828467"/>
              <a:ext cx="1179874" cy="1179876"/>
            </a:xfrm>
            <a:prstGeom prst="donut">
              <a:avLst>
                <a:gd name="adj" fmla="val 17933"/>
              </a:avLst>
            </a:prstGeom>
            <a:gradFill>
              <a:gsLst>
                <a:gs pos="100000">
                  <a:schemeClr val="accent6">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5" name="文本框 44">
              <a:extLst>
                <a:ext uri="{FF2B5EF4-FFF2-40B4-BE49-F238E27FC236}">
                  <a16:creationId xmlns:a16="http://schemas.microsoft.com/office/drawing/2014/main" id="{B092621B-5ED3-453B-91D1-F40B5431A518}"/>
                </a:ext>
              </a:extLst>
            </p:cNvPr>
            <p:cNvSpPr txBox="1"/>
            <p:nvPr/>
          </p:nvSpPr>
          <p:spPr>
            <a:xfrm>
              <a:off x="8771766" y="3663984"/>
              <a:ext cx="1653502" cy="1203995"/>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a:t>
              </a:r>
              <a:endParaRPr lang="en-US" altLang="zh-CN" dirty="0">
                <a:latin typeface="+mn-ea"/>
                <a:ea typeface="+mn-ea"/>
              </a:endParaRPr>
            </a:p>
            <a:p>
              <a:pPr algn="l"/>
              <a:r>
                <a:rPr lang="zh-CN" altLang="en-US" dirty="0">
                  <a:latin typeface="+mn-ea"/>
                  <a:ea typeface="+mn-ea"/>
                </a:rPr>
                <a:t>我国最早兴办享</a:t>
              </a:r>
              <a:endParaRPr lang="en-US" altLang="zh-CN" dirty="0">
                <a:latin typeface="+mn-ea"/>
                <a:ea typeface="+mn-ea"/>
              </a:endParaRPr>
            </a:p>
            <a:p>
              <a:pPr algn="l"/>
              <a:r>
                <a:rPr lang="zh-CN" altLang="en-US" dirty="0">
                  <a:latin typeface="+mn-ea"/>
                  <a:ea typeface="+mn-ea"/>
                </a:rPr>
                <a:t>誉海内外的著名</a:t>
              </a:r>
              <a:endParaRPr lang="en-US" altLang="zh-CN" dirty="0">
                <a:latin typeface="+mn-ea"/>
                <a:ea typeface="+mn-ea"/>
              </a:endParaRPr>
            </a:p>
            <a:p>
              <a:pPr algn="l"/>
              <a:r>
                <a:rPr lang="zh-CN" altLang="en-US" dirty="0">
                  <a:latin typeface="+mn-ea"/>
                  <a:ea typeface="+mn-ea"/>
                </a:rPr>
                <a:t>高等学府。</a:t>
              </a:r>
            </a:p>
          </p:txBody>
        </p:sp>
      </p:grpSp>
      <p:grpSp>
        <p:nvGrpSpPr>
          <p:cNvPr id="58" name="组合 57">
            <a:extLst>
              <a:ext uri="{FF2B5EF4-FFF2-40B4-BE49-F238E27FC236}">
                <a16:creationId xmlns:a16="http://schemas.microsoft.com/office/drawing/2014/main" id="{F8DF4CEA-48FF-4348-974B-97DD3E6DBA8E}"/>
              </a:ext>
            </a:extLst>
          </p:cNvPr>
          <p:cNvGrpSpPr/>
          <p:nvPr/>
        </p:nvGrpSpPr>
        <p:grpSpPr>
          <a:xfrm>
            <a:off x="642675" y="438656"/>
            <a:ext cx="3637225" cy="805798"/>
            <a:chOff x="642675" y="438656"/>
            <a:chExt cx="3637225" cy="805798"/>
          </a:xfrm>
        </p:grpSpPr>
        <p:cxnSp>
          <p:nvCxnSpPr>
            <p:cNvPr id="59" name="直接连接符 58">
              <a:extLst>
                <a:ext uri="{FF2B5EF4-FFF2-40B4-BE49-F238E27FC236}">
                  <a16:creationId xmlns:a16="http://schemas.microsoft.com/office/drawing/2014/main" id="{7E943016-C359-4355-9B21-96FC74EF3301}"/>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60" name="圆: 空心 59">
              <a:extLst>
                <a:ext uri="{FF2B5EF4-FFF2-40B4-BE49-F238E27FC236}">
                  <a16:creationId xmlns:a16="http://schemas.microsoft.com/office/drawing/2014/main" id="{96DA3311-5CA5-440F-80B8-0E3900B9532B}"/>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61" name="组合 60">
              <a:extLst>
                <a:ext uri="{FF2B5EF4-FFF2-40B4-BE49-F238E27FC236}">
                  <a16:creationId xmlns:a16="http://schemas.microsoft.com/office/drawing/2014/main" id="{0F95F9CA-FE9D-48C4-A62C-A035CE2AE5C9}"/>
                </a:ext>
              </a:extLst>
            </p:cNvPr>
            <p:cNvGrpSpPr/>
            <p:nvPr/>
          </p:nvGrpSpPr>
          <p:grpSpPr>
            <a:xfrm>
              <a:off x="965378" y="612615"/>
              <a:ext cx="3314522" cy="461929"/>
              <a:chOff x="1228903" y="612615"/>
              <a:chExt cx="3314522" cy="461929"/>
            </a:xfrm>
          </p:grpSpPr>
          <p:sp>
            <p:nvSpPr>
              <p:cNvPr id="65" name="平行四边形 17">
                <a:extLst>
                  <a:ext uri="{FF2B5EF4-FFF2-40B4-BE49-F238E27FC236}">
                    <a16:creationId xmlns:a16="http://schemas.microsoft.com/office/drawing/2014/main" id="{78AFF695-0D8E-444F-B955-7D9B5B484EBB}"/>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66" name="文本框 65">
                <a:extLst>
                  <a:ext uri="{FF2B5EF4-FFF2-40B4-BE49-F238E27FC236}">
                    <a16:creationId xmlns:a16="http://schemas.microsoft.com/office/drawing/2014/main" id="{FD75C1D5-AE12-4B12-ACF7-547403F04383}"/>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2" name="组合 61">
              <a:extLst>
                <a:ext uri="{FF2B5EF4-FFF2-40B4-BE49-F238E27FC236}">
                  <a16:creationId xmlns:a16="http://schemas.microsoft.com/office/drawing/2014/main" id="{FBBB54B9-7574-4947-AA38-AE5D64B3F5A7}"/>
                </a:ext>
              </a:extLst>
            </p:cNvPr>
            <p:cNvGrpSpPr/>
            <p:nvPr/>
          </p:nvGrpSpPr>
          <p:grpSpPr>
            <a:xfrm>
              <a:off x="796868" y="502318"/>
              <a:ext cx="503761" cy="591759"/>
              <a:chOff x="2062799" y="2137478"/>
              <a:chExt cx="767369" cy="901421"/>
            </a:xfrm>
          </p:grpSpPr>
          <p:sp>
            <p:nvSpPr>
              <p:cNvPr id="63" name="椭圆 62">
                <a:extLst>
                  <a:ext uri="{FF2B5EF4-FFF2-40B4-BE49-F238E27FC236}">
                    <a16:creationId xmlns:a16="http://schemas.microsoft.com/office/drawing/2014/main" id="{B42E6451-79BA-4662-B08D-3FA098D29FBD}"/>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64" name="文本框 63">
                <a:extLst>
                  <a:ext uri="{FF2B5EF4-FFF2-40B4-BE49-F238E27FC236}">
                    <a16:creationId xmlns:a16="http://schemas.microsoft.com/office/drawing/2014/main" id="{3BC2722D-AF94-4191-98BF-356D269A053B}"/>
                  </a:ext>
                </a:extLst>
              </p:cNvPr>
              <p:cNvSpPr txBox="1"/>
              <p:nvPr>
                <p:custDataLst>
                  <p:tags r:id="rId2"/>
                </p:custDataLst>
              </p:nvPr>
            </p:nvSpPr>
            <p:spPr>
              <a:xfrm>
                <a:off x="2149696" y="2137478"/>
                <a:ext cx="513303" cy="819500"/>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Tree>
    <p:extLst>
      <p:ext uri="{BB962C8B-B14F-4D97-AF65-F5344CB8AC3E}">
        <p14:creationId xmlns:p14="http://schemas.microsoft.com/office/powerpoint/2010/main" val="416093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建筑的摆设布局&#10;&#10;描述已自动生成">
            <a:extLst>
              <a:ext uri="{FF2B5EF4-FFF2-40B4-BE49-F238E27FC236}">
                <a16:creationId xmlns:a16="http://schemas.microsoft.com/office/drawing/2014/main" id="{BBAA28D6-F319-48C5-A729-B4F5B010C4B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13895" y="2073334"/>
            <a:ext cx="8693892" cy="4680252"/>
          </a:xfrm>
          <a:prstGeom prst="rect">
            <a:avLst/>
          </a:prstGeom>
        </p:spPr>
      </p:pic>
      <p:sp>
        <p:nvSpPr>
          <p:cNvPr id="19" name="矩形: 圆角 18">
            <a:extLst>
              <a:ext uri="{FF2B5EF4-FFF2-40B4-BE49-F238E27FC236}">
                <a16:creationId xmlns:a16="http://schemas.microsoft.com/office/drawing/2014/main" id="{43FB1C33-B41D-4105-B50F-637B5548E9F8}"/>
              </a:ext>
            </a:extLst>
          </p:cNvPr>
          <p:cNvSpPr/>
          <p:nvPr/>
        </p:nvSpPr>
        <p:spPr>
          <a:xfrm rot="10800000">
            <a:off x="853914" y="2132159"/>
            <a:ext cx="1592012" cy="2410914"/>
          </a:xfrm>
          <a:prstGeom prst="roundRect">
            <a:avLst>
              <a:gd name="adj" fmla="val 5308"/>
            </a:avLst>
          </a:prstGeom>
          <a:gradFill>
            <a:gsLst>
              <a:gs pos="0">
                <a:schemeClr val="bg1"/>
              </a:gs>
              <a:gs pos="32000">
                <a:srgbClr val="FFFFFF">
                  <a:alpha val="84000"/>
                </a:srgbClr>
              </a:gs>
              <a:gs pos="74000">
                <a:schemeClr val="bg1">
                  <a:alpha val="0"/>
                </a:schemeClr>
              </a:gs>
            </a:gsLst>
            <a:lin ang="5400000" scaled="1"/>
          </a:gradFill>
          <a:ln w="19050">
            <a:gradFill>
              <a:gsLst>
                <a:gs pos="0">
                  <a:schemeClr val="accent1"/>
                </a:gs>
                <a:gs pos="74000">
                  <a:schemeClr val="accent1">
                    <a:alpha val="0"/>
                  </a:schemeClr>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26" name="组合 25">
            <a:extLst>
              <a:ext uri="{FF2B5EF4-FFF2-40B4-BE49-F238E27FC236}">
                <a16:creationId xmlns:a16="http://schemas.microsoft.com/office/drawing/2014/main" id="{874955A6-D60D-4288-974C-E655C99479BE}"/>
              </a:ext>
            </a:extLst>
          </p:cNvPr>
          <p:cNvGrpSpPr/>
          <p:nvPr/>
        </p:nvGrpSpPr>
        <p:grpSpPr>
          <a:xfrm>
            <a:off x="853915" y="1578859"/>
            <a:ext cx="1592011" cy="1592013"/>
            <a:chOff x="1094179" y="1748731"/>
            <a:chExt cx="1592011" cy="1592013"/>
          </a:xfrm>
        </p:grpSpPr>
        <p:grpSp>
          <p:nvGrpSpPr>
            <p:cNvPr id="21" name="组合 20">
              <a:extLst>
                <a:ext uri="{FF2B5EF4-FFF2-40B4-BE49-F238E27FC236}">
                  <a16:creationId xmlns:a16="http://schemas.microsoft.com/office/drawing/2014/main" id="{D0BE5A15-8695-4CC1-907C-271D7E36583B}"/>
                </a:ext>
              </a:extLst>
            </p:cNvPr>
            <p:cNvGrpSpPr/>
            <p:nvPr/>
          </p:nvGrpSpPr>
          <p:grpSpPr>
            <a:xfrm>
              <a:off x="1094179" y="1748731"/>
              <a:ext cx="1592011" cy="1592013"/>
              <a:chOff x="935739" y="1637101"/>
              <a:chExt cx="4666776" cy="4666784"/>
            </a:xfrm>
          </p:grpSpPr>
          <p:sp>
            <p:nvSpPr>
              <p:cNvPr id="24" name="圆: 空心 23">
                <a:extLst>
                  <a:ext uri="{FF2B5EF4-FFF2-40B4-BE49-F238E27FC236}">
                    <a16:creationId xmlns:a16="http://schemas.microsoft.com/office/drawing/2014/main" id="{1F82D89B-9A81-46BE-9C4E-DC5E4CB21CF4}"/>
                  </a:ext>
                </a:extLst>
              </p:cNvPr>
              <p:cNvSpPr/>
              <p:nvPr/>
            </p:nvSpPr>
            <p:spPr>
              <a:xfrm>
                <a:off x="935739" y="1637101"/>
                <a:ext cx="4666776" cy="4666784"/>
              </a:xfrm>
              <a:prstGeom prst="donut">
                <a:avLst>
                  <a:gd name="adj" fmla="val 13120"/>
                </a:avLst>
              </a:prstGeom>
              <a:gradFill>
                <a:gsLst>
                  <a:gs pos="100000">
                    <a:schemeClr val="accent6">
                      <a:alpha val="55000"/>
                    </a:schemeClr>
                  </a:gs>
                  <a:gs pos="0">
                    <a:schemeClr val="accent1">
                      <a:alpha val="4000"/>
                    </a:schemeClr>
                  </a:gs>
                </a:gsLst>
                <a:lin ang="5400000" scaled="1"/>
              </a:gradFill>
              <a:ln w="15081">
                <a:gradFill>
                  <a:gsLst>
                    <a:gs pos="100000">
                      <a:schemeClr val="accent6"/>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25" name="椭圆 24">
                <a:extLst>
                  <a:ext uri="{FF2B5EF4-FFF2-40B4-BE49-F238E27FC236}">
                    <a16:creationId xmlns:a16="http://schemas.microsoft.com/office/drawing/2014/main" id="{D7A07DC1-365E-4C19-8DBE-49CC1E9C53B4}"/>
                  </a:ext>
                </a:extLst>
              </p:cNvPr>
              <p:cNvSpPr/>
              <p:nvPr>
                <p:custDataLst>
                  <p:tags r:id="rId7"/>
                </p:custDataLst>
              </p:nvPr>
            </p:nvSpPr>
            <p:spPr>
              <a:xfrm>
                <a:off x="1799678" y="2501039"/>
                <a:ext cx="2938897" cy="293890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5392" dist="51079" dir="18000001" sx="98000" sy="98000"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pic>
          <p:nvPicPr>
            <p:cNvPr id="23" name="图形 22" descr="雷达图 轮廓">
              <a:extLst>
                <a:ext uri="{FF2B5EF4-FFF2-40B4-BE49-F238E27FC236}">
                  <a16:creationId xmlns:a16="http://schemas.microsoft.com/office/drawing/2014/main" id="{1D32976C-B0E6-41AC-B822-2322A89B33B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544056" y="2179246"/>
              <a:ext cx="694702" cy="694702"/>
            </a:xfrm>
            <a:prstGeom prst="rect">
              <a:avLst/>
            </a:prstGeom>
            <a:effectLst>
              <a:outerShdw blurRad="41986" dist="31490" dir="5400000" algn="t" rotWithShape="0">
                <a:srgbClr val="C00000">
                  <a:alpha val="22000"/>
                </a:srgbClr>
              </a:outerShdw>
            </a:effectLst>
          </p:spPr>
        </p:pic>
      </p:grpSp>
      <p:sp>
        <p:nvSpPr>
          <p:cNvPr id="27" name="矩形: 圆角 26">
            <a:extLst>
              <a:ext uri="{FF2B5EF4-FFF2-40B4-BE49-F238E27FC236}">
                <a16:creationId xmlns:a16="http://schemas.microsoft.com/office/drawing/2014/main" id="{A4E47F3B-E12E-4438-98EE-88364D569953}"/>
              </a:ext>
            </a:extLst>
          </p:cNvPr>
          <p:cNvSpPr/>
          <p:nvPr/>
        </p:nvSpPr>
        <p:spPr>
          <a:xfrm rot="10800000">
            <a:off x="2969981" y="2132159"/>
            <a:ext cx="1592012" cy="2410914"/>
          </a:xfrm>
          <a:prstGeom prst="roundRect">
            <a:avLst>
              <a:gd name="adj" fmla="val 5308"/>
            </a:avLst>
          </a:prstGeom>
          <a:gradFill>
            <a:gsLst>
              <a:gs pos="0">
                <a:schemeClr val="bg1"/>
              </a:gs>
              <a:gs pos="32000">
                <a:srgbClr val="FFFFFF">
                  <a:alpha val="84000"/>
                </a:srgbClr>
              </a:gs>
              <a:gs pos="74000">
                <a:schemeClr val="bg1">
                  <a:alpha val="0"/>
                </a:schemeClr>
              </a:gs>
            </a:gsLst>
            <a:lin ang="5400000" scaled="1"/>
          </a:gradFill>
          <a:ln w="19050">
            <a:gradFill>
              <a:gsLst>
                <a:gs pos="0">
                  <a:schemeClr val="accent1"/>
                </a:gs>
                <a:gs pos="74000">
                  <a:schemeClr val="accent1">
                    <a:alpha val="0"/>
                  </a:schemeClr>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29" name="组合 28">
            <a:extLst>
              <a:ext uri="{FF2B5EF4-FFF2-40B4-BE49-F238E27FC236}">
                <a16:creationId xmlns:a16="http://schemas.microsoft.com/office/drawing/2014/main" id="{7E6BAC2E-5840-4379-BBD8-18D099F3FA59}"/>
              </a:ext>
            </a:extLst>
          </p:cNvPr>
          <p:cNvGrpSpPr/>
          <p:nvPr/>
        </p:nvGrpSpPr>
        <p:grpSpPr>
          <a:xfrm>
            <a:off x="2969982" y="1578859"/>
            <a:ext cx="1592011" cy="1592013"/>
            <a:chOff x="935739" y="1637101"/>
            <a:chExt cx="4666776" cy="4666784"/>
          </a:xfrm>
        </p:grpSpPr>
        <p:sp>
          <p:nvSpPr>
            <p:cNvPr id="31" name="圆: 空心 30">
              <a:extLst>
                <a:ext uri="{FF2B5EF4-FFF2-40B4-BE49-F238E27FC236}">
                  <a16:creationId xmlns:a16="http://schemas.microsoft.com/office/drawing/2014/main" id="{DC301777-699E-4B2C-9B5F-CFEC583270EB}"/>
                </a:ext>
              </a:extLst>
            </p:cNvPr>
            <p:cNvSpPr/>
            <p:nvPr/>
          </p:nvSpPr>
          <p:spPr>
            <a:xfrm>
              <a:off x="935739" y="1637101"/>
              <a:ext cx="4666776" cy="4666784"/>
            </a:xfrm>
            <a:prstGeom prst="donut">
              <a:avLst>
                <a:gd name="adj" fmla="val 13120"/>
              </a:avLst>
            </a:prstGeom>
            <a:gradFill>
              <a:gsLst>
                <a:gs pos="100000">
                  <a:schemeClr val="accent6">
                    <a:alpha val="55000"/>
                  </a:schemeClr>
                </a:gs>
                <a:gs pos="0">
                  <a:schemeClr val="accent1">
                    <a:alpha val="4000"/>
                  </a:schemeClr>
                </a:gs>
              </a:gsLst>
              <a:lin ang="5400000" scaled="1"/>
            </a:gradFill>
            <a:ln w="15081">
              <a:gradFill>
                <a:gsLst>
                  <a:gs pos="100000">
                    <a:schemeClr val="accent6"/>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32" name="椭圆 31">
              <a:extLst>
                <a:ext uri="{FF2B5EF4-FFF2-40B4-BE49-F238E27FC236}">
                  <a16:creationId xmlns:a16="http://schemas.microsoft.com/office/drawing/2014/main" id="{B5EB775A-6150-4B6F-BF74-56E628B37F7B}"/>
                </a:ext>
              </a:extLst>
            </p:cNvPr>
            <p:cNvSpPr/>
            <p:nvPr>
              <p:custDataLst>
                <p:tags r:id="rId6"/>
              </p:custDataLst>
            </p:nvPr>
          </p:nvSpPr>
          <p:spPr>
            <a:xfrm>
              <a:off x="1799678" y="2501039"/>
              <a:ext cx="2938897" cy="293890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5392" dist="51079" dir="18000001" sx="98000" sy="98000" rotWithShape="0">
                <a:schemeClr val="accent1">
                  <a:lumMod val="20000"/>
                  <a:lumOff val="8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sp>
        <p:nvSpPr>
          <p:cNvPr id="33" name="文本框 32">
            <a:extLst>
              <a:ext uri="{FF2B5EF4-FFF2-40B4-BE49-F238E27FC236}">
                <a16:creationId xmlns:a16="http://schemas.microsoft.com/office/drawing/2014/main" id="{3352946B-8B67-42EE-AD97-F5354E584E4F}"/>
              </a:ext>
            </a:extLst>
          </p:cNvPr>
          <p:cNvSpPr txBox="1"/>
          <p:nvPr/>
        </p:nvSpPr>
        <p:spPr>
          <a:xfrm>
            <a:off x="949189" y="3337616"/>
            <a:ext cx="1401463"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a:t>
            </a:r>
            <a:endParaRPr lang="en-US" altLang="zh-CN" dirty="0">
              <a:latin typeface="+mn-ea"/>
              <a:ea typeface="+mn-ea"/>
            </a:endParaRPr>
          </a:p>
          <a:p>
            <a:pPr algn="l"/>
            <a:r>
              <a:rPr lang="zh-CN" altLang="en-US" dirty="0">
                <a:latin typeface="+mn-ea"/>
                <a:ea typeface="+mn-ea"/>
              </a:rPr>
              <a:t>享誉海内外的</a:t>
            </a:r>
            <a:endParaRPr lang="en-US" altLang="zh-CN" dirty="0">
              <a:latin typeface="+mn-ea"/>
              <a:ea typeface="+mn-ea"/>
            </a:endParaRPr>
          </a:p>
          <a:p>
            <a:pPr algn="l"/>
            <a:r>
              <a:rPr lang="zh-CN" altLang="en-US" dirty="0">
                <a:latin typeface="+mn-ea"/>
                <a:ea typeface="+mn-ea"/>
              </a:rPr>
              <a:t>著名高等学府</a:t>
            </a:r>
          </a:p>
        </p:txBody>
      </p:sp>
      <p:sp>
        <p:nvSpPr>
          <p:cNvPr id="34" name="文本框 33">
            <a:extLst>
              <a:ext uri="{FF2B5EF4-FFF2-40B4-BE49-F238E27FC236}">
                <a16:creationId xmlns:a16="http://schemas.microsoft.com/office/drawing/2014/main" id="{93CBA874-929C-4649-A2E9-36768E5BC7B3}"/>
              </a:ext>
            </a:extLst>
          </p:cNvPr>
          <p:cNvSpPr txBox="1"/>
          <p:nvPr/>
        </p:nvSpPr>
        <p:spPr>
          <a:xfrm>
            <a:off x="3065255" y="3337616"/>
            <a:ext cx="1401463"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a:t>
            </a:r>
            <a:endParaRPr lang="en-US" altLang="zh-CN" dirty="0">
              <a:latin typeface="+mn-ea"/>
              <a:ea typeface="+mn-ea"/>
            </a:endParaRPr>
          </a:p>
          <a:p>
            <a:pPr algn="l"/>
            <a:r>
              <a:rPr lang="zh-CN" altLang="en-US" dirty="0">
                <a:latin typeface="+mn-ea"/>
                <a:ea typeface="+mn-ea"/>
              </a:rPr>
              <a:t>享誉海内外的</a:t>
            </a:r>
            <a:endParaRPr lang="en-US" altLang="zh-CN" dirty="0">
              <a:latin typeface="+mn-ea"/>
              <a:ea typeface="+mn-ea"/>
            </a:endParaRPr>
          </a:p>
          <a:p>
            <a:pPr algn="l"/>
            <a:r>
              <a:rPr lang="zh-CN" altLang="en-US" dirty="0">
                <a:latin typeface="+mn-ea"/>
                <a:ea typeface="+mn-ea"/>
              </a:rPr>
              <a:t>著名高等学府</a:t>
            </a:r>
          </a:p>
        </p:txBody>
      </p:sp>
      <p:sp>
        <p:nvSpPr>
          <p:cNvPr id="37" name="矩形: 圆角 36">
            <a:extLst>
              <a:ext uri="{FF2B5EF4-FFF2-40B4-BE49-F238E27FC236}">
                <a16:creationId xmlns:a16="http://schemas.microsoft.com/office/drawing/2014/main" id="{DEC217BA-EE66-486F-8FEA-9F614475B2FB}"/>
              </a:ext>
            </a:extLst>
          </p:cNvPr>
          <p:cNvSpPr/>
          <p:nvPr/>
        </p:nvSpPr>
        <p:spPr>
          <a:xfrm rot="10800000">
            <a:off x="7591814" y="2132159"/>
            <a:ext cx="1592012" cy="2410914"/>
          </a:xfrm>
          <a:prstGeom prst="roundRect">
            <a:avLst>
              <a:gd name="adj" fmla="val 5308"/>
            </a:avLst>
          </a:prstGeom>
          <a:gradFill>
            <a:gsLst>
              <a:gs pos="0">
                <a:schemeClr val="bg1"/>
              </a:gs>
              <a:gs pos="32000">
                <a:srgbClr val="FFFFFF">
                  <a:alpha val="84000"/>
                </a:srgbClr>
              </a:gs>
              <a:gs pos="74000">
                <a:schemeClr val="bg1">
                  <a:alpha val="0"/>
                </a:schemeClr>
              </a:gs>
            </a:gsLst>
            <a:lin ang="5400000" scaled="1"/>
          </a:gradFill>
          <a:ln w="19050">
            <a:gradFill>
              <a:gsLst>
                <a:gs pos="0">
                  <a:schemeClr val="accent1"/>
                </a:gs>
                <a:gs pos="74000">
                  <a:schemeClr val="accent1">
                    <a:alpha val="0"/>
                  </a:schemeClr>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47" name="组合 46">
            <a:extLst>
              <a:ext uri="{FF2B5EF4-FFF2-40B4-BE49-F238E27FC236}">
                <a16:creationId xmlns:a16="http://schemas.microsoft.com/office/drawing/2014/main" id="{C0E8BD5B-1965-4CA6-8CAC-3BC6485CB430}"/>
              </a:ext>
            </a:extLst>
          </p:cNvPr>
          <p:cNvGrpSpPr/>
          <p:nvPr/>
        </p:nvGrpSpPr>
        <p:grpSpPr>
          <a:xfrm>
            <a:off x="7591815" y="1578859"/>
            <a:ext cx="1592011" cy="1592013"/>
            <a:chOff x="935739" y="1637101"/>
            <a:chExt cx="4666776" cy="4666784"/>
          </a:xfrm>
        </p:grpSpPr>
        <p:sp>
          <p:nvSpPr>
            <p:cNvPr id="49" name="圆: 空心 48">
              <a:extLst>
                <a:ext uri="{FF2B5EF4-FFF2-40B4-BE49-F238E27FC236}">
                  <a16:creationId xmlns:a16="http://schemas.microsoft.com/office/drawing/2014/main" id="{AB23A44E-A542-4DD8-BDA6-6B34F7C20A3A}"/>
                </a:ext>
              </a:extLst>
            </p:cNvPr>
            <p:cNvSpPr/>
            <p:nvPr/>
          </p:nvSpPr>
          <p:spPr>
            <a:xfrm>
              <a:off x="935739" y="1637101"/>
              <a:ext cx="4666776" cy="4666784"/>
            </a:xfrm>
            <a:prstGeom prst="donut">
              <a:avLst>
                <a:gd name="adj" fmla="val 13120"/>
              </a:avLst>
            </a:prstGeom>
            <a:gradFill>
              <a:gsLst>
                <a:gs pos="100000">
                  <a:schemeClr val="accent6">
                    <a:alpha val="55000"/>
                  </a:schemeClr>
                </a:gs>
                <a:gs pos="0">
                  <a:schemeClr val="accent1">
                    <a:alpha val="4000"/>
                  </a:schemeClr>
                </a:gs>
              </a:gsLst>
              <a:lin ang="5400000" scaled="1"/>
            </a:gradFill>
            <a:ln w="15081">
              <a:gradFill>
                <a:gsLst>
                  <a:gs pos="100000">
                    <a:schemeClr val="accent6"/>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50" name="椭圆 49">
              <a:extLst>
                <a:ext uri="{FF2B5EF4-FFF2-40B4-BE49-F238E27FC236}">
                  <a16:creationId xmlns:a16="http://schemas.microsoft.com/office/drawing/2014/main" id="{D1C3792D-90DB-4DC4-AA72-F7F213693ADA}"/>
                </a:ext>
              </a:extLst>
            </p:cNvPr>
            <p:cNvSpPr/>
            <p:nvPr>
              <p:custDataLst>
                <p:tags r:id="rId5"/>
              </p:custDataLst>
            </p:nvPr>
          </p:nvSpPr>
          <p:spPr>
            <a:xfrm>
              <a:off x="1799678" y="2501039"/>
              <a:ext cx="2938897" cy="293890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5392" dist="51079" dir="18000001" sx="98000" sy="98000" rotWithShape="0">
                <a:schemeClr val="accent1">
                  <a:lumMod val="20000"/>
                  <a:lumOff val="8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sp>
        <p:nvSpPr>
          <p:cNvPr id="39" name="矩形: 圆角 38">
            <a:extLst>
              <a:ext uri="{FF2B5EF4-FFF2-40B4-BE49-F238E27FC236}">
                <a16:creationId xmlns:a16="http://schemas.microsoft.com/office/drawing/2014/main" id="{0A94EE15-D2B6-4E26-831A-6D82689A9792}"/>
              </a:ext>
            </a:extLst>
          </p:cNvPr>
          <p:cNvSpPr/>
          <p:nvPr/>
        </p:nvSpPr>
        <p:spPr>
          <a:xfrm rot="10800000">
            <a:off x="9707881" y="2132159"/>
            <a:ext cx="1592012" cy="2410914"/>
          </a:xfrm>
          <a:prstGeom prst="roundRect">
            <a:avLst>
              <a:gd name="adj" fmla="val 5308"/>
            </a:avLst>
          </a:prstGeom>
          <a:gradFill>
            <a:gsLst>
              <a:gs pos="0">
                <a:schemeClr val="bg1"/>
              </a:gs>
              <a:gs pos="32000">
                <a:srgbClr val="FFFFFF">
                  <a:alpha val="84000"/>
                </a:srgbClr>
              </a:gs>
              <a:gs pos="74000">
                <a:schemeClr val="bg1">
                  <a:alpha val="0"/>
                </a:schemeClr>
              </a:gs>
            </a:gsLst>
            <a:lin ang="5400000" scaled="1"/>
          </a:gradFill>
          <a:ln w="19050">
            <a:gradFill>
              <a:gsLst>
                <a:gs pos="0">
                  <a:schemeClr val="accent1"/>
                </a:gs>
                <a:gs pos="74000">
                  <a:schemeClr val="accent1">
                    <a:alpha val="0"/>
                  </a:schemeClr>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43" name="组合 42">
            <a:extLst>
              <a:ext uri="{FF2B5EF4-FFF2-40B4-BE49-F238E27FC236}">
                <a16:creationId xmlns:a16="http://schemas.microsoft.com/office/drawing/2014/main" id="{E8271649-BCB5-42E5-872D-F326113A0524}"/>
              </a:ext>
            </a:extLst>
          </p:cNvPr>
          <p:cNvGrpSpPr/>
          <p:nvPr/>
        </p:nvGrpSpPr>
        <p:grpSpPr>
          <a:xfrm>
            <a:off x="9707882" y="1578859"/>
            <a:ext cx="1592011" cy="1592013"/>
            <a:chOff x="935739" y="1637101"/>
            <a:chExt cx="4666776" cy="4666784"/>
          </a:xfrm>
        </p:grpSpPr>
        <p:sp>
          <p:nvSpPr>
            <p:cNvPr id="45" name="圆: 空心 44">
              <a:extLst>
                <a:ext uri="{FF2B5EF4-FFF2-40B4-BE49-F238E27FC236}">
                  <a16:creationId xmlns:a16="http://schemas.microsoft.com/office/drawing/2014/main" id="{5B7FF661-074E-4D81-A0B5-A2B5BFA4654C}"/>
                </a:ext>
              </a:extLst>
            </p:cNvPr>
            <p:cNvSpPr/>
            <p:nvPr/>
          </p:nvSpPr>
          <p:spPr>
            <a:xfrm>
              <a:off x="935739" y="1637101"/>
              <a:ext cx="4666776" cy="4666784"/>
            </a:xfrm>
            <a:prstGeom prst="donut">
              <a:avLst>
                <a:gd name="adj" fmla="val 13120"/>
              </a:avLst>
            </a:prstGeom>
            <a:gradFill>
              <a:gsLst>
                <a:gs pos="100000">
                  <a:schemeClr val="accent6">
                    <a:alpha val="55000"/>
                  </a:schemeClr>
                </a:gs>
                <a:gs pos="0">
                  <a:schemeClr val="accent1">
                    <a:alpha val="4000"/>
                  </a:schemeClr>
                </a:gs>
              </a:gsLst>
              <a:lin ang="5400000" scaled="1"/>
            </a:gradFill>
            <a:ln w="15081">
              <a:gradFill>
                <a:gsLst>
                  <a:gs pos="100000">
                    <a:schemeClr val="accent6"/>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6" name="椭圆 45">
              <a:extLst>
                <a:ext uri="{FF2B5EF4-FFF2-40B4-BE49-F238E27FC236}">
                  <a16:creationId xmlns:a16="http://schemas.microsoft.com/office/drawing/2014/main" id="{6EA1C9E3-3F9D-423B-90DF-3BA5F442A8DA}"/>
                </a:ext>
              </a:extLst>
            </p:cNvPr>
            <p:cNvSpPr/>
            <p:nvPr>
              <p:custDataLst>
                <p:tags r:id="rId4"/>
              </p:custDataLst>
            </p:nvPr>
          </p:nvSpPr>
          <p:spPr>
            <a:xfrm>
              <a:off x="1799678" y="2501039"/>
              <a:ext cx="2938897" cy="293890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5392" dist="51079" dir="18000001" sx="98000" sy="98000" rotWithShape="0">
                <a:schemeClr val="accent1">
                  <a:lumMod val="20000"/>
                  <a:lumOff val="8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sp>
        <p:nvSpPr>
          <p:cNvPr id="41" name="文本框 40">
            <a:extLst>
              <a:ext uri="{FF2B5EF4-FFF2-40B4-BE49-F238E27FC236}">
                <a16:creationId xmlns:a16="http://schemas.microsoft.com/office/drawing/2014/main" id="{0748479C-B706-4511-A16E-5C1CF0863FC3}"/>
              </a:ext>
            </a:extLst>
          </p:cNvPr>
          <p:cNvSpPr txBox="1"/>
          <p:nvPr/>
        </p:nvSpPr>
        <p:spPr>
          <a:xfrm>
            <a:off x="7687089" y="3337616"/>
            <a:ext cx="1401463"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a:t>
            </a:r>
            <a:endParaRPr lang="en-US" altLang="zh-CN" dirty="0">
              <a:latin typeface="+mn-ea"/>
              <a:ea typeface="+mn-ea"/>
            </a:endParaRPr>
          </a:p>
          <a:p>
            <a:pPr algn="l"/>
            <a:r>
              <a:rPr lang="zh-CN" altLang="en-US" dirty="0">
                <a:latin typeface="+mn-ea"/>
                <a:ea typeface="+mn-ea"/>
              </a:rPr>
              <a:t>享誉海内外的</a:t>
            </a:r>
            <a:endParaRPr lang="en-US" altLang="zh-CN" dirty="0">
              <a:latin typeface="+mn-ea"/>
              <a:ea typeface="+mn-ea"/>
            </a:endParaRPr>
          </a:p>
          <a:p>
            <a:pPr algn="l"/>
            <a:r>
              <a:rPr lang="zh-CN" altLang="en-US" dirty="0">
                <a:latin typeface="+mn-ea"/>
                <a:ea typeface="+mn-ea"/>
              </a:rPr>
              <a:t>著名高等学府</a:t>
            </a:r>
          </a:p>
        </p:txBody>
      </p:sp>
      <p:sp>
        <p:nvSpPr>
          <p:cNvPr id="42" name="文本框 41">
            <a:extLst>
              <a:ext uri="{FF2B5EF4-FFF2-40B4-BE49-F238E27FC236}">
                <a16:creationId xmlns:a16="http://schemas.microsoft.com/office/drawing/2014/main" id="{687692B9-9147-4C47-94E7-4E21DC457EED}"/>
              </a:ext>
            </a:extLst>
          </p:cNvPr>
          <p:cNvSpPr txBox="1"/>
          <p:nvPr/>
        </p:nvSpPr>
        <p:spPr>
          <a:xfrm>
            <a:off x="9803155" y="3337616"/>
            <a:ext cx="1401463"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a:t>
            </a:r>
            <a:endParaRPr lang="en-US" altLang="zh-CN" dirty="0">
              <a:latin typeface="+mn-ea"/>
              <a:ea typeface="+mn-ea"/>
            </a:endParaRPr>
          </a:p>
          <a:p>
            <a:pPr algn="l"/>
            <a:r>
              <a:rPr lang="zh-CN" altLang="en-US" dirty="0">
                <a:latin typeface="+mn-ea"/>
                <a:ea typeface="+mn-ea"/>
              </a:rPr>
              <a:t>享誉海内外的</a:t>
            </a:r>
            <a:endParaRPr lang="en-US" altLang="zh-CN" dirty="0">
              <a:latin typeface="+mn-ea"/>
              <a:ea typeface="+mn-ea"/>
            </a:endParaRPr>
          </a:p>
          <a:p>
            <a:pPr algn="l"/>
            <a:r>
              <a:rPr lang="zh-CN" altLang="en-US" dirty="0">
                <a:latin typeface="+mn-ea"/>
                <a:ea typeface="+mn-ea"/>
              </a:rPr>
              <a:t>著名高等学府</a:t>
            </a:r>
          </a:p>
        </p:txBody>
      </p:sp>
      <p:pic>
        <p:nvPicPr>
          <p:cNvPr id="51" name="图形 50" descr="Ui Ux 轮廓">
            <a:extLst>
              <a:ext uri="{FF2B5EF4-FFF2-40B4-BE49-F238E27FC236}">
                <a16:creationId xmlns:a16="http://schemas.microsoft.com/office/drawing/2014/main" id="{BAB35CA2-B4A9-41B4-8AF3-7CB50B77FC76}"/>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18635" y="2027514"/>
            <a:ext cx="694702" cy="694702"/>
          </a:xfrm>
          <a:prstGeom prst="rect">
            <a:avLst/>
          </a:prstGeom>
          <a:effectLst>
            <a:outerShdw blurRad="41986" dist="31490" dir="5400000" algn="t" rotWithShape="0">
              <a:srgbClr val="C00000">
                <a:alpha val="22000"/>
              </a:srgbClr>
            </a:outerShdw>
          </a:effectLst>
        </p:spPr>
      </p:pic>
      <p:pic>
        <p:nvPicPr>
          <p:cNvPr id="52" name="图形 51" descr="影响者 轮廓">
            <a:extLst>
              <a:ext uri="{FF2B5EF4-FFF2-40B4-BE49-F238E27FC236}">
                <a16:creationId xmlns:a16="http://schemas.microsoft.com/office/drawing/2014/main" id="{304427B2-F322-4452-B046-F09CE9B172E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040469" y="2021484"/>
            <a:ext cx="694702" cy="694702"/>
          </a:xfrm>
          <a:prstGeom prst="rect">
            <a:avLst/>
          </a:prstGeom>
          <a:effectLst>
            <a:outerShdw blurRad="41986" dist="31490" dir="5400000" algn="t" rotWithShape="0">
              <a:srgbClr val="C00000">
                <a:alpha val="22000"/>
              </a:srgbClr>
            </a:outerShdw>
          </a:effectLst>
        </p:spPr>
      </p:pic>
      <p:pic>
        <p:nvPicPr>
          <p:cNvPr id="53" name="图形 52" descr="联机会议 轮廓">
            <a:extLst>
              <a:ext uri="{FF2B5EF4-FFF2-40B4-BE49-F238E27FC236}">
                <a16:creationId xmlns:a16="http://schemas.microsoft.com/office/drawing/2014/main" id="{11D9F018-BF62-40A8-99DE-B3DB3F062EB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74370" y="2018914"/>
            <a:ext cx="694702" cy="694702"/>
          </a:xfrm>
          <a:prstGeom prst="rect">
            <a:avLst/>
          </a:prstGeom>
          <a:effectLst>
            <a:outerShdw blurRad="41986" dist="31490" dir="5400000" algn="t" rotWithShape="0">
              <a:srgbClr val="C00000">
                <a:alpha val="22000"/>
              </a:srgbClr>
            </a:outerShdw>
          </a:effectLst>
        </p:spPr>
      </p:pic>
      <p:grpSp>
        <p:nvGrpSpPr>
          <p:cNvPr id="57" name="组合 56">
            <a:extLst>
              <a:ext uri="{FF2B5EF4-FFF2-40B4-BE49-F238E27FC236}">
                <a16:creationId xmlns:a16="http://schemas.microsoft.com/office/drawing/2014/main" id="{77B16E3A-C426-4230-8FE1-2B64824E92AB}"/>
              </a:ext>
            </a:extLst>
          </p:cNvPr>
          <p:cNvGrpSpPr/>
          <p:nvPr/>
        </p:nvGrpSpPr>
        <p:grpSpPr>
          <a:xfrm>
            <a:off x="0" y="5656110"/>
            <a:ext cx="12192000" cy="1201891"/>
            <a:chOff x="0" y="5656110"/>
            <a:chExt cx="12192000" cy="1201891"/>
          </a:xfrm>
        </p:grpSpPr>
        <p:sp>
          <p:nvSpPr>
            <p:cNvPr id="56" name="任意多边形: 形状 55">
              <a:extLst>
                <a:ext uri="{FF2B5EF4-FFF2-40B4-BE49-F238E27FC236}">
                  <a16:creationId xmlns:a16="http://schemas.microsoft.com/office/drawing/2014/main" id="{E2D9DFCD-7F55-4689-99D4-7B9596544921}"/>
                </a:ext>
              </a:extLst>
            </p:cNvPr>
            <p:cNvSpPr/>
            <p:nvPr/>
          </p:nvSpPr>
          <p:spPr>
            <a:xfrm>
              <a:off x="0" y="5656110"/>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8" name="任意多边形: 形状 17">
              <a:extLst>
                <a:ext uri="{FF2B5EF4-FFF2-40B4-BE49-F238E27FC236}">
                  <a16:creationId xmlns:a16="http://schemas.microsoft.com/office/drawing/2014/main" id="{0FC784E1-5A47-4498-935D-C56070A6AA37}"/>
                </a:ext>
              </a:extLst>
            </p:cNvPr>
            <p:cNvSpPr/>
            <p:nvPr/>
          </p:nvSpPr>
          <p:spPr>
            <a:xfrm>
              <a:off x="0" y="5918274"/>
              <a:ext cx="12192000" cy="939727"/>
            </a:xfrm>
            <a:custGeom>
              <a:avLst/>
              <a:gdLst>
                <a:gd name="connsiteX0" fmla="*/ 12192000 w 12192000"/>
                <a:gd name="connsiteY0" fmla="*/ 0 h 939727"/>
                <a:gd name="connsiteX1" fmla="*/ 12192000 w 12192000"/>
                <a:gd name="connsiteY1" fmla="*/ 939727 h 939727"/>
                <a:gd name="connsiteX2" fmla="*/ 0 w 12192000"/>
                <a:gd name="connsiteY2" fmla="*/ 939727 h 939727"/>
                <a:gd name="connsiteX3" fmla="*/ 0 w 12192000"/>
                <a:gd name="connsiteY3" fmla="*/ 15471 h 939727"/>
                <a:gd name="connsiteX4" fmla="*/ 7114 w 12192000"/>
                <a:gd name="connsiteY4" fmla="*/ 17607 h 939727"/>
                <a:gd name="connsiteX5" fmla="*/ 6070277 w 12192000"/>
                <a:gd name="connsiteY5" fmla="*/ 610411 h 939727"/>
                <a:gd name="connsiteX6" fmla="*/ 11973870 w 12192000"/>
                <a:gd name="connsiteY6" fmla="*/ 59853 h 93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939727">
                  <a:moveTo>
                    <a:pt x="12192000" y="0"/>
                  </a:moveTo>
                  <a:lnTo>
                    <a:pt x="12192000" y="939727"/>
                  </a:lnTo>
                  <a:lnTo>
                    <a:pt x="0" y="939727"/>
                  </a:lnTo>
                  <a:lnTo>
                    <a:pt x="0" y="15471"/>
                  </a:lnTo>
                  <a:lnTo>
                    <a:pt x="7114" y="17607"/>
                  </a:lnTo>
                  <a:cubicBezTo>
                    <a:pt x="1299591" y="374562"/>
                    <a:pt x="3532427" y="610411"/>
                    <a:pt x="6070277" y="610411"/>
                  </a:cubicBezTo>
                  <a:cubicBezTo>
                    <a:pt x="8506614" y="610411"/>
                    <a:pt x="10661849" y="393053"/>
                    <a:pt x="11973870" y="59853"/>
                  </a:cubicBezTo>
                  <a:close/>
                </a:path>
              </a:pathLst>
            </a:cu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58" name="组合 57">
            <a:extLst>
              <a:ext uri="{FF2B5EF4-FFF2-40B4-BE49-F238E27FC236}">
                <a16:creationId xmlns:a16="http://schemas.microsoft.com/office/drawing/2014/main" id="{ECA6143B-31A1-49E1-AF18-E0993E8F5CF1}"/>
              </a:ext>
            </a:extLst>
          </p:cNvPr>
          <p:cNvGrpSpPr/>
          <p:nvPr/>
        </p:nvGrpSpPr>
        <p:grpSpPr>
          <a:xfrm>
            <a:off x="642675" y="438656"/>
            <a:ext cx="3637225" cy="805798"/>
            <a:chOff x="642675" y="438656"/>
            <a:chExt cx="3637225" cy="805798"/>
          </a:xfrm>
        </p:grpSpPr>
        <p:cxnSp>
          <p:nvCxnSpPr>
            <p:cNvPr id="59" name="直接连接符 58">
              <a:extLst>
                <a:ext uri="{FF2B5EF4-FFF2-40B4-BE49-F238E27FC236}">
                  <a16:creationId xmlns:a16="http://schemas.microsoft.com/office/drawing/2014/main" id="{40D6DEF2-F004-4EDB-89F5-A7EB8B8922D0}"/>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60" name="圆: 空心 59">
              <a:extLst>
                <a:ext uri="{FF2B5EF4-FFF2-40B4-BE49-F238E27FC236}">
                  <a16:creationId xmlns:a16="http://schemas.microsoft.com/office/drawing/2014/main" id="{1913DCC0-AC05-426F-97A5-B16A5C1DE673}"/>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61" name="组合 60">
              <a:extLst>
                <a:ext uri="{FF2B5EF4-FFF2-40B4-BE49-F238E27FC236}">
                  <a16:creationId xmlns:a16="http://schemas.microsoft.com/office/drawing/2014/main" id="{1D82B6A4-F53F-4855-829E-21C29C6E8AC5}"/>
                </a:ext>
              </a:extLst>
            </p:cNvPr>
            <p:cNvGrpSpPr/>
            <p:nvPr/>
          </p:nvGrpSpPr>
          <p:grpSpPr>
            <a:xfrm>
              <a:off x="965378" y="612615"/>
              <a:ext cx="3314522" cy="461929"/>
              <a:chOff x="1228903" y="612615"/>
              <a:chExt cx="3314522" cy="461929"/>
            </a:xfrm>
          </p:grpSpPr>
          <p:sp>
            <p:nvSpPr>
              <p:cNvPr id="65" name="平行四边形 17">
                <a:extLst>
                  <a:ext uri="{FF2B5EF4-FFF2-40B4-BE49-F238E27FC236}">
                    <a16:creationId xmlns:a16="http://schemas.microsoft.com/office/drawing/2014/main" id="{EAEC736F-3EA5-4FCF-B1A4-9D2141A0054B}"/>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66" name="文本框 65">
                <a:extLst>
                  <a:ext uri="{FF2B5EF4-FFF2-40B4-BE49-F238E27FC236}">
                    <a16:creationId xmlns:a16="http://schemas.microsoft.com/office/drawing/2014/main" id="{F9B70AE9-45A0-4295-AA44-B31432FB68BD}"/>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2" name="组合 61">
              <a:extLst>
                <a:ext uri="{FF2B5EF4-FFF2-40B4-BE49-F238E27FC236}">
                  <a16:creationId xmlns:a16="http://schemas.microsoft.com/office/drawing/2014/main" id="{6478EF34-A679-454F-84FD-B3E0D3E95FB3}"/>
                </a:ext>
              </a:extLst>
            </p:cNvPr>
            <p:cNvGrpSpPr/>
            <p:nvPr/>
          </p:nvGrpSpPr>
          <p:grpSpPr>
            <a:xfrm>
              <a:off x="796868" y="502318"/>
              <a:ext cx="503761" cy="591759"/>
              <a:chOff x="2062799" y="2137478"/>
              <a:chExt cx="767369" cy="901421"/>
            </a:xfrm>
          </p:grpSpPr>
          <p:sp>
            <p:nvSpPr>
              <p:cNvPr id="63" name="椭圆 62">
                <a:extLst>
                  <a:ext uri="{FF2B5EF4-FFF2-40B4-BE49-F238E27FC236}">
                    <a16:creationId xmlns:a16="http://schemas.microsoft.com/office/drawing/2014/main" id="{DE60C6EB-CB0C-4FFD-BA87-076335C4AE60}"/>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64" name="文本框 63">
                <a:extLst>
                  <a:ext uri="{FF2B5EF4-FFF2-40B4-BE49-F238E27FC236}">
                    <a16:creationId xmlns:a16="http://schemas.microsoft.com/office/drawing/2014/main" id="{3BE8E267-8996-4878-AFB8-01CEB037B2C3}"/>
                  </a:ext>
                </a:extLst>
              </p:cNvPr>
              <p:cNvSpPr txBox="1"/>
              <p:nvPr>
                <p:custDataLst>
                  <p:tags r:id="rId2"/>
                </p:custDataLst>
              </p:nvPr>
            </p:nvSpPr>
            <p:spPr>
              <a:xfrm>
                <a:off x="2149696" y="2137478"/>
                <a:ext cx="513303" cy="819500"/>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Tree>
    <p:extLst>
      <p:ext uri="{BB962C8B-B14F-4D97-AF65-F5344CB8AC3E}">
        <p14:creationId xmlns:p14="http://schemas.microsoft.com/office/powerpoint/2010/main" val="4097123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4C589112-2D03-47F9-B710-6C04F8230979}"/>
              </a:ext>
            </a:extLst>
          </p:cNvPr>
          <p:cNvGrpSpPr/>
          <p:nvPr/>
        </p:nvGrpSpPr>
        <p:grpSpPr>
          <a:xfrm>
            <a:off x="4310060" y="1034271"/>
            <a:ext cx="3571881" cy="5525941"/>
            <a:chOff x="4568819" y="976372"/>
            <a:chExt cx="3054361" cy="4725303"/>
          </a:xfrm>
        </p:grpSpPr>
        <p:pic>
          <p:nvPicPr>
            <p:cNvPr id="7" name="图片 6">
              <a:extLst>
                <a:ext uri="{FF2B5EF4-FFF2-40B4-BE49-F238E27FC236}">
                  <a16:creationId xmlns:a16="http://schemas.microsoft.com/office/drawing/2014/main" id="{1667D766-E813-4AE2-B27B-3448D8A03BB6}"/>
                </a:ext>
              </a:extLst>
            </p:cNvPr>
            <p:cNvPicPr>
              <a:picLocks noChangeAspect="1"/>
            </p:cNvPicPr>
            <p:nvPr/>
          </p:nvPicPr>
          <p:blipFill rotWithShape="1">
            <a:blip r:embed="rId5"/>
            <a:srcRect b="5131"/>
            <a:stretch/>
          </p:blipFill>
          <p:spPr>
            <a:xfrm>
              <a:off x="4568819" y="976372"/>
              <a:ext cx="3054361" cy="4725303"/>
            </a:xfrm>
            <a:prstGeom prst="rect">
              <a:avLst/>
            </a:prstGeom>
          </p:spPr>
        </p:pic>
        <p:sp>
          <p:nvSpPr>
            <p:cNvPr id="6" name="圆: 空心 5">
              <a:extLst>
                <a:ext uri="{FF2B5EF4-FFF2-40B4-BE49-F238E27FC236}">
                  <a16:creationId xmlns:a16="http://schemas.microsoft.com/office/drawing/2014/main" id="{BACDB4DA-F732-4EB0-9FD4-CABF35773F34}"/>
                </a:ext>
              </a:extLst>
            </p:cNvPr>
            <p:cNvSpPr/>
            <p:nvPr/>
          </p:nvSpPr>
          <p:spPr>
            <a:xfrm>
              <a:off x="5319787" y="1270791"/>
              <a:ext cx="1641016" cy="1641016"/>
            </a:xfrm>
            <a:prstGeom prst="donut">
              <a:avLst>
                <a:gd name="adj" fmla="val 13120"/>
              </a:avLst>
            </a:prstGeom>
            <a:gradFill>
              <a:gsLst>
                <a:gs pos="100000">
                  <a:schemeClr val="accent2">
                    <a:lumMod val="20000"/>
                    <a:lumOff val="80000"/>
                    <a:alpha val="21000"/>
                  </a:schemeClr>
                </a:gs>
                <a:gs pos="0">
                  <a:schemeClr val="accent1">
                    <a:alpha val="46000"/>
                  </a:schemeClr>
                </a:gs>
              </a:gsLst>
              <a:lin ang="5400000" scaled="1"/>
            </a:gradFill>
            <a:ln w="6350">
              <a:gradFill>
                <a:gsLst>
                  <a:gs pos="100000">
                    <a:srgbClr val="FAE2E3"/>
                  </a:gs>
                  <a:gs pos="20000">
                    <a:srgbClr val="C02027">
                      <a:alpha val="36000"/>
                    </a:srgbClr>
                  </a:gs>
                  <a:gs pos="45000">
                    <a:srgbClr val="C02027">
                      <a:alpha val="43000"/>
                    </a:srgb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grpSp>
        <p:nvGrpSpPr>
          <p:cNvPr id="8" name="组合 7">
            <a:extLst>
              <a:ext uri="{FF2B5EF4-FFF2-40B4-BE49-F238E27FC236}">
                <a16:creationId xmlns:a16="http://schemas.microsoft.com/office/drawing/2014/main" id="{5E068470-7ECC-4955-9546-959755B78A6B}"/>
              </a:ext>
            </a:extLst>
          </p:cNvPr>
          <p:cNvGrpSpPr/>
          <p:nvPr/>
        </p:nvGrpSpPr>
        <p:grpSpPr>
          <a:xfrm>
            <a:off x="642675" y="438656"/>
            <a:ext cx="3637225" cy="805798"/>
            <a:chOff x="642675" y="438656"/>
            <a:chExt cx="3637225" cy="805798"/>
          </a:xfrm>
        </p:grpSpPr>
        <p:cxnSp>
          <p:nvCxnSpPr>
            <p:cNvPr id="9" name="直接连接符 8">
              <a:extLst>
                <a:ext uri="{FF2B5EF4-FFF2-40B4-BE49-F238E27FC236}">
                  <a16:creationId xmlns:a16="http://schemas.microsoft.com/office/drawing/2014/main" id="{86D25208-5365-4B65-9AA8-8ABF9392332A}"/>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0" name="圆: 空心 9">
              <a:extLst>
                <a:ext uri="{FF2B5EF4-FFF2-40B4-BE49-F238E27FC236}">
                  <a16:creationId xmlns:a16="http://schemas.microsoft.com/office/drawing/2014/main" id="{C2C6F6BC-2B98-412E-8F42-1418886B077F}"/>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11" name="组合 10">
              <a:extLst>
                <a:ext uri="{FF2B5EF4-FFF2-40B4-BE49-F238E27FC236}">
                  <a16:creationId xmlns:a16="http://schemas.microsoft.com/office/drawing/2014/main" id="{05CCC0EE-2C63-4656-9CDD-F55B4D494679}"/>
                </a:ext>
              </a:extLst>
            </p:cNvPr>
            <p:cNvGrpSpPr/>
            <p:nvPr/>
          </p:nvGrpSpPr>
          <p:grpSpPr>
            <a:xfrm>
              <a:off x="965378" y="612615"/>
              <a:ext cx="3314522" cy="461929"/>
              <a:chOff x="1228903" y="612615"/>
              <a:chExt cx="3314522" cy="461929"/>
            </a:xfrm>
          </p:grpSpPr>
          <p:sp>
            <p:nvSpPr>
              <p:cNvPr id="15" name="平行四边形 17">
                <a:extLst>
                  <a:ext uri="{FF2B5EF4-FFF2-40B4-BE49-F238E27FC236}">
                    <a16:creationId xmlns:a16="http://schemas.microsoft.com/office/drawing/2014/main" id="{971347F7-9C6F-490F-83C4-27AFCB7AD477}"/>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6" name="文本框 15">
                <a:extLst>
                  <a:ext uri="{FF2B5EF4-FFF2-40B4-BE49-F238E27FC236}">
                    <a16:creationId xmlns:a16="http://schemas.microsoft.com/office/drawing/2014/main" id="{1E85D10F-E85B-4292-9898-3F1B993A6B45}"/>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12" name="组合 11">
              <a:extLst>
                <a:ext uri="{FF2B5EF4-FFF2-40B4-BE49-F238E27FC236}">
                  <a16:creationId xmlns:a16="http://schemas.microsoft.com/office/drawing/2014/main" id="{4E42AF47-3D36-41DD-BA61-A9B4DF67297E}"/>
                </a:ext>
              </a:extLst>
            </p:cNvPr>
            <p:cNvGrpSpPr/>
            <p:nvPr/>
          </p:nvGrpSpPr>
          <p:grpSpPr>
            <a:xfrm>
              <a:off x="796868" y="502318"/>
              <a:ext cx="503761" cy="591759"/>
              <a:chOff x="2062799" y="2137478"/>
              <a:chExt cx="767369" cy="901421"/>
            </a:xfrm>
          </p:grpSpPr>
          <p:sp>
            <p:nvSpPr>
              <p:cNvPr id="13" name="椭圆 12">
                <a:extLst>
                  <a:ext uri="{FF2B5EF4-FFF2-40B4-BE49-F238E27FC236}">
                    <a16:creationId xmlns:a16="http://schemas.microsoft.com/office/drawing/2014/main" id="{05B7B6D6-03C7-40B2-A2B7-187A1422333C}"/>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14" name="文本框 13">
                <a:extLst>
                  <a:ext uri="{FF2B5EF4-FFF2-40B4-BE49-F238E27FC236}">
                    <a16:creationId xmlns:a16="http://schemas.microsoft.com/office/drawing/2014/main" id="{508C45F9-0BDC-4DA8-A641-C2733A6417CA}"/>
                  </a:ext>
                </a:extLst>
              </p:cNvPr>
              <p:cNvSpPr txBox="1"/>
              <p:nvPr>
                <p:custDataLst>
                  <p:tags r:id="rId2"/>
                </p:custDataLst>
              </p:nvPr>
            </p:nvSpPr>
            <p:spPr>
              <a:xfrm>
                <a:off x="2149696" y="2137478"/>
                <a:ext cx="513303" cy="819500"/>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pSp>
        <p:nvGrpSpPr>
          <p:cNvPr id="2" name="组合 1">
            <a:extLst>
              <a:ext uri="{FF2B5EF4-FFF2-40B4-BE49-F238E27FC236}">
                <a16:creationId xmlns:a16="http://schemas.microsoft.com/office/drawing/2014/main" id="{3598AAB8-8679-425E-B5F0-2D04889D1F73}"/>
              </a:ext>
            </a:extLst>
          </p:cNvPr>
          <p:cNvGrpSpPr/>
          <p:nvPr/>
        </p:nvGrpSpPr>
        <p:grpSpPr>
          <a:xfrm>
            <a:off x="0" y="5656110"/>
            <a:ext cx="12192000" cy="1201891"/>
            <a:chOff x="0" y="5656110"/>
            <a:chExt cx="12192000" cy="1201891"/>
          </a:xfrm>
        </p:grpSpPr>
        <p:sp>
          <p:nvSpPr>
            <p:cNvPr id="3" name="任意多边形: 形状 2">
              <a:extLst>
                <a:ext uri="{FF2B5EF4-FFF2-40B4-BE49-F238E27FC236}">
                  <a16:creationId xmlns:a16="http://schemas.microsoft.com/office/drawing/2014/main" id="{A9EBE6FD-8560-446A-BB35-08515FD8E942}"/>
                </a:ext>
              </a:extLst>
            </p:cNvPr>
            <p:cNvSpPr/>
            <p:nvPr/>
          </p:nvSpPr>
          <p:spPr>
            <a:xfrm>
              <a:off x="0" y="5656110"/>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 name="任意多边形: 形状 3">
              <a:extLst>
                <a:ext uri="{FF2B5EF4-FFF2-40B4-BE49-F238E27FC236}">
                  <a16:creationId xmlns:a16="http://schemas.microsoft.com/office/drawing/2014/main" id="{DD1E6374-6CD5-40B6-9E8C-576858080C61}"/>
                </a:ext>
              </a:extLst>
            </p:cNvPr>
            <p:cNvSpPr/>
            <p:nvPr/>
          </p:nvSpPr>
          <p:spPr>
            <a:xfrm>
              <a:off x="0" y="5918274"/>
              <a:ext cx="12192000" cy="939727"/>
            </a:xfrm>
            <a:custGeom>
              <a:avLst/>
              <a:gdLst>
                <a:gd name="connsiteX0" fmla="*/ 12192000 w 12192000"/>
                <a:gd name="connsiteY0" fmla="*/ 0 h 939727"/>
                <a:gd name="connsiteX1" fmla="*/ 12192000 w 12192000"/>
                <a:gd name="connsiteY1" fmla="*/ 939727 h 939727"/>
                <a:gd name="connsiteX2" fmla="*/ 0 w 12192000"/>
                <a:gd name="connsiteY2" fmla="*/ 939727 h 939727"/>
                <a:gd name="connsiteX3" fmla="*/ 0 w 12192000"/>
                <a:gd name="connsiteY3" fmla="*/ 15471 h 939727"/>
                <a:gd name="connsiteX4" fmla="*/ 7114 w 12192000"/>
                <a:gd name="connsiteY4" fmla="*/ 17607 h 939727"/>
                <a:gd name="connsiteX5" fmla="*/ 6070277 w 12192000"/>
                <a:gd name="connsiteY5" fmla="*/ 610411 h 939727"/>
                <a:gd name="connsiteX6" fmla="*/ 11973870 w 12192000"/>
                <a:gd name="connsiteY6" fmla="*/ 59853 h 93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939727">
                  <a:moveTo>
                    <a:pt x="12192000" y="0"/>
                  </a:moveTo>
                  <a:lnTo>
                    <a:pt x="12192000" y="939727"/>
                  </a:lnTo>
                  <a:lnTo>
                    <a:pt x="0" y="939727"/>
                  </a:lnTo>
                  <a:lnTo>
                    <a:pt x="0" y="15471"/>
                  </a:lnTo>
                  <a:lnTo>
                    <a:pt x="7114" y="17607"/>
                  </a:lnTo>
                  <a:cubicBezTo>
                    <a:pt x="1299591" y="374562"/>
                    <a:pt x="3532427" y="610411"/>
                    <a:pt x="6070277" y="610411"/>
                  </a:cubicBezTo>
                  <a:cubicBezTo>
                    <a:pt x="8506614" y="610411"/>
                    <a:pt x="10661849" y="393053"/>
                    <a:pt x="11973870" y="59853"/>
                  </a:cubicBezTo>
                  <a:close/>
                </a:path>
              </a:pathLst>
            </a:cu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8" name="矩形: 圆角 17">
            <a:extLst>
              <a:ext uri="{FF2B5EF4-FFF2-40B4-BE49-F238E27FC236}">
                <a16:creationId xmlns:a16="http://schemas.microsoft.com/office/drawing/2014/main" id="{442F0299-327E-4009-9138-4BB5ACA7945E}"/>
              </a:ext>
            </a:extLst>
          </p:cNvPr>
          <p:cNvSpPr/>
          <p:nvPr/>
        </p:nvSpPr>
        <p:spPr>
          <a:xfrm>
            <a:off x="700313" y="1675285"/>
            <a:ext cx="4335540" cy="703338"/>
          </a:xfrm>
          <a:prstGeom prst="roundRect">
            <a:avLst>
              <a:gd name="adj" fmla="val 9157"/>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19" name="文本框 18">
            <a:extLst>
              <a:ext uri="{FF2B5EF4-FFF2-40B4-BE49-F238E27FC236}">
                <a16:creationId xmlns:a16="http://schemas.microsoft.com/office/drawing/2014/main" id="{8DB503BB-65C1-400B-A4A9-912BCE7CDD9F}"/>
              </a:ext>
            </a:extLst>
          </p:cNvPr>
          <p:cNvSpPr txBox="1"/>
          <p:nvPr/>
        </p:nvSpPr>
        <p:spPr>
          <a:xfrm>
            <a:off x="1637608" y="1834909"/>
            <a:ext cx="2460950"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此处请输入段落标题</a:t>
            </a:r>
          </a:p>
        </p:txBody>
      </p:sp>
      <p:sp>
        <p:nvSpPr>
          <p:cNvPr id="20" name="任意多边形: 形状 19">
            <a:extLst>
              <a:ext uri="{FF2B5EF4-FFF2-40B4-BE49-F238E27FC236}">
                <a16:creationId xmlns:a16="http://schemas.microsoft.com/office/drawing/2014/main" id="{D9861C6F-8EB1-4A59-AFB6-368E2C69E7A3}"/>
              </a:ext>
            </a:extLst>
          </p:cNvPr>
          <p:cNvSpPr/>
          <p:nvPr/>
        </p:nvSpPr>
        <p:spPr>
          <a:xfrm>
            <a:off x="700313" y="2565674"/>
            <a:ext cx="4335540" cy="2129894"/>
          </a:xfrm>
          <a:custGeom>
            <a:avLst/>
            <a:gdLst>
              <a:gd name="connsiteX0" fmla="*/ 88044 w 5130800"/>
              <a:gd name="connsiteY0" fmla="*/ 0 h 2177122"/>
              <a:gd name="connsiteX1" fmla="*/ 5042756 w 5130800"/>
              <a:gd name="connsiteY1" fmla="*/ 0 h 2177122"/>
              <a:gd name="connsiteX2" fmla="*/ 5130800 w 5130800"/>
              <a:gd name="connsiteY2" fmla="*/ 88044 h 2177122"/>
              <a:gd name="connsiteX3" fmla="*/ 5130800 w 5130800"/>
              <a:gd name="connsiteY3" fmla="*/ 2177122 h 2177122"/>
              <a:gd name="connsiteX4" fmla="*/ 0 w 5130800"/>
              <a:gd name="connsiteY4" fmla="*/ 2177122 h 2177122"/>
              <a:gd name="connsiteX5" fmla="*/ 0 w 5130800"/>
              <a:gd name="connsiteY5" fmla="*/ 88044 h 2177122"/>
              <a:gd name="connsiteX6" fmla="*/ 88044 w 5130800"/>
              <a:gd name="connsiteY6" fmla="*/ 0 h 217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0800" h="2177122">
                <a:moveTo>
                  <a:pt x="88044" y="0"/>
                </a:moveTo>
                <a:lnTo>
                  <a:pt x="5042756" y="0"/>
                </a:lnTo>
                <a:cubicBezTo>
                  <a:pt x="5091381" y="0"/>
                  <a:pt x="5130800" y="39419"/>
                  <a:pt x="5130800" y="88044"/>
                </a:cubicBezTo>
                <a:lnTo>
                  <a:pt x="5130800" y="2177122"/>
                </a:lnTo>
                <a:lnTo>
                  <a:pt x="0" y="2177122"/>
                </a:lnTo>
                <a:lnTo>
                  <a:pt x="0" y="88044"/>
                </a:lnTo>
                <a:cubicBezTo>
                  <a:pt x="0" y="39419"/>
                  <a:pt x="39419" y="0"/>
                  <a:pt x="88044" y="0"/>
                </a:cubicBezTo>
                <a:close/>
              </a:path>
            </a:pathLst>
          </a:cu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22" name="任意多边形: 形状 21">
            <a:extLst>
              <a:ext uri="{FF2B5EF4-FFF2-40B4-BE49-F238E27FC236}">
                <a16:creationId xmlns:a16="http://schemas.microsoft.com/office/drawing/2014/main" id="{55786209-0E07-415F-826E-746DECD429D2}"/>
              </a:ext>
            </a:extLst>
          </p:cNvPr>
          <p:cNvSpPr/>
          <p:nvPr/>
        </p:nvSpPr>
        <p:spPr>
          <a:xfrm>
            <a:off x="700313" y="4903935"/>
            <a:ext cx="4335540" cy="778986"/>
          </a:xfrm>
          <a:custGeom>
            <a:avLst/>
            <a:gdLst>
              <a:gd name="connsiteX0" fmla="*/ 0 w 5130800"/>
              <a:gd name="connsiteY0" fmla="*/ 0 h 926300"/>
              <a:gd name="connsiteX1" fmla="*/ 5130800 w 5130800"/>
              <a:gd name="connsiteY1" fmla="*/ 0 h 926300"/>
              <a:gd name="connsiteX2" fmla="*/ 5130800 w 5130800"/>
              <a:gd name="connsiteY2" fmla="*/ 838256 h 926300"/>
              <a:gd name="connsiteX3" fmla="*/ 5042756 w 5130800"/>
              <a:gd name="connsiteY3" fmla="*/ 926300 h 926300"/>
              <a:gd name="connsiteX4" fmla="*/ 88044 w 5130800"/>
              <a:gd name="connsiteY4" fmla="*/ 926300 h 926300"/>
              <a:gd name="connsiteX5" fmla="*/ 0 w 5130800"/>
              <a:gd name="connsiteY5" fmla="*/ 838256 h 926300"/>
              <a:gd name="connsiteX6" fmla="*/ 0 w 5130800"/>
              <a:gd name="connsiteY6" fmla="*/ 0 h 9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0800" h="926300">
                <a:moveTo>
                  <a:pt x="0" y="0"/>
                </a:moveTo>
                <a:lnTo>
                  <a:pt x="5130800" y="0"/>
                </a:lnTo>
                <a:lnTo>
                  <a:pt x="5130800" y="838256"/>
                </a:lnTo>
                <a:cubicBezTo>
                  <a:pt x="5130800" y="886881"/>
                  <a:pt x="5091381" y="926300"/>
                  <a:pt x="5042756" y="926300"/>
                </a:cubicBezTo>
                <a:lnTo>
                  <a:pt x="88044" y="926300"/>
                </a:lnTo>
                <a:cubicBezTo>
                  <a:pt x="39419" y="926300"/>
                  <a:pt x="0" y="886881"/>
                  <a:pt x="0" y="838256"/>
                </a:cubicBezTo>
                <a:lnTo>
                  <a:pt x="0" y="0"/>
                </a:lnTo>
                <a:close/>
              </a:path>
            </a:pathLst>
          </a:custGeom>
          <a:solidFill>
            <a:schemeClr val="accent2">
              <a:lumMod val="20000"/>
              <a:lumOff val="80000"/>
            </a:schemeClr>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23" name="组合 22">
            <a:extLst>
              <a:ext uri="{FF2B5EF4-FFF2-40B4-BE49-F238E27FC236}">
                <a16:creationId xmlns:a16="http://schemas.microsoft.com/office/drawing/2014/main" id="{2497786C-9451-480F-A0F8-2D35FC1237A6}"/>
              </a:ext>
            </a:extLst>
          </p:cNvPr>
          <p:cNvGrpSpPr/>
          <p:nvPr/>
        </p:nvGrpSpPr>
        <p:grpSpPr>
          <a:xfrm>
            <a:off x="1482279" y="4878653"/>
            <a:ext cx="3049425" cy="778986"/>
            <a:chOff x="1188792" y="4767122"/>
            <a:chExt cx="3049425" cy="778986"/>
          </a:xfrm>
        </p:grpSpPr>
        <p:sp>
          <p:nvSpPr>
            <p:cNvPr id="24" name="文本框 23">
              <a:extLst>
                <a:ext uri="{FF2B5EF4-FFF2-40B4-BE49-F238E27FC236}">
                  <a16:creationId xmlns:a16="http://schemas.microsoft.com/office/drawing/2014/main" id="{0DFE250A-30DF-4CAF-A93D-4FAA84B0D51C}"/>
                </a:ext>
              </a:extLst>
            </p:cNvPr>
            <p:cNvSpPr txBox="1"/>
            <p:nvPr/>
          </p:nvSpPr>
          <p:spPr>
            <a:xfrm>
              <a:off x="1904236" y="5004242"/>
              <a:ext cx="2333981" cy="317599"/>
            </a:xfrm>
            <a:prstGeom prst="rect">
              <a:avLst/>
            </a:prstGeom>
            <a:noFill/>
            <a:effectLst/>
          </p:spPr>
          <p:txBody>
            <a:bodyPr wrap="square" lIns="75575" tIns="37788" rIns="75575" bIns="37788" rtlCol="0">
              <a:spAutoFit/>
            </a:bodyPr>
            <a:lstStyle/>
            <a:p>
              <a:pPr algn="ctr">
                <a:lnSpc>
                  <a:spcPct val="120000"/>
                </a:lnSpc>
              </a:pPr>
              <a:r>
                <a:rPr lang="zh-CN" altLang="en-US" sz="1600" dirty="0">
                  <a:latin typeface="+mn-ea"/>
                </a:rPr>
                <a:t>请输入相关标注内容</a:t>
              </a:r>
              <a:endParaRPr lang="en-US" altLang="zh-CN" sz="1600" dirty="0">
                <a:latin typeface="+mn-ea"/>
              </a:endParaRPr>
            </a:p>
          </p:txBody>
        </p:sp>
        <p:pic>
          <p:nvPicPr>
            <p:cNvPr id="25" name="图形 24" descr="远程学习语言 轮廓">
              <a:extLst>
                <a:ext uri="{FF2B5EF4-FFF2-40B4-BE49-F238E27FC236}">
                  <a16:creationId xmlns:a16="http://schemas.microsoft.com/office/drawing/2014/main" id="{79843278-AA1A-4D1D-A13C-454FEBBE30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88792" y="4767122"/>
              <a:ext cx="778986" cy="778986"/>
            </a:xfrm>
            <a:prstGeom prst="rect">
              <a:avLst/>
            </a:prstGeom>
            <a:effectLst/>
          </p:spPr>
        </p:pic>
      </p:grpSp>
      <p:sp>
        <p:nvSpPr>
          <p:cNvPr id="26" name="文本框 25">
            <a:extLst>
              <a:ext uri="{FF2B5EF4-FFF2-40B4-BE49-F238E27FC236}">
                <a16:creationId xmlns:a16="http://schemas.microsoft.com/office/drawing/2014/main" id="{A9EC59C9-5E4E-4515-ADAB-984D5039D3B6}"/>
              </a:ext>
            </a:extLst>
          </p:cNvPr>
          <p:cNvSpPr txBox="1"/>
          <p:nvPr/>
        </p:nvSpPr>
        <p:spPr>
          <a:xfrm>
            <a:off x="1022400" y="3089776"/>
            <a:ext cx="3673425"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西安交通大学是中华人民共和国教育部直属综合性研究型全国重点大学我国最早兴办、享誉海内外的著名高等学府。</a:t>
            </a:r>
          </a:p>
        </p:txBody>
      </p:sp>
      <p:sp>
        <p:nvSpPr>
          <p:cNvPr id="27" name="矩形: 圆角 26">
            <a:extLst>
              <a:ext uri="{FF2B5EF4-FFF2-40B4-BE49-F238E27FC236}">
                <a16:creationId xmlns:a16="http://schemas.microsoft.com/office/drawing/2014/main" id="{04613C2B-12F2-4D69-89BB-24FFB302D62A}"/>
              </a:ext>
            </a:extLst>
          </p:cNvPr>
          <p:cNvSpPr/>
          <p:nvPr/>
        </p:nvSpPr>
        <p:spPr>
          <a:xfrm>
            <a:off x="7178143" y="1675285"/>
            <a:ext cx="4335540" cy="703338"/>
          </a:xfrm>
          <a:prstGeom prst="roundRect">
            <a:avLst>
              <a:gd name="adj" fmla="val 9157"/>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28" name="文本框 27">
            <a:extLst>
              <a:ext uri="{FF2B5EF4-FFF2-40B4-BE49-F238E27FC236}">
                <a16:creationId xmlns:a16="http://schemas.microsoft.com/office/drawing/2014/main" id="{804A8F20-2965-43E2-88A6-CE8FCB4E5C7C}"/>
              </a:ext>
            </a:extLst>
          </p:cNvPr>
          <p:cNvSpPr txBox="1"/>
          <p:nvPr/>
        </p:nvSpPr>
        <p:spPr>
          <a:xfrm>
            <a:off x="8115438" y="1834909"/>
            <a:ext cx="2460950"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此处请输入段落标题</a:t>
            </a:r>
          </a:p>
        </p:txBody>
      </p:sp>
      <p:sp>
        <p:nvSpPr>
          <p:cNvPr id="29" name="任意多边形: 形状 28">
            <a:extLst>
              <a:ext uri="{FF2B5EF4-FFF2-40B4-BE49-F238E27FC236}">
                <a16:creationId xmlns:a16="http://schemas.microsoft.com/office/drawing/2014/main" id="{58ED2EC4-D4DB-411B-BB09-C86E568921C2}"/>
              </a:ext>
            </a:extLst>
          </p:cNvPr>
          <p:cNvSpPr/>
          <p:nvPr/>
        </p:nvSpPr>
        <p:spPr>
          <a:xfrm>
            <a:off x="7178143" y="2565674"/>
            <a:ext cx="4335540" cy="2129894"/>
          </a:xfrm>
          <a:custGeom>
            <a:avLst/>
            <a:gdLst>
              <a:gd name="connsiteX0" fmla="*/ 88044 w 5130800"/>
              <a:gd name="connsiteY0" fmla="*/ 0 h 2177122"/>
              <a:gd name="connsiteX1" fmla="*/ 5042756 w 5130800"/>
              <a:gd name="connsiteY1" fmla="*/ 0 h 2177122"/>
              <a:gd name="connsiteX2" fmla="*/ 5130800 w 5130800"/>
              <a:gd name="connsiteY2" fmla="*/ 88044 h 2177122"/>
              <a:gd name="connsiteX3" fmla="*/ 5130800 w 5130800"/>
              <a:gd name="connsiteY3" fmla="*/ 2177122 h 2177122"/>
              <a:gd name="connsiteX4" fmla="*/ 0 w 5130800"/>
              <a:gd name="connsiteY4" fmla="*/ 2177122 h 2177122"/>
              <a:gd name="connsiteX5" fmla="*/ 0 w 5130800"/>
              <a:gd name="connsiteY5" fmla="*/ 88044 h 2177122"/>
              <a:gd name="connsiteX6" fmla="*/ 88044 w 5130800"/>
              <a:gd name="connsiteY6" fmla="*/ 0 h 217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0800" h="2177122">
                <a:moveTo>
                  <a:pt x="88044" y="0"/>
                </a:moveTo>
                <a:lnTo>
                  <a:pt x="5042756" y="0"/>
                </a:lnTo>
                <a:cubicBezTo>
                  <a:pt x="5091381" y="0"/>
                  <a:pt x="5130800" y="39419"/>
                  <a:pt x="5130800" y="88044"/>
                </a:cubicBezTo>
                <a:lnTo>
                  <a:pt x="5130800" y="2177122"/>
                </a:lnTo>
                <a:lnTo>
                  <a:pt x="0" y="2177122"/>
                </a:lnTo>
                <a:lnTo>
                  <a:pt x="0" y="88044"/>
                </a:lnTo>
                <a:cubicBezTo>
                  <a:pt x="0" y="39419"/>
                  <a:pt x="39419" y="0"/>
                  <a:pt x="88044" y="0"/>
                </a:cubicBezTo>
                <a:close/>
              </a:path>
            </a:pathLst>
          </a:cu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sp>
        <p:nvSpPr>
          <p:cNvPr id="30" name="任意多边形: 形状 29">
            <a:extLst>
              <a:ext uri="{FF2B5EF4-FFF2-40B4-BE49-F238E27FC236}">
                <a16:creationId xmlns:a16="http://schemas.microsoft.com/office/drawing/2014/main" id="{D426FE8A-F787-412D-B9F8-5D0DC9E9255A}"/>
              </a:ext>
            </a:extLst>
          </p:cNvPr>
          <p:cNvSpPr/>
          <p:nvPr/>
        </p:nvSpPr>
        <p:spPr>
          <a:xfrm>
            <a:off x="7178143" y="4903935"/>
            <a:ext cx="4335540" cy="778986"/>
          </a:xfrm>
          <a:custGeom>
            <a:avLst/>
            <a:gdLst>
              <a:gd name="connsiteX0" fmla="*/ 0 w 5130800"/>
              <a:gd name="connsiteY0" fmla="*/ 0 h 926300"/>
              <a:gd name="connsiteX1" fmla="*/ 5130800 w 5130800"/>
              <a:gd name="connsiteY1" fmla="*/ 0 h 926300"/>
              <a:gd name="connsiteX2" fmla="*/ 5130800 w 5130800"/>
              <a:gd name="connsiteY2" fmla="*/ 838256 h 926300"/>
              <a:gd name="connsiteX3" fmla="*/ 5042756 w 5130800"/>
              <a:gd name="connsiteY3" fmla="*/ 926300 h 926300"/>
              <a:gd name="connsiteX4" fmla="*/ 88044 w 5130800"/>
              <a:gd name="connsiteY4" fmla="*/ 926300 h 926300"/>
              <a:gd name="connsiteX5" fmla="*/ 0 w 5130800"/>
              <a:gd name="connsiteY5" fmla="*/ 838256 h 926300"/>
              <a:gd name="connsiteX6" fmla="*/ 0 w 5130800"/>
              <a:gd name="connsiteY6" fmla="*/ 0 h 92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0800" h="926300">
                <a:moveTo>
                  <a:pt x="0" y="0"/>
                </a:moveTo>
                <a:lnTo>
                  <a:pt x="5130800" y="0"/>
                </a:lnTo>
                <a:lnTo>
                  <a:pt x="5130800" y="838256"/>
                </a:lnTo>
                <a:cubicBezTo>
                  <a:pt x="5130800" y="886881"/>
                  <a:pt x="5091381" y="926300"/>
                  <a:pt x="5042756" y="926300"/>
                </a:cubicBezTo>
                <a:lnTo>
                  <a:pt x="88044" y="926300"/>
                </a:lnTo>
                <a:cubicBezTo>
                  <a:pt x="39419" y="926300"/>
                  <a:pt x="0" y="886881"/>
                  <a:pt x="0" y="838256"/>
                </a:cubicBezTo>
                <a:lnTo>
                  <a:pt x="0" y="0"/>
                </a:lnTo>
                <a:close/>
              </a:path>
            </a:pathLst>
          </a:custGeom>
          <a:solidFill>
            <a:schemeClr val="accent2">
              <a:lumMod val="20000"/>
              <a:lumOff val="80000"/>
            </a:schemeClr>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grpSp>
        <p:nvGrpSpPr>
          <p:cNvPr id="31" name="组合 30">
            <a:extLst>
              <a:ext uri="{FF2B5EF4-FFF2-40B4-BE49-F238E27FC236}">
                <a16:creationId xmlns:a16="http://schemas.microsoft.com/office/drawing/2014/main" id="{FF2BEEC1-7A09-4E20-9203-D7D8216BCB7F}"/>
              </a:ext>
            </a:extLst>
          </p:cNvPr>
          <p:cNvGrpSpPr/>
          <p:nvPr/>
        </p:nvGrpSpPr>
        <p:grpSpPr>
          <a:xfrm>
            <a:off x="7960109" y="4878653"/>
            <a:ext cx="3049425" cy="778986"/>
            <a:chOff x="1188792" y="4767122"/>
            <a:chExt cx="3049425" cy="778986"/>
          </a:xfrm>
        </p:grpSpPr>
        <p:sp>
          <p:nvSpPr>
            <p:cNvPr id="32" name="文本框 31">
              <a:extLst>
                <a:ext uri="{FF2B5EF4-FFF2-40B4-BE49-F238E27FC236}">
                  <a16:creationId xmlns:a16="http://schemas.microsoft.com/office/drawing/2014/main" id="{BCFC808C-DF1B-45CA-AEF5-70CAD4292CF5}"/>
                </a:ext>
              </a:extLst>
            </p:cNvPr>
            <p:cNvSpPr txBox="1"/>
            <p:nvPr/>
          </p:nvSpPr>
          <p:spPr>
            <a:xfrm>
              <a:off x="1904236" y="5004242"/>
              <a:ext cx="2333981" cy="317599"/>
            </a:xfrm>
            <a:prstGeom prst="rect">
              <a:avLst/>
            </a:prstGeom>
            <a:noFill/>
            <a:effectLst/>
          </p:spPr>
          <p:txBody>
            <a:bodyPr wrap="square" lIns="75575" tIns="37788" rIns="75575" bIns="37788" rtlCol="0">
              <a:spAutoFit/>
            </a:bodyPr>
            <a:lstStyle/>
            <a:p>
              <a:pPr algn="ctr">
                <a:lnSpc>
                  <a:spcPct val="120000"/>
                </a:lnSpc>
              </a:pPr>
              <a:r>
                <a:rPr lang="zh-CN" altLang="en-US" sz="1600" dirty="0">
                  <a:latin typeface="+mn-ea"/>
                </a:rPr>
                <a:t>请输入相关标注内容</a:t>
              </a:r>
              <a:endParaRPr lang="en-US" altLang="zh-CN" sz="1600" dirty="0">
                <a:latin typeface="+mn-ea"/>
              </a:endParaRPr>
            </a:p>
          </p:txBody>
        </p:sp>
        <p:pic>
          <p:nvPicPr>
            <p:cNvPr id="33" name="图形 32" descr="远程学习语言 轮廓">
              <a:extLst>
                <a:ext uri="{FF2B5EF4-FFF2-40B4-BE49-F238E27FC236}">
                  <a16:creationId xmlns:a16="http://schemas.microsoft.com/office/drawing/2014/main" id="{C67190A0-7A0F-450D-A218-11C266E9FC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88792" y="4767122"/>
              <a:ext cx="778986" cy="778986"/>
            </a:xfrm>
            <a:prstGeom prst="rect">
              <a:avLst/>
            </a:prstGeom>
            <a:effectLst/>
          </p:spPr>
        </p:pic>
      </p:grpSp>
      <p:sp>
        <p:nvSpPr>
          <p:cNvPr id="34" name="文本框 33">
            <a:extLst>
              <a:ext uri="{FF2B5EF4-FFF2-40B4-BE49-F238E27FC236}">
                <a16:creationId xmlns:a16="http://schemas.microsoft.com/office/drawing/2014/main" id="{890BA87C-2179-486C-8CA9-B91275AE2B73}"/>
              </a:ext>
            </a:extLst>
          </p:cNvPr>
          <p:cNvSpPr txBox="1"/>
          <p:nvPr/>
        </p:nvSpPr>
        <p:spPr>
          <a:xfrm>
            <a:off x="7500230" y="3089776"/>
            <a:ext cx="3673425"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西安交通大学是中华人民共和国教育部直属综合性研究型全国重点大学我国最早兴办、享誉海内外的著名高等学府。</a:t>
            </a:r>
          </a:p>
        </p:txBody>
      </p:sp>
    </p:spTree>
    <p:extLst>
      <p:ext uri="{BB962C8B-B14F-4D97-AF65-F5344CB8AC3E}">
        <p14:creationId xmlns:p14="http://schemas.microsoft.com/office/powerpoint/2010/main" val="955575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D06A639-A209-448E-9A12-5DA972602E6A}"/>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F31A35AA-86D1-405D-A074-6B13398B69AF}"/>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C7759BDE-D4B1-4290-A06C-CFC69DB64451}"/>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0798B7A5-EC79-4848-8343-0C57DAF536CD}"/>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3CB17501-9371-4C4C-B8BC-53F308F9B4F5}"/>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58746861-AF99-4415-AFA0-B9CEACA5A7D8}"/>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03E9A560-F6FA-46C0-8FDF-167474C699B1}"/>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B3C5AC71-26C4-430F-BEAF-9ED9B960F204}"/>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A52849DE-CED5-4ECE-9DA0-BF4374DBB8F3}"/>
                  </a:ext>
                </a:extLst>
              </p:cNvPr>
              <p:cNvSpPr txBox="1"/>
              <p:nvPr>
                <p:custDataLst>
                  <p:tags r:id="rId2"/>
                </p:custDataLst>
              </p:nvPr>
            </p:nvSpPr>
            <p:spPr>
              <a:xfrm>
                <a:off x="2149696" y="2137478"/>
                <a:ext cx="513303" cy="819500"/>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1</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pSp>
        <p:nvGrpSpPr>
          <p:cNvPr id="11" name="组合 10">
            <a:extLst>
              <a:ext uri="{FF2B5EF4-FFF2-40B4-BE49-F238E27FC236}">
                <a16:creationId xmlns:a16="http://schemas.microsoft.com/office/drawing/2014/main" id="{F1D1394F-856D-4C44-B968-702316CB826A}"/>
              </a:ext>
            </a:extLst>
          </p:cNvPr>
          <p:cNvGrpSpPr/>
          <p:nvPr/>
        </p:nvGrpSpPr>
        <p:grpSpPr>
          <a:xfrm>
            <a:off x="732970" y="1498334"/>
            <a:ext cx="10727203" cy="637747"/>
            <a:chOff x="732970" y="1498334"/>
            <a:chExt cx="10727203" cy="637747"/>
          </a:xfrm>
        </p:grpSpPr>
        <p:sp>
          <p:nvSpPr>
            <p:cNvPr id="12" name="矩形: 圆角 11">
              <a:extLst>
                <a:ext uri="{FF2B5EF4-FFF2-40B4-BE49-F238E27FC236}">
                  <a16:creationId xmlns:a16="http://schemas.microsoft.com/office/drawing/2014/main" id="{1E0961E1-52F3-45C7-8F9A-B90188D22A4D}"/>
                </a:ext>
              </a:extLst>
            </p:cNvPr>
            <p:cNvSpPr/>
            <p:nvPr/>
          </p:nvSpPr>
          <p:spPr>
            <a:xfrm>
              <a:off x="732970" y="1498334"/>
              <a:ext cx="10727203" cy="637747"/>
            </a:xfrm>
            <a:prstGeom prst="roundRect">
              <a:avLst>
                <a:gd name="adj" fmla="val 6754"/>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13" name="文本框 12">
              <a:extLst>
                <a:ext uri="{FF2B5EF4-FFF2-40B4-BE49-F238E27FC236}">
                  <a16:creationId xmlns:a16="http://schemas.microsoft.com/office/drawing/2014/main" id="{18C34A89-B990-4CCD-9C80-2B223441D843}"/>
                </a:ext>
              </a:extLst>
            </p:cNvPr>
            <p:cNvSpPr txBox="1"/>
            <p:nvPr/>
          </p:nvSpPr>
          <p:spPr>
            <a:xfrm>
              <a:off x="3935783" y="1622818"/>
              <a:ext cx="4320434"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请在此处输入一句得出的结论</a:t>
              </a:r>
            </a:p>
          </p:txBody>
        </p:sp>
      </p:grpSp>
      <p:sp>
        <p:nvSpPr>
          <p:cNvPr id="14" name="矩形: 圆角 13">
            <a:extLst>
              <a:ext uri="{FF2B5EF4-FFF2-40B4-BE49-F238E27FC236}">
                <a16:creationId xmlns:a16="http://schemas.microsoft.com/office/drawing/2014/main" id="{3F6978F4-8D5C-42E5-BD05-F56F63C12D95}"/>
              </a:ext>
            </a:extLst>
          </p:cNvPr>
          <p:cNvSpPr/>
          <p:nvPr/>
        </p:nvSpPr>
        <p:spPr>
          <a:xfrm>
            <a:off x="732970" y="2333419"/>
            <a:ext cx="5130800" cy="1581563"/>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cxnSp>
        <p:nvCxnSpPr>
          <p:cNvPr id="15" name="直接连接符 14">
            <a:extLst>
              <a:ext uri="{FF2B5EF4-FFF2-40B4-BE49-F238E27FC236}">
                <a16:creationId xmlns:a16="http://schemas.microsoft.com/office/drawing/2014/main" id="{5BF14C9F-1D26-499C-949E-2D11F8EF2029}"/>
              </a:ext>
            </a:extLst>
          </p:cNvPr>
          <p:cNvCxnSpPr>
            <a:cxnSpLocks/>
          </p:cNvCxnSpPr>
          <p:nvPr/>
        </p:nvCxnSpPr>
        <p:spPr>
          <a:xfrm>
            <a:off x="2175849" y="2678202"/>
            <a:ext cx="0" cy="927229"/>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7D05A613-81AE-4616-AF18-EEC121F79CB3}"/>
              </a:ext>
            </a:extLst>
          </p:cNvPr>
          <p:cNvGrpSpPr/>
          <p:nvPr/>
        </p:nvGrpSpPr>
        <p:grpSpPr>
          <a:xfrm>
            <a:off x="6315530" y="2333419"/>
            <a:ext cx="5130800" cy="1581563"/>
            <a:chOff x="6315530" y="2333419"/>
            <a:chExt cx="5130800" cy="1581563"/>
          </a:xfrm>
        </p:grpSpPr>
        <p:sp>
          <p:nvSpPr>
            <p:cNvPr id="23" name="矩形: 圆角 22">
              <a:extLst>
                <a:ext uri="{FF2B5EF4-FFF2-40B4-BE49-F238E27FC236}">
                  <a16:creationId xmlns:a16="http://schemas.microsoft.com/office/drawing/2014/main" id="{CEFF7B6E-6A32-4273-8B58-096F411A1F77}"/>
                </a:ext>
              </a:extLst>
            </p:cNvPr>
            <p:cNvSpPr/>
            <p:nvPr/>
          </p:nvSpPr>
          <p:spPr>
            <a:xfrm>
              <a:off x="6315530" y="2333419"/>
              <a:ext cx="5130800" cy="1581563"/>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pic>
          <p:nvPicPr>
            <p:cNvPr id="21" name="图形 20" descr="文凭卷筒 轮廓">
              <a:extLst>
                <a:ext uri="{FF2B5EF4-FFF2-40B4-BE49-F238E27FC236}">
                  <a16:creationId xmlns:a16="http://schemas.microsoft.com/office/drawing/2014/main" id="{41253218-563C-44F0-9054-F65F1E43DDE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55065" y="2793310"/>
              <a:ext cx="914400" cy="833327"/>
            </a:xfrm>
            <a:prstGeom prst="rect">
              <a:avLst/>
            </a:prstGeom>
            <a:effectLst>
              <a:outerShdw blurRad="41986" dist="31490" dir="5400000" algn="t" rotWithShape="0">
                <a:schemeClr val="accent1">
                  <a:alpha val="22000"/>
                </a:schemeClr>
              </a:outerShdw>
            </a:effectLst>
          </p:spPr>
        </p:pic>
        <p:cxnSp>
          <p:nvCxnSpPr>
            <p:cNvPr id="22" name="直接连接符 21">
              <a:extLst>
                <a:ext uri="{FF2B5EF4-FFF2-40B4-BE49-F238E27FC236}">
                  <a16:creationId xmlns:a16="http://schemas.microsoft.com/office/drawing/2014/main" id="{8E77F707-6A70-4E1C-A383-CB5259C34E69}"/>
                </a:ext>
              </a:extLst>
            </p:cNvPr>
            <p:cNvCxnSpPr>
              <a:cxnSpLocks/>
            </p:cNvCxnSpPr>
            <p:nvPr/>
          </p:nvCxnSpPr>
          <p:spPr>
            <a:xfrm>
              <a:off x="7758410" y="2685887"/>
              <a:ext cx="0" cy="927229"/>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27" name="组合 26">
            <a:extLst>
              <a:ext uri="{FF2B5EF4-FFF2-40B4-BE49-F238E27FC236}">
                <a16:creationId xmlns:a16="http://schemas.microsoft.com/office/drawing/2014/main" id="{199D954C-5061-4128-8480-C2E8DA8BC572}"/>
              </a:ext>
            </a:extLst>
          </p:cNvPr>
          <p:cNvGrpSpPr/>
          <p:nvPr/>
        </p:nvGrpSpPr>
        <p:grpSpPr>
          <a:xfrm>
            <a:off x="6315530" y="4152642"/>
            <a:ext cx="5130800" cy="1581563"/>
            <a:chOff x="6315530" y="4152642"/>
            <a:chExt cx="5130800" cy="1581563"/>
          </a:xfrm>
        </p:grpSpPr>
        <p:sp>
          <p:nvSpPr>
            <p:cNvPr id="31" name="矩形: 圆角 30">
              <a:extLst>
                <a:ext uri="{FF2B5EF4-FFF2-40B4-BE49-F238E27FC236}">
                  <a16:creationId xmlns:a16="http://schemas.microsoft.com/office/drawing/2014/main" id="{ABB10BDD-1C12-4B07-A142-824D524CEC6C}"/>
                </a:ext>
              </a:extLst>
            </p:cNvPr>
            <p:cNvSpPr/>
            <p:nvPr/>
          </p:nvSpPr>
          <p:spPr>
            <a:xfrm>
              <a:off x="6315530" y="4152642"/>
              <a:ext cx="5130800" cy="1581563"/>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a:p>
          </p:txBody>
        </p:sp>
        <p:pic>
          <p:nvPicPr>
            <p:cNvPr id="29" name="图形 28" descr="地球仪 轮廓">
              <a:extLst>
                <a:ext uri="{FF2B5EF4-FFF2-40B4-BE49-F238E27FC236}">
                  <a16:creationId xmlns:a16="http://schemas.microsoft.com/office/drawing/2014/main" id="{1A3D3F7D-D181-4317-BA2F-9755BEC503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70688" y="4553749"/>
              <a:ext cx="914400" cy="833327"/>
            </a:xfrm>
            <a:prstGeom prst="rect">
              <a:avLst/>
            </a:prstGeom>
            <a:effectLst>
              <a:outerShdw blurRad="41986" dist="31490" dir="5400000" algn="t" rotWithShape="0">
                <a:schemeClr val="accent1">
                  <a:alpha val="22000"/>
                </a:schemeClr>
              </a:outerShdw>
            </a:effectLst>
          </p:spPr>
        </p:pic>
        <p:cxnSp>
          <p:nvCxnSpPr>
            <p:cNvPr id="30" name="直接连接符 29">
              <a:extLst>
                <a:ext uri="{FF2B5EF4-FFF2-40B4-BE49-F238E27FC236}">
                  <a16:creationId xmlns:a16="http://schemas.microsoft.com/office/drawing/2014/main" id="{4DCD7D1B-C359-406C-93A1-553BFA9006C7}"/>
                </a:ext>
              </a:extLst>
            </p:cNvPr>
            <p:cNvCxnSpPr>
              <a:cxnSpLocks/>
            </p:cNvCxnSpPr>
            <p:nvPr/>
          </p:nvCxnSpPr>
          <p:spPr>
            <a:xfrm>
              <a:off x="7758410" y="4502944"/>
              <a:ext cx="0" cy="927229"/>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861AC1AE-75F8-4E4D-A112-DE119E11AD0C}"/>
              </a:ext>
            </a:extLst>
          </p:cNvPr>
          <p:cNvGrpSpPr/>
          <p:nvPr/>
        </p:nvGrpSpPr>
        <p:grpSpPr>
          <a:xfrm>
            <a:off x="732970" y="4152642"/>
            <a:ext cx="5130800" cy="1581563"/>
            <a:chOff x="732970" y="4152642"/>
            <a:chExt cx="5130800" cy="1581563"/>
          </a:xfrm>
        </p:grpSpPr>
        <p:sp>
          <p:nvSpPr>
            <p:cNvPr id="39" name="矩形: 圆角 38">
              <a:extLst>
                <a:ext uri="{FF2B5EF4-FFF2-40B4-BE49-F238E27FC236}">
                  <a16:creationId xmlns:a16="http://schemas.microsoft.com/office/drawing/2014/main" id="{C813A0C6-F14A-4D15-8C17-294B2BA0072B}"/>
                </a:ext>
              </a:extLst>
            </p:cNvPr>
            <p:cNvSpPr/>
            <p:nvPr/>
          </p:nvSpPr>
          <p:spPr>
            <a:xfrm>
              <a:off x="732970" y="4152642"/>
              <a:ext cx="5130800" cy="1581563"/>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pic>
          <p:nvPicPr>
            <p:cNvPr id="37" name="图形 36" descr="多维数据集 轮廓">
              <a:extLst>
                <a:ext uri="{FF2B5EF4-FFF2-40B4-BE49-F238E27FC236}">
                  <a16:creationId xmlns:a16="http://schemas.microsoft.com/office/drawing/2014/main" id="{32159066-8E3B-4C93-B15F-927D64F8F09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7616" y="4549896"/>
              <a:ext cx="914400" cy="833327"/>
            </a:xfrm>
            <a:prstGeom prst="rect">
              <a:avLst/>
            </a:prstGeom>
            <a:effectLst>
              <a:outerShdw blurRad="41986" dist="31490" dir="5400000" algn="t" rotWithShape="0">
                <a:schemeClr val="accent1">
                  <a:alpha val="22000"/>
                </a:schemeClr>
              </a:outerShdw>
            </a:effectLst>
          </p:spPr>
        </p:pic>
        <p:cxnSp>
          <p:nvCxnSpPr>
            <p:cNvPr id="38" name="直接连接符 37">
              <a:extLst>
                <a:ext uri="{FF2B5EF4-FFF2-40B4-BE49-F238E27FC236}">
                  <a16:creationId xmlns:a16="http://schemas.microsoft.com/office/drawing/2014/main" id="{6EAAE68B-3930-401C-B583-0B7924BDA1DA}"/>
                </a:ext>
              </a:extLst>
            </p:cNvPr>
            <p:cNvCxnSpPr>
              <a:cxnSpLocks/>
            </p:cNvCxnSpPr>
            <p:nvPr/>
          </p:nvCxnSpPr>
          <p:spPr>
            <a:xfrm>
              <a:off x="2175849" y="4502944"/>
              <a:ext cx="0" cy="927229"/>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43" name="组合 42">
            <a:extLst>
              <a:ext uri="{FF2B5EF4-FFF2-40B4-BE49-F238E27FC236}">
                <a16:creationId xmlns:a16="http://schemas.microsoft.com/office/drawing/2014/main" id="{826EF97F-F7F5-4BB6-9265-299563494B9B}"/>
              </a:ext>
            </a:extLst>
          </p:cNvPr>
          <p:cNvGrpSpPr/>
          <p:nvPr/>
        </p:nvGrpSpPr>
        <p:grpSpPr>
          <a:xfrm>
            <a:off x="951668" y="2522510"/>
            <a:ext cx="1048680" cy="1048682"/>
            <a:chOff x="951668" y="2522510"/>
            <a:chExt cx="1048680" cy="1048682"/>
          </a:xfrm>
        </p:grpSpPr>
        <p:pic>
          <p:nvPicPr>
            <p:cNvPr id="44" name="图形 43" descr="原子 轮廓">
              <a:extLst>
                <a:ext uri="{FF2B5EF4-FFF2-40B4-BE49-F238E27FC236}">
                  <a16:creationId xmlns:a16="http://schemas.microsoft.com/office/drawing/2014/main" id="{5A6FDD9C-CCC6-4058-9D88-C7EF3938D17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5148" y="2678202"/>
              <a:ext cx="914400" cy="833327"/>
            </a:xfrm>
            <a:prstGeom prst="rect">
              <a:avLst/>
            </a:prstGeom>
            <a:effectLst>
              <a:outerShdw blurRad="41986" dist="31490" dir="5400000" algn="t" rotWithShape="0">
                <a:schemeClr val="accent1">
                  <a:alpha val="22000"/>
                </a:schemeClr>
              </a:outerShdw>
            </a:effectLst>
          </p:spPr>
        </p:pic>
        <p:sp>
          <p:nvSpPr>
            <p:cNvPr id="45" name="圆: 空心 44">
              <a:extLst>
                <a:ext uri="{FF2B5EF4-FFF2-40B4-BE49-F238E27FC236}">
                  <a16:creationId xmlns:a16="http://schemas.microsoft.com/office/drawing/2014/main" id="{F0C18306-5A90-4442-81B6-DEDF1E431B63}"/>
                </a:ext>
              </a:extLst>
            </p:cNvPr>
            <p:cNvSpPr/>
            <p:nvPr/>
          </p:nvSpPr>
          <p:spPr>
            <a:xfrm>
              <a:off x="951668" y="2522510"/>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sp>
        <p:nvSpPr>
          <p:cNvPr id="46" name="圆: 空心 45">
            <a:extLst>
              <a:ext uri="{FF2B5EF4-FFF2-40B4-BE49-F238E27FC236}">
                <a16:creationId xmlns:a16="http://schemas.microsoft.com/office/drawing/2014/main" id="{8616CCA8-5107-41C1-A896-B7518669C811}"/>
              </a:ext>
            </a:extLst>
          </p:cNvPr>
          <p:cNvSpPr/>
          <p:nvPr/>
        </p:nvSpPr>
        <p:spPr>
          <a:xfrm>
            <a:off x="951668" y="4370211"/>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2">
                    <a:lumMod val="20000"/>
                    <a:lumOff val="80000"/>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7" name="圆: 空心 46">
            <a:extLst>
              <a:ext uri="{FF2B5EF4-FFF2-40B4-BE49-F238E27FC236}">
                <a16:creationId xmlns:a16="http://schemas.microsoft.com/office/drawing/2014/main" id="{B2CC7381-E791-452B-952A-54B877609A40}"/>
              </a:ext>
            </a:extLst>
          </p:cNvPr>
          <p:cNvSpPr/>
          <p:nvPr/>
        </p:nvSpPr>
        <p:spPr>
          <a:xfrm>
            <a:off x="6477123" y="2522510"/>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2">
                    <a:lumMod val="20000"/>
                    <a:lumOff val="80000"/>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8" name="圆: 空心 47">
            <a:extLst>
              <a:ext uri="{FF2B5EF4-FFF2-40B4-BE49-F238E27FC236}">
                <a16:creationId xmlns:a16="http://schemas.microsoft.com/office/drawing/2014/main" id="{A1387F56-8741-47A5-923F-06B690FE2AF7}"/>
              </a:ext>
            </a:extLst>
          </p:cNvPr>
          <p:cNvSpPr/>
          <p:nvPr/>
        </p:nvSpPr>
        <p:spPr>
          <a:xfrm>
            <a:off x="6477123" y="4370211"/>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2">
                    <a:lumMod val="20000"/>
                    <a:lumOff val="80000"/>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dirty="0"/>
          </a:p>
        </p:txBody>
      </p:sp>
      <p:grpSp>
        <p:nvGrpSpPr>
          <p:cNvPr id="50" name="组合 49">
            <a:extLst>
              <a:ext uri="{FF2B5EF4-FFF2-40B4-BE49-F238E27FC236}">
                <a16:creationId xmlns:a16="http://schemas.microsoft.com/office/drawing/2014/main" id="{51908B65-A1E2-47F8-83E6-D8483B4436B7}"/>
              </a:ext>
            </a:extLst>
          </p:cNvPr>
          <p:cNvGrpSpPr/>
          <p:nvPr/>
        </p:nvGrpSpPr>
        <p:grpSpPr>
          <a:xfrm>
            <a:off x="2337443" y="2662760"/>
            <a:ext cx="3458309" cy="979754"/>
            <a:chOff x="2337443" y="2662760"/>
            <a:chExt cx="3458309" cy="979754"/>
          </a:xfrm>
        </p:grpSpPr>
        <p:sp>
          <p:nvSpPr>
            <p:cNvPr id="17" name="文本框 16">
              <a:extLst>
                <a:ext uri="{FF2B5EF4-FFF2-40B4-BE49-F238E27FC236}">
                  <a16:creationId xmlns:a16="http://schemas.microsoft.com/office/drawing/2014/main" id="{A191B38E-0619-4A2F-9F45-71EDCA3BC7B2}"/>
                </a:ext>
              </a:extLst>
            </p:cNvPr>
            <p:cNvSpPr txBox="1"/>
            <p:nvPr/>
          </p:nvSpPr>
          <p:spPr>
            <a:xfrm>
              <a:off x="2337443" y="2662760"/>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sp>
          <p:nvSpPr>
            <p:cNvPr id="49" name="文本框 48">
              <a:extLst>
                <a:ext uri="{FF2B5EF4-FFF2-40B4-BE49-F238E27FC236}">
                  <a16:creationId xmlns:a16="http://schemas.microsoft.com/office/drawing/2014/main" id="{37553957-3A98-4DD8-BC18-A270F238C359}"/>
                </a:ext>
              </a:extLst>
            </p:cNvPr>
            <p:cNvSpPr txBox="1"/>
            <p:nvPr/>
          </p:nvSpPr>
          <p:spPr>
            <a:xfrm>
              <a:off x="2345230" y="3029450"/>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grpSp>
      <p:grpSp>
        <p:nvGrpSpPr>
          <p:cNvPr id="51" name="组合 50">
            <a:extLst>
              <a:ext uri="{FF2B5EF4-FFF2-40B4-BE49-F238E27FC236}">
                <a16:creationId xmlns:a16="http://schemas.microsoft.com/office/drawing/2014/main" id="{3F2FED77-881B-47EC-865D-5C8137919CBA}"/>
              </a:ext>
            </a:extLst>
          </p:cNvPr>
          <p:cNvGrpSpPr/>
          <p:nvPr/>
        </p:nvGrpSpPr>
        <p:grpSpPr>
          <a:xfrm>
            <a:off x="7977563" y="2662760"/>
            <a:ext cx="3458309" cy="979754"/>
            <a:chOff x="2337443" y="2662760"/>
            <a:chExt cx="3458309" cy="979754"/>
          </a:xfrm>
        </p:grpSpPr>
        <p:sp>
          <p:nvSpPr>
            <p:cNvPr id="52" name="文本框 51">
              <a:extLst>
                <a:ext uri="{FF2B5EF4-FFF2-40B4-BE49-F238E27FC236}">
                  <a16:creationId xmlns:a16="http://schemas.microsoft.com/office/drawing/2014/main" id="{6C0BAEB7-B580-4256-BB13-9CFA47E91B56}"/>
                </a:ext>
              </a:extLst>
            </p:cNvPr>
            <p:cNvSpPr txBox="1"/>
            <p:nvPr/>
          </p:nvSpPr>
          <p:spPr>
            <a:xfrm>
              <a:off x="2337443" y="2662760"/>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sp>
          <p:nvSpPr>
            <p:cNvPr id="53" name="文本框 52">
              <a:extLst>
                <a:ext uri="{FF2B5EF4-FFF2-40B4-BE49-F238E27FC236}">
                  <a16:creationId xmlns:a16="http://schemas.microsoft.com/office/drawing/2014/main" id="{37207DA0-B05E-4762-B1B9-F508BCF4A672}"/>
                </a:ext>
              </a:extLst>
            </p:cNvPr>
            <p:cNvSpPr txBox="1"/>
            <p:nvPr/>
          </p:nvSpPr>
          <p:spPr>
            <a:xfrm>
              <a:off x="2345230" y="3029450"/>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grpSp>
      <p:grpSp>
        <p:nvGrpSpPr>
          <p:cNvPr id="54" name="组合 53">
            <a:extLst>
              <a:ext uri="{FF2B5EF4-FFF2-40B4-BE49-F238E27FC236}">
                <a16:creationId xmlns:a16="http://schemas.microsoft.com/office/drawing/2014/main" id="{7DE95426-3D32-4F62-B67F-755CB4D74DAF}"/>
              </a:ext>
            </a:extLst>
          </p:cNvPr>
          <p:cNvGrpSpPr/>
          <p:nvPr/>
        </p:nvGrpSpPr>
        <p:grpSpPr>
          <a:xfrm>
            <a:off x="2337443" y="4462490"/>
            <a:ext cx="3458309" cy="979754"/>
            <a:chOff x="2337443" y="2662760"/>
            <a:chExt cx="3458309" cy="979754"/>
          </a:xfrm>
        </p:grpSpPr>
        <p:sp>
          <p:nvSpPr>
            <p:cNvPr id="55" name="文本框 54">
              <a:extLst>
                <a:ext uri="{FF2B5EF4-FFF2-40B4-BE49-F238E27FC236}">
                  <a16:creationId xmlns:a16="http://schemas.microsoft.com/office/drawing/2014/main" id="{AD3C993A-55F7-4059-84A0-9D7D73553835}"/>
                </a:ext>
              </a:extLst>
            </p:cNvPr>
            <p:cNvSpPr txBox="1"/>
            <p:nvPr/>
          </p:nvSpPr>
          <p:spPr>
            <a:xfrm>
              <a:off x="2337443" y="2662760"/>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sp>
          <p:nvSpPr>
            <p:cNvPr id="56" name="文本框 55">
              <a:extLst>
                <a:ext uri="{FF2B5EF4-FFF2-40B4-BE49-F238E27FC236}">
                  <a16:creationId xmlns:a16="http://schemas.microsoft.com/office/drawing/2014/main" id="{B995AA3B-65E2-44FE-950B-97008C913882}"/>
                </a:ext>
              </a:extLst>
            </p:cNvPr>
            <p:cNvSpPr txBox="1"/>
            <p:nvPr/>
          </p:nvSpPr>
          <p:spPr>
            <a:xfrm>
              <a:off x="2345230" y="3029450"/>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grpSp>
      <p:grpSp>
        <p:nvGrpSpPr>
          <p:cNvPr id="57" name="组合 56">
            <a:extLst>
              <a:ext uri="{FF2B5EF4-FFF2-40B4-BE49-F238E27FC236}">
                <a16:creationId xmlns:a16="http://schemas.microsoft.com/office/drawing/2014/main" id="{3D277EB3-78A4-4F64-9346-7E50359EACDD}"/>
              </a:ext>
            </a:extLst>
          </p:cNvPr>
          <p:cNvGrpSpPr/>
          <p:nvPr/>
        </p:nvGrpSpPr>
        <p:grpSpPr>
          <a:xfrm>
            <a:off x="7977563" y="4462490"/>
            <a:ext cx="3458309" cy="979754"/>
            <a:chOff x="2337443" y="2662760"/>
            <a:chExt cx="3458309" cy="979754"/>
          </a:xfrm>
        </p:grpSpPr>
        <p:sp>
          <p:nvSpPr>
            <p:cNvPr id="58" name="文本框 57">
              <a:extLst>
                <a:ext uri="{FF2B5EF4-FFF2-40B4-BE49-F238E27FC236}">
                  <a16:creationId xmlns:a16="http://schemas.microsoft.com/office/drawing/2014/main" id="{FADD5B6E-CDCD-4F35-8E22-91CB1C823D65}"/>
                </a:ext>
              </a:extLst>
            </p:cNvPr>
            <p:cNvSpPr txBox="1"/>
            <p:nvPr/>
          </p:nvSpPr>
          <p:spPr>
            <a:xfrm>
              <a:off x="2337443" y="2662760"/>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sp>
          <p:nvSpPr>
            <p:cNvPr id="59" name="文本框 58">
              <a:extLst>
                <a:ext uri="{FF2B5EF4-FFF2-40B4-BE49-F238E27FC236}">
                  <a16:creationId xmlns:a16="http://schemas.microsoft.com/office/drawing/2014/main" id="{69CEE3D9-D429-4CB1-96B9-A02C142E6B9F}"/>
                </a:ext>
              </a:extLst>
            </p:cNvPr>
            <p:cNvSpPr txBox="1"/>
            <p:nvPr/>
          </p:nvSpPr>
          <p:spPr>
            <a:xfrm>
              <a:off x="2345230" y="3029450"/>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grpSp>
    </p:spTree>
    <p:extLst>
      <p:ext uri="{BB962C8B-B14F-4D97-AF65-F5344CB8AC3E}">
        <p14:creationId xmlns:p14="http://schemas.microsoft.com/office/powerpoint/2010/main" val="3888125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5B97433-BD48-44F9-A2B3-A7BE2DB77DEC}"/>
              </a:ext>
            </a:extLst>
          </p:cNvPr>
          <p:cNvGrpSpPr/>
          <p:nvPr/>
        </p:nvGrpSpPr>
        <p:grpSpPr>
          <a:xfrm>
            <a:off x="64796" y="-713856"/>
            <a:ext cx="3739246" cy="7401806"/>
            <a:chOff x="-78395" y="-706144"/>
            <a:chExt cx="3739246" cy="7401806"/>
          </a:xfrm>
        </p:grpSpPr>
        <p:sp>
          <p:nvSpPr>
            <p:cNvPr id="3" name="文本框 2">
              <a:extLst>
                <a:ext uri="{FF2B5EF4-FFF2-40B4-BE49-F238E27FC236}">
                  <a16:creationId xmlns:a16="http://schemas.microsoft.com/office/drawing/2014/main" id="{8EA6AAA7-445B-4D66-995D-8CB4381F1E79}"/>
                </a:ext>
              </a:extLst>
            </p:cNvPr>
            <p:cNvSpPr txBox="1"/>
            <p:nvPr>
              <p:custDataLst>
                <p:tags r:id="rId1"/>
              </p:custDataLst>
            </p:nvPr>
          </p:nvSpPr>
          <p:spPr>
            <a:xfrm>
              <a:off x="-58700" y="-552448"/>
              <a:ext cx="3719551" cy="7248110"/>
            </a:xfrm>
            <a:prstGeom prst="rect">
              <a:avLst/>
            </a:prstGeom>
            <a:noFill/>
            <a:effectLst/>
          </p:spPr>
          <p:txBody>
            <a:bodyPr wrap="none" lIns="106652" tIns="53326" rIns="106652" bIns="53326" rtlCol="0">
              <a:spAutoFit/>
            </a:bodyPr>
            <a:lstStyle/>
            <a:p>
              <a:r>
                <a:rPr lang="en-US" altLang="zh-CN"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rPr>
                <a:t>2</a:t>
              </a:r>
              <a:endParaRPr lang="zh-CN" altLang="en-US"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endParaRPr>
            </a:p>
          </p:txBody>
        </p:sp>
        <p:sp>
          <p:nvSpPr>
            <p:cNvPr id="4" name="文本框 3">
              <a:extLst>
                <a:ext uri="{FF2B5EF4-FFF2-40B4-BE49-F238E27FC236}">
                  <a16:creationId xmlns:a16="http://schemas.microsoft.com/office/drawing/2014/main" id="{3F5AF2A9-9707-42A1-932C-D272338EF147}"/>
                </a:ext>
              </a:extLst>
            </p:cNvPr>
            <p:cNvSpPr txBox="1"/>
            <p:nvPr>
              <p:custDataLst>
                <p:tags r:id="rId2"/>
              </p:custDataLst>
            </p:nvPr>
          </p:nvSpPr>
          <p:spPr>
            <a:xfrm>
              <a:off x="-78395" y="-706144"/>
              <a:ext cx="3719551" cy="7248110"/>
            </a:xfrm>
            <a:prstGeom prst="rect">
              <a:avLst/>
            </a:prstGeom>
            <a:noFill/>
            <a:effectLst/>
          </p:spPr>
          <p:txBody>
            <a:bodyPr wrap="none" lIns="106652" tIns="53326" rIns="106652" bIns="53326" rtlCol="0">
              <a:spAutoFit/>
            </a:bodyPr>
            <a:lstStyle/>
            <a:p>
              <a:r>
                <a:rPr lang="en-US" altLang="zh-CN"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rPr>
                <a:t>2</a:t>
              </a:r>
              <a:endParaRPr lang="zh-CN" altLang="en-US"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endParaRPr>
            </a:p>
          </p:txBody>
        </p:sp>
      </p:grpSp>
      <p:grpSp>
        <p:nvGrpSpPr>
          <p:cNvPr id="5" name="组合 4">
            <a:extLst>
              <a:ext uri="{FF2B5EF4-FFF2-40B4-BE49-F238E27FC236}">
                <a16:creationId xmlns:a16="http://schemas.microsoft.com/office/drawing/2014/main" id="{1C110D78-6E23-4F7C-8DAC-034539946E1E}"/>
              </a:ext>
            </a:extLst>
          </p:cNvPr>
          <p:cNvGrpSpPr/>
          <p:nvPr/>
        </p:nvGrpSpPr>
        <p:grpSpPr>
          <a:xfrm>
            <a:off x="3090777" y="2485923"/>
            <a:ext cx="3976246" cy="1681279"/>
            <a:chOff x="2358339" y="2159339"/>
            <a:chExt cx="3976246" cy="1681279"/>
          </a:xfrm>
        </p:grpSpPr>
        <p:grpSp>
          <p:nvGrpSpPr>
            <p:cNvPr id="6" name="组合 5">
              <a:extLst>
                <a:ext uri="{FF2B5EF4-FFF2-40B4-BE49-F238E27FC236}">
                  <a16:creationId xmlns:a16="http://schemas.microsoft.com/office/drawing/2014/main" id="{588CE7FA-B1E9-4716-8D6B-BAD8E70C8B1E}"/>
                </a:ext>
              </a:extLst>
            </p:cNvPr>
            <p:cNvGrpSpPr/>
            <p:nvPr/>
          </p:nvGrpSpPr>
          <p:grpSpPr>
            <a:xfrm>
              <a:off x="2358339" y="2159339"/>
              <a:ext cx="3976246" cy="1112649"/>
              <a:chOff x="2351458" y="2159339"/>
              <a:chExt cx="3976246" cy="1112649"/>
            </a:xfrm>
          </p:grpSpPr>
          <p:grpSp>
            <p:nvGrpSpPr>
              <p:cNvPr id="11" name="组合 10">
                <a:extLst>
                  <a:ext uri="{FF2B5EF4-FFF2-40B4-BE49-F238E27FC236}">
                    <a16:creationId xmlns:a16="http://schemas.microsoft.com/office/drawing/2014/main" id="{B6CBCE60-E898-45EE-AA0A-3C55F0D8BE3C}"/>
                  </a:ext>
                </a:extLst>
              </p:cNvPr>
              <p:cNvGrpSpPr/>
              <p:nvPr/>
            </p:nvGrpSpPr>
            <p:grpSpPr>
              <a:xfrm>
                <a:off x="2351458" y="2159339"/>
                <a:ext cx="3615693" cy="1001546"/>
                <a:chOff x="1661928" y="1996835"/>
                <a:chExt cx="3615693" cy="1001546"/>
              </a:xfrm>
            </p:grpSpPr>
            <p:cxnSp>
              <p:nvCxnSpPr>
                <p:cNvPr id="13" name="直接连接符 12">
                  <a:extLst>
                    <a:ext uri="{FF2B5EF4-FFF2-40B4-BE49-F238E27FC236}">
                      <a16:creationId xmlns:a16="http://schemas.microsoft.com/office/drawing/2014/main" id="{B5532DB7-EDC8-4256-9FFD-8E93D9594C18}"/>
                    </a:ext>
                  </a:extLst>
                </p:cNvPr>
                <p:cNvCxnSpPr>
                  <a:cxnSpLocks/>
                </p:cNvCxnSpPr>
                <p:nvPr/>
              </p:nvCxnSpPr>
              <p:spPr>
                <a:xfrm flipH="1">
                  <a:off x="3970839" y="2588118"/>
                  <a:ext cx="24" cy="0"/>
                </a:xfrm>
                <a:prstGeom prst="line">
                  <a:avLst/>
                </a:prstGeom>
                <a:ln w="11402">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F00CD9A-BEC6-4EFA-90FB-3A9934B5B1E8}"/>
                    </a:ext>
                  </a:extLst>
                </p:cNvPr>
                <p:cNvCxnSpPr>
                  <a:cxnSpLocks/>
                </p:cNvCxnSpPr>
                <p:nvPr/>
              </p:nvCxnSpPr>
              <p:spPr>
                <a:xfrm flipH="1">
                  <a:off x="2081480" y="1996835"/>
                  <a:ext cx="2541854" cy="0"/>
                </a:xfrm>
                <a:prstGeom prst="line">
                  <a:avLst/>
                </a:prstGeom>
                <a:ln w="11402">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CD26D44-0A4D-4DB2-8AD5-4A6DF69F2603}"/>
                    </a:ext>
                  </a:extLst>
                </p:cNvPr>
                <p:cNvCxnSpPr>
                  <a:cxnSpLocks/>
                </p:cNvCxnSpPr>
                <p:nvPr/>
              </p:nvCxnSpPr>
              <p:spPr>
                <a:xfrm>
                  <a:off x="4521891" y="2998381"/>
                  <a:ext cx="755730" cy="0"/>
                </a:xfrm>
                <a:prstGeom prst="line">
                  <a:avLst/>
                </a:prstGeom>
                <a:ln w="15202">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97CD7BE-AF7C-4B98-AB20-503EF2D48251}"/>
                    </a:ext>
                  </a:extLst>
                </p:cNvPr>
                <p:cNvCxnSpPr>
                  <a:cxnSpLocks/>
                </p:cNvCxnSpPr>
                <p:nvPr/>
              </p:nvCxnSpPr>
              <p:spPr>
                <a:xfrm>
                  <a:off x="2593562" y="2074637"/>
                  <a:ext cx="755730" cy="0"/>
                </a:xfrm>
                <a:prstGeom prst="line">
                  <a:avLst/>
                </a:prstGeom>
                <a:ln w="7600">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851D3D0-967E-4D68-A3FF-45DAFE1BF039}"/>
                    </a:ext>
                  </a:extLst>
                </p:cNvPr>
                <p:cNvSpPr txBox="1"/>
                <p:nvPr/>
              </p:nvSpPr>
              <p:spPr>
                <a:xfrm>
                  <a:off x="1661928" y="2083038"/>
                  <a:ext cx="3298811" cy="726076"/>
                </a:xfrm>
                <a:prstGeom prst="rect">
                  <a:avLst/>
                </a:prstGeom>
                <a:noFill/>
                <a:effectLst/>
              </p:spPr>
              <p:txBody>
                <a:bodyPr wrap="none" lIns="109454" tIns="54727" rIns="109454" bIns="54727" rtlCol="0">
                  <a:spAutoFit/>
                </a:bodyPr>
                <a:lstStyle/>
                <a:p>
                  <a:pPr algn="ctr"/>
                  <a:r>
                    <a:rPr lang="zh-CN" altLang="en-US" sz="4000" dirty="0">
                      <a:latin typeface="+mj-ea"/>
                      <a:ea typeface="+mj-ea"/>
                    </a:rPr>
                    <a:t>请输入大标题</a:t>
                  </a:r>
                </a:p>
              </p:txBody>
            </p:sp>
          </p:grpSp>
          <p:sp>
            <p:nvSpPr>
              <p:cNvPr id="12" name="文本框 11">
                <a:extLst>
                  <a:ext uri="{FF2B5EF4-FFF2-40B4-BE49-F238E27FC236}">
                    <a16:creationId xmlns:a16="http://schemas.microsoft.com/office/drawing/2014/main" id="{A1948716-6E94-4F95-ADF6-1A5C347C1869}"/>
                  </a:ext>
                </a:extLst>
              </p:cNvPr>
              <p:cNvSpPr txBox="1"/>
              <p:nvPr/>
            </p:nvSpPr>
            <p:spPr>
              <a:xfrm>
                <a:off x="2381938" y="2833099"/>
                <a:ext cx="3945766" cy="438889"/>
              </a:xfrm>
              <a:prstGeom prst="rect">
                <a:avLst/>
              </a:prstGeom>
              <a:noFill/>
              <a:effectLst/>
            </p:spPr>
            <p:txBody>
              <a:bodyPr wrap="square" lIns="129845" tIns="64922" rIns="129845" bIns="64922">
                <a:spAutoFit/>
              </a:bodyPr>
              <a:lstStyle/>
              <a:p>
                <a:r>
                  <a:rPr lang="en-US" altLang="zh-CN" sz="2000" dirty="0">
                    <a:solidFill>
                      <a:schemeClr val="accent1"/>
                    </a:solidFill>
                    <a:latin typeface="+mj-ea"/>
                    <a:ea typeface="+mj-ea"/>
                  </a:rPr>
                  <a:t>Please enter a headline</a:t>
                </a:r>
                <a:endParaRPr lang="zh-CN" altLang="en-US" sz="2000" dirty="0">
                  <a:solidFill>
                    <a:schemeClr val="accent1"/>
                  </a:solidFill>
                  <a:latin typeface="+mj-ea"/>
                  <a:ea typeface="+mj-ea"/>
                </a:endParaRPr>
              </a:p>
            </p:txBody>
          </p:sp>
        </p:grpSp>
        <p:grpSp>
          <p:nvGrpSpPr>
            <p:cNvPr id="7" name="组合 6">
              <a:extLst>
                <a:ext uri="{FF2B5EF4-FFF2-40B4-BE49-F238E27FC236}">
                  <a16:creationId xmlns:a16="http://schemas.microsoft.com/office/drawing/2014/main" id="{2ED54800-3C13-4A5F-AC88-E18915BA5139}"/>
                </a:ext>
              </a:extLst>
            </p:cNvPr>
            <p:cNvGrpSpPr/>
            <p:nvPr/>
          </p:nvGrpSpPr>
          <p:grpSpPr>
            <a:xfrm>
              <a:off x="2710831" y="3488521"/>
              <a:ext cx="1703552" cy="352097"/>
              <a:chOff x="-2268613" y="3688903"/>
              <a:chExt cx="1703552" cy="352097"/>
            </a:xfrm>
          </p:grpSpPr>
          <p:cxnSp>
            <p:nvCxnSpPr>
              <p:cNvPr id="8" name="直接连接符 7">
                <a:extLst>
                  <a:ext uri="{FF2B5EF4-FFF2-40B4-BE49-F238E27FC236}">
                    <a16:creationId xmlns:a16="http://schemas.microsoft.com/office/drawing/2014/main" id="{50332BFB-B936-48B7-BDA7-6CC82EF4D62C}"/>
                  </a:ext>
                </a:extLst>
              </p:cNvPr>
              <p:cNvCxnSpPr/>
              <p:nvPr/>
            </p:nvCxnSpPr>
            <p:spPr>
              <a:xfrm>
                <a:off x="-2268613" y="3864952"/>
                <a:ext cx="1703552" cy="0"/>
              </a:xfrm>
              <a:prstGeom prst="line">
                <a:avLst/>
              </a:prstGeom>
              <a:ln w="447040" cap="rnd">
                <a:solidFill>
                  <a:schemeClr val="accent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E96B443B-B129-4E1B-AD17-10D8BF88B96F}"/>
                  </a:ext>
                </a:extLst>
              </p:cNvPr>
              <p:cNvCxnSpPr/>
              <p:nvPr/>
            </p:nvCxnSpPr>
            <p:spPr>
              <a:xfrm>
                <a:off x="-2268613" y="3864951"/>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9BA28447-E281-4365-AFE4-31FC636DDE4B}"/>
                  </a:ext>
                </a:extLst>
              </p:cNvPr>
              <p:cNvSpPr txBox="1"/>
              <p:nvPr/>
            </p:nvSpPr>
            <p:spPr>
              <a:xfrm>
                <a:off x="-2004055" y="3688903"/>
                <a:ext cx="1203817" cy="352097"/>
              </a:xfrm>
              <a:prstGeom prst="rect">
                <a:avLst/>
              </a:prstGeom>
              <a:noFill/>
              <a:effectLst/>
            </p:spPr>
            <p:txBody>
              <a:bodyPr wrap="none" lIns="80467" tIns="40234" rIns="80467" bIns="40234" rtlCol="0">
                <a:spAutoFit/>
              </a:bodyPr>
              <a:lstStyle/>
              <a:p>
                <a:pPr algn="ctr"/>
                <a:r>
                  <a:rPr lang="en-US" altLang="zh-CN" sz="1760" b="1" dirty="0">
                    <a:solidFill>
                      <a:schemeClr val="bg1"/>
                    </a:solidFill>
                    <a:latin typeface="+mj-ea"/>
                    <a:ea typeface="+mj-ea"/>
                  </a:rPr>
                  <a:t>Part Two</a:t>
                </a:r>
                <a:endParaRPr lang="zh-CN" altLang="en-US" sz="1760" b="1" dirty="0">
                  <a:solidFill>
                    <a:schemeClr val="bg1"/>
                  </a:solidFill>
                  <a:latin typeface="+mj-ea"/>
                  <a:ea typeface="+mj-ea"/>
                </a:endParaRPr>
              </a:p>
            </p:txBody>
          </p:sp>
        </p:grpSp>
      </p:grpSp>
    </p:spTree>
    <p:extLst>
      <p:ext uri="{BB962C8B-B14F-4D97-AF65-F5344CB8AC3E}">
        <p14:creationId xmlns:p14="http://schemas.microsoft.com/office/powerpoint/2010/main" val="4129678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D3A2111-AEB1-4AEA-9A1A-8485FEE3ABE0}"/>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852E08B0-9856-47E6-A0D4-B72FF37F785D}"/>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D4E4033D-E0AB-4EFA-BF2C-8C7024C490C7}"/>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A483E608-F91D-463E-99FF-6DFC27C5DA5E}"/>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16D5D0E3-F536-4637-BF34-41D7EB71FE22}"/>
                  </a:ext>
                </a:extLst>
              </p:cNvPr>
              <p:cNvSpPr/>
              <p:nvPr>
                <p:custDataLst>
                  <p:tags r:id="rId7"/>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0181EB9F-CB09-480A-B0E0-36433571B641}"/>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144CF8A8-9941-422D-99AF-7C5C4A41BC93}"/>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4DFBA8FC-7223-4159-82FE-803C8708237C}"/>
                  </a:ext>
                </a:extLst>
              </p:cNvPr>
              <p:cNvSpPr/>
              <p:nvPr>
                <p:custDataLst>
                  <p:tags r:id="rId5"/>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DB5E5D26-6245-45ED-BC82-7FFEA8D82361}"/>
                  </a:ext>
                </a:extLst>
              </p:cNvPr>
              <p:cNvSpPr txBox="1"/>
              <p:nvPr>
                <p:custDataLst>
                  <p:tags r:id="rId6"/>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2" name="矩形: 圆角 11">
            <a:extLst>
              <a:ext uri="{FF2B5EF4-FFF2-40B4-BE49-F238E27FC236}">
                <a16:creationId xmlns:a16="http://schemas.microsoft.com/office/drawing/2014/main" id="{80CA3380-FB73-48AC-8209-EBE1AFC1F81A}"/>
              </a:ext>
            </a:extLst>
          </p:cNvPr>
          <p:cNvSpPr/>
          <p:nvPr>
            <p:custDataLst>
              <p:tags r:id="rId1"/>
            </p:custDataLst>
          </p:nvPr>
        </p:nvSpPr>
        <p:spPr>
          <a:xfrm>
            <a:off x="673101" y="1443861"/>
            <a:ext cx="7420374" cy="2501874"/>
          </a:xfrm>
          <a:prstGeom prst="roundRect">
            <a:avLst>
              <a:gd name="adj" fmla="val 4418"/>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13" name="组合 12">
            <a:extLst>
              <a:ext uri="{FF2B5EF4-FFF2-40B4-BE49-F238E27FC236}">
                <a16:creationId xmlns:a16="http://schemas.microsoft.com/office/drawing/2014/main" id="{20930432-D25C-4D06-9BA8-EA2E9EC623E1}"/>
              </a:ext>
            </a:extLst>
          </p:cNvPr>
          <p:cNvGrpSpPr/>
          <p:nvPr/>
        </p:nvGrpSpPr>
        <p:grpSpPr>
          <a:xfrm>
            <a:off x="673101" y="4097608"/>
            <a:ext cx="7420374" cy="1664405"/>
            <a:chOff x="673101" y="4097608"/>
            <a:chExt cx="6727597" cy="1664405"/>
          </a:xfrm>
        </p:grpSpPr>
        <p:sp>
          <p:nvSpPr>
            <p:cNvPr id="14" name="矩形: 圆角 13">
              <a:extLst>
                <a:ext uri="{FF2B5EF4-FFF2-40B4-BE49-F238E27FC236}">
                  <a16:creationId xmlns:a16="http://schemas.microsoft.com/office/drawing/2014/main" id="{37CC1A06-3353-4914-A3EA-6160C9C10705}"/>
                </a:ext>
              </a:extLst>
            </p:cNvPr>
            <p:cNvSpPr/>
            <p:nvPr>
              <p:custDataLst>
                <p:tags r:id="rId3"/>
              </p:custDataLst>
            </p:nvPr>
          </p:nvSpPr>
          <p:spPr>
            <a:xfrm>
              <a:off x="673101" y="4097608"/>
              <a:ext cx="3314523" cy="1664405"/>
            </a:xfrm>
            <a:prstGeom prst="roundRect">
              <a:avLst>
                <a:gd name="adj" fmla="val 4422"/>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15" name="矩形: 圆角 14">
              <a:extLst>
                <a:ext uri="{FF2B5EF4-FFF2-40B4-BE49-F238E27FC236}">
                  <a16:creationId xmlns:a16="http://schemas.microsoft.com/office/drawing/2014/main" id="{17CB12D1-048E-4C88-B65D-BE2F7E23C172}"/>
                </a:ext>
              </a:extLst>
            </p:cNvPr>
            <p:cNvSpPr/>
            <p:nvPr>
              <p:custDataLst>
                <p:tags r:id="rId4"/>
              </p:custDataLst>
            </p:nvPr>
          </p:nvSpPr>
          <p:spPr>
            <a:xfrm>
              <a:off x="4086175" y="4097608"/>
              <a:ext cx="3314523" cy="1664405"/>
            </a:xfrm>
            <a:prstGeom prst="roundRect">
              <a:avLst>
                <a:gd name="adj" fmla="val 3956"/>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sp>
        <p:nvSpPr>
          <p:cNvPr id="26" name="文本框 25">
            <a:extLst>
              <a:ext uri="{FF2B5EF4-FFF2-40B4-BE49-F238E27FC236}">
                <a16:creationId xmlns:a16="http://schemas.microsoft.com/office/drawing/2014/main" id="{DAF4A75A-A28F-4860-9566-ED78E92A150D}"/>
              </a:ext>
            </a:extLst>
          </p:cNvPr>
          <p:cNvSpPr txBox="1"/>
          <p:nvPr/>
        </p:nvSpPr>
        <p:spPr>
          <a:xfrm>
            <a:off x="1358484" y="1898018"/>
            <a:ext cx="2002491"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cxnSp>
        <p:nvCxnSpPr>
          <p:cNvPr id="28" name="直接连接符 27">
            <a:extLst>
              <a:ext uri="{FF2B5EF4-FFF2-40B4-BE49-F238E27FC236}">
                <a16:creationId xmlns:a16="http://schemas.microsoft.com/office/drawing/2014/main" id="{E6C8B1BC-7C37-4C9D-9662-4C9AECA1B37E}"/>
              </a:ext>
            </a:extLst>
          </p:cNvPr>
          <p:cNvCxnSpPr>
            <a:cxnSpLocks/>
          </p:cNvCxnSpPr>
          <p:nvPr/>
        </p:nvCxnSpPr>
        <p:spPr>
          <a:xfrm>
            <a:off x="1478554" y="2380293"/>
            <a:ext cx="185407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9" name="圆: 空心 28">
            <a:extLst>
              <a:ext uri="{FF2B5EF4-FFF2-40B4-BE49-F238E27FC236}">
                <a16:creationId xmlns:a16="http://schemas.microsoft.com/office/drawing/2014/main" id="{D9495EA0-E06B-45A5-AFDD-E6C0D66C34EE}"/>
              </a:ext>
            </a:extLst>
          </p:cNvPr>
          <p:cNvSpPr/>
          <p:nvPr/>
        </p:nvSpPr>
        <p:spPr>
          <a:xfrm>
            <a:off x="4838889" y="1808652"/>
            <a:ext cx="2168033" cy="2168036"/>
          </a:xfrm>
          <a:prstGeom prst="donut">
            <a:avLst>
              <a:gd name="adj" fmla="val 13807"/>
            </a:avLst>
          </a:prstGeom>
          <a:gradFill>
            <a:gsLst>
              <a:gs pos="100000">
                <a:schemeClr val="accent6">
                  <a:alpha val="55000"/>
                </a:schemeClr>
              </a:gs>
              <a:gs pos="0">
                <a:schemeClr val="accent1">
                  <a:alpha val="4000"/>
                </a:schemeClr>
              </a:gs>
            </a:gsLst>
            <a:lin ang="5400000" scaled="1"/>
          </a:gradFill>
          <a:ln w="15081">
            <a:gradFill>
              <a:gsLst>
                <a:gs pos="100000">
                  <a:srgbClr val="FAE2E3"/>
                </a:gs>
                <a:gs pos="20000">
                  <a:srgbClr val="C02027">
                    <a:alpha val="48000"/>
                  </a:srgbClr>
                </a:gs>
                <a:gs pos="45000">
                  <a:srgbClr val="C02027">
                    <a:alpha val="43000"/>
                  </a:srgb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pic>
        <p:nvPicPr>
          <p:cNvPr id="30" name="图片 29" descr="人们站在一起&#10;&#10;低可信度描述已自动生成">
            <a:extLst>
              <a:ext uri="{FF2B5EF4-FFF2-40B4-BE49-F238E27FC236}">
                <a16:creationId xmlns:a16="http://schemas.microsoft.com/office/drawing/2014/main" id="{EE06046E-B461-44E1-84DC-7638A012D0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82928" y="1482863"/>
            <a:ext cx="3129804" cy="2470160"/>
          </a:xfrm>
          <a:prstGeom prst="rect">
            <a:avLst/>
          </a:prstGeom>
        </p:spPr>
      </p:pic>
      <p:sp>
        <p:nvSpPr>
          <p:cNvPr id="37" name="文本框 36">
            <a:extLst>
              <a:ext uri="{FF2B5EF4-FFF2-40B4-BE49-F238E27FC236}">
                <a16:creationId xmlns:a16="http://schemas.microsoft.com/office/drawing/2014/main" id="{B20453F8-31A7-47BF-9B79-E59E081892BD}"/>
              </a:ext>
            </a:extLst>
          </p:cNvPr>
          <p:cNvSpPr txBox="1"/>
          <p:nvPr/>
        </p:nvSpPr>
        <p:spPr>
          <a:xfrm>
            <a:off x="1378899" y="2524879"/>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grpSp>
        <p:nvGrpSpPr>
          <p:cNvPr id="39" name="组合 38">
            <a:extLst>
              <a:ext uri="{FF2B5EF4-FFF2-40B4-BE49-F238E27FC236}">
                <a16:creationId xmlns:a16="http://schemas.microsoft.com/office/drawing/2014/main" id="{A1D2C41E-9E96-4CD7-89F1-C77F6A47367F}"/>
              </a:ext>
            </a:extLst>
          </p:cNvPr>
          <p:cNvGrpSpPr/>
          <p:nvPr/>
        </p:nvGrpSpPr>
        <p:grpSpPr>
          <a:xfrm>
            <a:off x="1345784" y="4327166"/>
            <a:ext cx="2278866" cy="1205288"/>
            <a:chOff x="1439360" y="4305527"/>
            <a:chExt cx="2278866" cy="1205288"/>
          </a:xfrm>
        </p:grpSpPr>
        <p:grpSp>
          <p:nvGrpSpPr>
            <p:cNvPr id="16" name="组合 15">
              <a:extLst>
                <a:ext uri="{FF2B5EF4-FFF2-40B4-BE49-F238E27FC236}">
                  <a16:creationId xmlns:a16="http://schemas.microsoft.com/office/drawing/2014/main" id="{6F09A1E6-6402-4BD9-B3F0-EC8765BFDF98}"/>
                </a:ext>
              </a:extLst>
            </p:cNvPr>
            <p:cNvGrpSpPr/>
            <p:nvPr/>
          </p:nvGrpSpPr>
          <p:grpSpPr>
            <a:xfrm>
              <a:off x="1500525" y="4305527"/>
              <a:ext cx="1947989" cy="469123"/>
              <a:chOff x="7377921" y="7253688"/>
              <a:chExt cx="1947989" cy="469123"/>
            </a:xfrm>
          </p:grpSpPr>
          <p:sp>
            <p:nvSpPr>
              <p:cNvPr id="19" name="文本框 18">
                <a:extLst>
                  <a:ext uri="{FF2B5EF4-FFF2-40B4-BE49-F238E27FC236}">
                    <a16:creationId xmlns:a16="http://schemas.microsoft.com/office/drawing/2014/main" id="{9056B4B2-CEA3-40AE-8C52-67F83DAE76A9}"/>
                  </a:ext>
                </a:extLst>
              </p:cNvPr>
              <p:cNvSpPr txBox="1"/>
              <p:nvPr/>
            </p:nvSpPr>
            <p:spPr>
              <a:xfrm>
                <a:off x="7377921" y="7253688"/>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cxnSp>
            <p:nvCxnSpPr>
              <p:cNvPr id="18" name="直接连接符 17">
                <a:extLst>
                  <a:ext uri="{FF2B5EF4-FFF2-40B4-BE49-F238E27FC236}">
                    <a16:creationId xmlns:a16="http://schemas.microsoft.com/office/drawing/2014/main" id="{8E8A0DAA-9C05-4B1E-BDCA-DCCED445A0EA}"/>
                  </a:ext>
                </a:extLst>
              </p:cNvPr>
              <p:cNvCxnSpPr>
                <a:cxnSpLocks/>
              </p:cNvCxnSpPr>
              <p:nvPr/>
            </p:nvCxnSpPr>
            <p:spPr>
              <a:xfrm>
                <a:off x="7454455" y="7722811"/>
                <a:ext cx="185407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59177498-CD40-44C5-A1D7-1E09914A0F9A}"/>
                </a:ext>
              </a:extLst>
            </p:cNvPr>
            <p:cNvSpPr txBox="1"/>
            <p:nvPr/>
          </p:nvSpPr>
          <p:spPr>
            <a:xfrm>
              <a:off x="1439360" y="4897751"/>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西安交通大学享誉海内外的著名高等学府。</a:t>
              </a:r>
            </a:p>
          </p:txBody>
        </p:sp>
      </p:grpSp>
      <p:grpSp>
        <p:nvGrpSpPr>
          <p:cNvPr id="40" name="组合 39">
            <a:extLst>
              <a:ext uri="{FF2B5EF4-FFF2-40B4-BE49-F238E27FC236}">
                <a16:creationId xmlns:a16="http://schemas.microsoft.com/office/drawing/2014/main" id="{9163EDAD-F9FC-4105-A85B-6D68CE47D377}"/>
              </a:ext>
            </a:extLst>
          </p:cNvPr>
          <p:cNvGrpSpPr/>
          <p:nvPr/>
        </p:nvGrpSpPr>
        <p:grpSpPr>
          <a:xfrm>
            <a:off x="5221222" y="4305527"/>
            <a:ext cx="2278866" cy="1205288"/>
            <a:chOff x="1439360" y="4305527"/>
            <a:chExt cx="2278866" cy="1205288"/>
          </a:xfrm>
        </p:grpSpPr>
        <p:grpSp>
          <p:nvGrpSpPr>
            <p:cNvPr id="41" name="组合 40">
              <a:extLst>
                <a:ext uri="{FF2B5EF4-FFF2-40B4-BE49-F238E27FC236}">
                  <a16:creationId xmlns:a16="http://schemas.microsoft.com/office/drawing/2014/main" id="{6716175A-89C7-4077-AA98-0094EBB37BE9}"/>
                </a:ext>
              </a:extLst>
            </p:cNvPr>
            <p:cNvGrpSpPr/>
            <p:nvPr/>
          </p:nvGrpSpPr>
          <p:grpSpPr>
            <a:xfrm>
              <a:off x="1525925" y="4305527"/>
              <a:ext cx="1947989" cy="469123"/>
              <a:chOff x="7403321" y="7253688"/>
              <a:chExt cx="1947989" cy="469123"/>
            </a:xfrm>
          </p:grpSpPr>
          <p:sp>
            <p:nvSpPr>
              <p:cNvPr id="43" name="文本框 42">
                <a:extLst>
                  <a:ext uri="{FF2B5EF4-FFF2-40B4-BE49-F238E27FC236}">
                    <a16:creationId xmlns:a16="http://schemas.microsoft.com/office/drawing/2014/main" id="{0D0066A8-6C30-423F-ACF7-631C25AB4318}"/>
                  </a:ext>
                </a:extLst>
              </p:cNvPr>
              <p:cNvSpPr txBox="1"/>
              <p:nvPr/>
            </p:nvSpPr>
            <p:spPr>
              <a:xfrm>
                <a:off x="7403321" y="7253688"/>
                <a:ext cx="194798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请输入段落标题</a:t>
                </a:r>
              </a:p>
            </p:txBody>
          </p:sp>
          <p:cxnSp>
            <p:nvCxnSpPr>
              <p:cNvPr id="44" name="直接连接符 43">
                <a:extLst>
                  <a:ext uri="{FF2B5EF4-FFF2-40B4-BE49-F238E27FC236}">
                    <a16:creationId xmlns:a16="http://schemas.microsoft.com/office/drawing/2014/main" id="{55A426E2-5DA6-44E9-8B07-3B19BC3D87BB}"/>
                  </a:ext>
                </a:extLst>
              </p:cNvPr>
              <p:cNvCxnSpPr>
                <a:cxnSpLocks/>
              </p:cNvCxnSpPr>
              <p:nvPr/>
            </p:nvCxnSpPr>
            <p:spPr>
              <a:xfrm>
                <a:off x="7454455" y="7722811"/>
                <a:ext cx="185407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D59DC96A-1890-4340-91E6-C2034474EFDC}"/>
                </a:ext>
              </a:extLst>
            </p:cNvPr>
            <p:cNvSpPr txBox="1"/>
            <p:nvPr/>
          </p:nvSpPr>
          <p:spPr>
            <a:xfrm>
              <a:off x="1439360" y="4897751"/>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西安交通大学享誉海内外的著名高等学府。</a:t>
              </a:r>
            </a:p>
          </p:txBody>
        </p:sp>
      </p:grpSp>
      <p:grpSp>
        <p:nvGrpSpPr>
          <p:cNvPr id="20" name="组合 19">
            <a:extLst>
              <a:ext uri="{FF2B5EF4-FFF2-40B4-BE49-F238E27FC236}">
                <a16:creationId xmlns:a16="http://schemas.microsoft.com/office/drawing/2014/main" id="{3D7E6C26-F0DC-4DAB-BC2A-3332BF23C000}"/>
              </a:ext>
            </a:extLst>
          </p:cNvPr>
          <p:cNvGrpSpPr/>
          <p:nvPr/>
        </p:nvGrpSpPr>
        <p:grpSpPr>
          <a:xfrm>
            <a:off x="8204376" y="1443860"/>
            <a:ext cx="3314523" cy="4318153"/>
            <a:chOff x="8204376" y="1443860"/>
            <a:chExt cx="3314523" cy="4318153"/>
          </a:xfrm>
        </p:grpSpPr>
        <p:sp>
          <p:nvSpPr>
            <p:cNvPr id="11" name="矩形: 圆角 10">
              <a:extLst>
                <a:ext uri="{FF2B5EF4-FFF2-40B4-BE49-F238E27FC236}">
                  <a16:creationId xmlns:a16="http://schemas.microsoft.com/office/drawing/2014/main" id="{FC69AC12-C7C6-44B4-8313-AF77FDDED7B2}"/>
                </a:ext>
              </a:extLst>
            </p:cNvPr>
            <p:cNvSpPr/>
            <p:nvPr>
              <p:custDataLst>
                <p:tags r:id="rId2"/>
              </p:custDataLst>
            </p:nvPr>
          </p:nvSpPr>
          <p:spPr>
            <a:xfrm>
              <a:off x="8204376" y="1443860"/>
              <a:ext cx="3314523" cy="4318153"/>
            </a:xfrm>
            <a:prstGeom prst="roundRect">
              <a:avLst>
                <a:gd name="adj" fmla="val 3152"/>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17" name="组合 16">
              <a:extLst>
                <a:ext uri="{FF2B5EF4-FFF2-40B4-BE49-F238E27FC236}">
                  <a16:creationId xmlns:a16="http://schemas.microsoft.com/office/drawing/2014/main" id="{D50E6450-B78B-4FCD-B0DE-AF0DB33E0650}"/>
                </a:ext>
              </a:extLst>
            </p:cNvPr>
            <p:cNvGrpSpPr/>
            <p:nvPr/>
          </p:nvGrpSpPr>
          <p:grpSpPr>
            <a:xfrm>
              <a:off x="8666407" y="1924317"/>
              <a:ext cx="2506303" cy="2293087"/>
              <a:chOff x="8666407" y="1924317"/>
              <a:chExt cx="2506303" cy="2293087"/>
            </a:xfrm>
          </p:grpSpPr>
          <p:grpSp>
            <p:nvGrpSpPr>
              <p:cNvPr id="31" name="组合 30">
                <a:extLst>
                  <a:ext uri="{FF2B5EF4-FFF2-40B4-BE49-F238E27FC236}">
                    <a16:creationId xmlns:a16="http://schemas.microsoft.com/office/drawing/2014/main" id="{79355D61-A49B-48CC-B8A0-9C5E3AFCBC6F}"/>
                  </a:ext>
                </a:extLst>
              </p:cNvPr>
              <p:cNvGrpSpPr/>
              <p:nvPr/>
            </p:nvGrpSpPr>
            <p:grpSpPr>
              <a:xfrm>
                <a:off x="8759402" y="1924317"/>
                <a:ext cx="2204470" cy="469124"/>
                <a:chOff x="8759402" y="1872634"/>
                <a:chExt cx="2204470" cy="469124"/>
              </a:xfrm>
            </p:grpSpPr>
            <p:sp>
              <p:nvSpPr>
                <p:cNvPr id="32" name="文本框 31">
                  <a:extLst>
                    <a:ext uri="{FF2B5EF4-FFF2-40B4-BE49-F238E27FC236}">
                      <a16:creationId xmlns:a16="http://schemas.microsoft.com/office/drawing/2014/main" id="{0A9E8C84-9565-4CF0-A397-E2E64E3D0DE2}"/>
                    </a:ext>
                  </a:extLst>
                </p:cNvPr>
                <p:cNvSpPr txBox="1"/>
                <p:nvPr/>
              </p:nvSpPr>
              <p:spPr>
                <a:xfrm>
                  <a:off x="8759402" y="1872634"/>
                  <a:ext cx="2204470"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此处请输入小标题</a:t>
                  </a:r>
                </a:p>
              </p:txBody>
            </p:sp>
            <p:cxnSp>
              <p:nvCxnSpPr>
                <p:cNvPr id="34" name="直接连接符 33">
                  <a:extLst>
                    <a:ext uri="{FF2B5EF4-FFF2-40B4-BE49-F238E27FC236}">
                      <a16:creationId xmlns:a16="http://schemas.microsoft.com/office/drawing/2014/main" id="{CA7442FB-39F4-426A-AB20-BDD8DBC59ECF}"/>
                    </a:ext>
                  </a:extLst>
                </p:cNvPr>
                <p:cNvCxnSpPr>
                  <a:cxnSpLocks/>
                </p:cNvCxnSpPr>
                <p:nvPr/>
              </p:nvCxnSpPr>
              <p:spPr>
                <a:xfrm>
                  <a:off x="8938777" y="2341758"/>
                  <a:ext cx="185407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45" name="文本框 44">
                <a:extLst>
                  <a:ext uri="{FF2B5EF4-FFF2-40B4-BE49-F238E27FC236}">
                    <a16:creationId xmlns:a16="http://schemas.microsoft.com/office/drawing/2014/main" id="{1E754229-AB7B-4E76-A3F8-3FDE3CE34AAF}"/>
                  </a:ext>
                </a:extLst>
              </p:cNvPr>
              <p:cNvSpPr txBox="1"/>
              <p:nvPr/>
            </p:nvSpPr>
            <p:spPr>
              <a:xfrm>
                <a:off x="8666407" y="2717943"/>
                <a:ext cx="2506303" cy="1499461"/>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西安交通大学是中华人民共和国教育部直属的综合性研究型全国重点大学。</a:t>
                </a:r>
                <a:endParaRPr lang="en-US" altLang="zh-CN" dirty="0">
                  <a:latin typeface="+mn-ea"/>
                  <a:ea typeface="+mn-ea"/>
                </a:endParaRPr>
              </a:p>
              <a:p>
                <a:pPr algn="l"/>
                <a:r>
                  <a:rPr lang="zh-CN" altLang="en-US" dirty="0">
                    <a:latin typeface="+mn-ea"/>
                    <a:ea typeface="+mn-ea"/>
                  </a:rPr>
                  <a:t>是我国最早兴办、享誉海内外的著名高等学府。</a:t>
                </a:r>
              </a:p>
            </p:txBody>
          </p:sp>
        </p:grpSp>
      </p:grpSp>
    </p:spTree>
    <p:extLst>
      <p:ext uri="{BB962C8B-B14F-4D97-AF65-F5344CB8AC3E}">
        <p14:creationId xmlns:p14="http://schemas.microsoft.com/office/powerpoint/2010/main" val="1942818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C9FD918-E9B5-4478-9E7F-4D807593B2A4}"/>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E2402A8E-4A72-4659-9223-A59AFD4EBE37}"/>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96483377-DFB5-4B64-969B-890AE0BE70C0}"/>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F7F97D22-04A7-4661-BD3C-D2E6DE033F1E}"/>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EC950F0A-D935-4657-A9DD-82EB7B3190C6}"/>
                  </a:ext>
                </a:extLst>
              </p:cNvPr>
              <p:cNvSpPr/>
              <p:nvPr>
                <p:custDataLst>
                  <p:tags r:id="rId5"/>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1D0850CF-A674-47BE-8EAE-23CAF0750814}"/>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D9835B4D-651A-4F32-9FC8-8E7D5AD14152}"/>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DD0E76B0-54B2-45ED-976B-37F838102B11}"/>
                  </a:ext>
                </a:extLst>
              </p:cNvPr>
              <p:cNvSpPr/>
              <p:nvPr>
                <p:custDataLst>
                  <p:tags r:id="rId3"/>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0BAB717C-E0B6-4CDD-B1C2-1C1782EA6826}"/>
                  </a:ext>
                </a:extLst>
              </p:cNvPr>
              <p:cNvSpPr txBox="1"/>
              <p:nvPr>
                <p:custDataLst>
                  <p:tags r:id="rId4"/>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1" name="文本框 10">
            <a:extLst>
              <a:ext uri="{FF2B5EF4-FFF2-40B4-BE49-F238E27FC236}">
                <a16:creationId xmlns:a16="http://schemas.microsoft.com/office/drawing/2014/main" id="{C749BC74-26C4-4550-8543-FAFDBB2C2F73}"/>
              </a:ext>
            </a:extLst>
          </p:cNvPr>
          <p:cNvSpPr txBox="1"/>
          <p:nvPr/>
        </p:nvSpPr>
        <p:spPr>
          <a:xfrm>
            <a:off x="1976536" y="1575557"/>
            <a:ext cx="2076230"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此处输入结论</a:t>
            </a:r>
          </a:p>
        </p:txBody>
      </p:sp>
      <p:grpSp>
        <p:nvGrpSpPr>
          <p:cNvPr id="12" name="组合 11">
            <a:extLst>
              <a:ext uri="{FF2B5EF4-FFF2-40B4-BE49-F238E27FC236}">
                <a16:creationId xmlns:a16="http://schemas.microsoft.com/office/drawing/2014/main" id="{335660F1-5D98-41EB-84FB-8104FEA58721}"/>
              </a:ext>
            </a:extLst>
          </p:cNvPr>
          <p:cNvGrpSpPr/>
          <p:nvPr/>
        </p:nvGrpSpPr>
        <p:grpSpPr>
          <a:xfrm>
            <a:off x="6719518" y="2036592"/>
            <a:ext cx="4427475" cy="1879018"/>
            <a:chOff x="6719518" y="2036592"/>
            <a:chExt cx="4427475" cy="1879018"/>
          </a:xfrm>
        </p:grpSpPr>
        <p:sp>
          <p:nvSpPr>
            <p:cNvPr id="13" name="任意多边形: 形状 12">
              <a:extLst>
                <a:ext uri="{FF2B5EF4-FFF2-40B4-BE49-F238E27FC236}">
                  <a16:creationId xmlns:a16="http://schemas.microsoft.com/office/drawing/2014/main" id="{786A5D29-C4E9-48FD-9C96-DEAEFE108278}"/>
                </a:ext>
              </a:extLst>
            </p:cNvPr>
            <p:cNvSpPr/>
            <p:nvPr/>
          </p:nvSpPr>
          <p:spPr>
            <a:xfrm>
              <a:off x="7283450" y="2543308"/>
              <a:ext cx="3017472" cy="855988"/>
            </a:xfrm>
            <a:custGeom>
              <a:avLst/>
              <a:gdLst>
                <a:gd name="connsiteX0" fmla="*/ 0 w 2390011"/>
                <a:gd name="connsiteY0" fmla="*/ 0 h 744669"/>
                <a:gd name="connsiteX1" fmla="*/ 506472 w 2390011"/>
                <a:gd name="connsiteY1" fmla="*/ 0 h 744669"/>
                <a:gd name="connsiteX2" fmla="*/ 509469 w 2390011"/>
                <a:gd name="connsiteY2" fmla="*/ 3002 h 744669"/>
                <a:gd name="connsiteX3" fmla="*/ 1370290 w 2390011"/>
                <a:gd name="connsiteY3" fmla="*/ 281509 h 744669"/>
                <a:gd name="connsiteX4" fmla="*/ 2231111 w 2390011"/>
                <a:gd name="connsiteY4" fmla="*/ 3002 h 744669"/>
                <a:gd name="connsiteX5" fmla="*/ 2234108 w 2390011"/>
                <a:gd name="connsiteY5" fmla="*/ 0 h 744669"/>
                <a:gd name="connsiteX6" fmla="*/ 2390011 w 2390011"/>
                <a:gd name="connsiteY6" fmla="*/ 0 h 744669"/>
                <a:gd name="connsiteX7" fmla="*/ 2390011 w 2390011"/>
                <a:gd name="connsiteY7" fmla="*/ 744669 h 744669"/>
                <a:gd name="connsiteX8" fmla="*/ 2133321 w 2390011"/>
                <a:gd name="connsiteY8" fmla="*/ 744669 h 744669"/>
                <a:gd name="connsiteX9" fmla="*/ 2104348 w 2390011"/>
                <a:gd name="connsiteY9" fmla="*/ 725271 h 744669"/>
                <a:gd name="connsiteX10" fmla="*/ 1370290 w 2390011"/>
                <a:gd name="connsiteY10" fmla="*/ 540253 h 744669"/>
                <a:gd name="connsiteX11" fmla="*/ 636232 w 2390011"/>
                <a:gd name="connsiteY11" fmla="*/ 725271 h 744669"/>
                <a:gd name="connsiteX12" fmla="*/ 607259 w 2390011"/>
                <a:gd name="connsiteY12" fmla="*/ 744669 h 744669"/>
                <a:gd name="connsiteX13" fmla="*/ 0 w 2390011"/>
                <a:gd name="connsiteY13" fmla="*/ 744669 h 744669"/>
                <a:gd name="connsiteX14" fmla="*/ 0 w 2390011"/>
                <a:gd name="connsiteY14" fmla="*/ 0 h 74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0011" h="744669">
                  <a:moveTo>
                    <a:pt x="0" y="0"/>
                  </a:moveTo>
                  <a:lnTo>
                    <a:pt x="506472" y="0"/>
                  </a:lnTo>
                  <a:lnTo>
                    <a:pt x="509469" y="3002"/>
                  </a:lnTo>
                  <a:cubicBezTo>
                    <a:pt x="696026" y="171033"/>
                    <a:pt x="1011956" y="281509"/>
                    <a:pt x="1370290" y="281509"/>
                  </a:cubicBezTo>
                  <a:cubicBezTo>
                    <a:pt x="1728624" y="281509"/>
                    <a:pt x="2044554" y="171033"/>
                    <a:pt x="2231111" y="3002"/>
                  </a:cubicBezTo>
                  <a:lnTo>
                    <a:pt x="2234108" y="0"/>
                  </a:lnTo>
                  <a:lnTo>
                    <a:pt x="2390011" y="0"/>
                  </a:lnTo>
                  <a:lnTo>
                    <a:pt x="2390011" y="744669"/>
                  </a:lnTo>
                  <a:lnTo>
                    <a:pt x="2133321" y="744669"/>
                  </a:lnTo>
                  <a:lnTo>
                    <a:pt x="2104348" y="725271"/>
                  </a:lnTo>
                  <a:cubicBezTo>
                    <a:pt x="1916486" y="610958"/>
                    <a:pt x="1656957" y="540253"/>
                    <a:pt x="1370290" y="540253"/>
                  </a:cubicBezTo>
                  <a:cubicBezTo>
                    <a:pt x="1083623" y="540253"/>
                    <a:pt x="824094" y="610958"/>
                    <a:pt x="636232" y="725271"/>
                  </a:cubicBezTo>
                  <a:lnTo>
                    <a:pt x="607259" y="744669"/>
                  </a:lnTo>
                  <a:lnTo>
                    <a:pt x="0" y="744669"/>
                  </a:lnTo>
                  <a:lnTo>
                    <a:pt x="0" y="0"/>
                  </a:lnTo>
                  <a:close/>
                </a:path>
              </a:pathLst>
            </a:custGeom>
            <a:solidFill>
              <a:schemeClr val="accent3">
                <a:alpha val="5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4" name="组合 13">
              <a:extLst>
                <a:ext uri="{FF2B5EF4-FFF2-40B4-BE49-F238E27FC236}">
                  <a16:creationId xmlns:a16="http://schemas.microsoft.com/office/drawing/2014/main" id="{046AC9C7-B589-4138-A1FF-D8BB4B74FA30}"/>
                </a:ext>
              </a:extLst>
            </p:cNvPr>
            <p:cNvGrpSpPr/>
            <p:nvPr/>
          </p:nvGrpSpPr>
          <p:grpSpPr>
            <a:xfrm>
              <a:off x="6719518" y="2036592"/>
              <a:ext cx="1879018" cy="1879018"/>
              <a:chOff x="7015255" y="1986563"/>
              <a:chExt cx="1879018" cy="1879018"/>
            </a:xfrm>
          </p:grpSpPr>
          <p:sp>
            <p:nvSpPr>
              <p:cNvPr id="18" name="椭圆 17">
                <a:extLst>
                  <a:ext uri="{FF2B5EF4-FFF2-40B4-BE49-F238E27FC236}">
                    <a16:creationId xmlns:a16="http://schemas.microsoft.com/office/drawing/2014/main" id="{0016CC4A-7399-4097-B0A3-A1BCC5153AF0}"/>
                  </a:ext>
                </a:extLst>
              </p:cNvPr>
              <p:cNvSpPr/>
              <p:nvPr/>
            </p:nvSpPr>
            <p:spPr>
              <a:xfrm>
                <a:off x="7015255" y="1986563"/>
                <a:ext cx="1879018" cy="1879018"/>
              </a:xfrm>
              <a:prstGeom prst="ellipse">
                <a:avLst/>
              </a:prstGeom>
              <a:gradFill>
                <a:gsLst>
                  <a:gs pos="100000">
                    <a:schemeClr val="accent6">
                      <a:alpha val="0"/>
                    </a:schemeClr>
                  </a:gs>
                  <a:gs pos="0">
                    <a:schemeClr val="accent1">
                      <a:alpha val="4000"/>
                    </a:schemeClr>
                  </a:gs>
                </a:gsLst>
                <a:lin ang="5400000" scaled="1"/>
              </a:gradFill>
              <a:ln w="9525">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dirty="0"/>
              </a:p>
            </p:txBody>
          </p:sp>
          <p:sp>
            <p:nvSpPr>
              <p:cNvPr id="19" name="椭圆 18">
                <a:extLst>
                  <a:ext uri="{FF2B5EF4-FFF2-40B4-BE49-F238E27FC236}">
                    <a16:creationId xmlns:a16="http://schemas.microsoft.com/office/drawing/2014/main" id="{98A7B731-0B15-4379-B017-E5625292C841}"/>
                  </a:ext>
                </a:extLst>
              </p:cNvPr>
              <p:cNvSpPr/>
              <p:nvPr>
                <p:custDataLst>
                  <p:tags r:id="rId2"/>
                </p:custDataLst>
              </p:nvPr>
            </p:nvSpPr>
            <p:spPr>
              <a:xfrm>
                <a:off x="7372499" y="2343805"/>
                <a:ext cx="1164530" cy="1164534"/>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255392" dist="51079" dir="18000001"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grpSp>
          <p:nvGrpSpPr>
            <p:cNvPr id="15" name="组合 14">
              <a:extLst>
                <a:ext uri="{FF2B5EF4-FFF2-40B4-BE49-F238E27FC236}">
                  <a16:creationId xmlns:a16="http://schemas.microsoft.com/office/drawing/2014/main" id="{DDFA6135-E9FB-4101-999B-775AF463C63B}"/>
                </a:ext>
              </a:extLst>
            </p:cNvPr>
            <p:cNvGrpSpPr/>
            <p:nvPr/>
          </p:nvGrpSpPr>
          <p:grpSpPr>
            <a:xfrm>
              <a:off x="9285153" y="2045181"/>
              <a:ext cx="1861840" cy="1861840"/>
              <a:chOff x="7023844" y="1995152"/>
              <a:chExt cx="1861840" cy="1861840"/>
            </a:xfrm>
          </p:grpSpPr>
          <p:sp>
            <p:nvSpPr>
              <p:cNvPr id="16" name="椭圆 15">
                <a:extLst>
                  <a:ext uri="{FF2B5EF4-FFF2-40B4-BE49-F238E27FC236}">
                    <a16:creationId xmlns:a16="http://schemas.microsoft.com/office/drawing/2014/main" id="{19430F3E-A5E9-42FD-B6D4-1811F64C3FB1}"/>
                  </a:ext>
                </a:extLst>
              </p:cNvPr>
              <p:cNvSpPr/>
              <p:nvPr/>
            </p:nvSpPr>
            <p:spPr>
              <a:xfrm>
                <a:off x="7023844" y="1995152"/>
                <a:ext cx="1861840" cy="1861840"/>
              </a:xfrm>
              <a:prstGeom prst="ellipse">
                <a:avLst/>
              </a:prstGeom>
              <a:gradFill>
                <a:gsLst>
                  <a:gs pos="100000">
                    <a:srgbClr val="FAE2E3">
                      <a:alpha val="0"/>
                    </a:srgbClr>
                  </a:gs>
                  <a:gs pos="0">
                    <a:srgbClr val="C02027">
                      <a:alpha val="4000"/>
                    </a:srgbClr>
                  </a:gs>
                </a:gsLst>
                <a:lin ang="5400000" scaled="1"/>
              </a:gradFill>
              <a:ln w="9525">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17" name="椭圆 16">
                <a:extLst>
                  <a:ext uri="{FF2B5EF4-FFF2-40B4-BE49-F238E27FC236}">
                    <a16:creationId xmlns:a16="http://schemas.microsoft.com/office/drawing/2014/main" id="{6BE7F9F2-8E8C-464F-B602-49B5FA320DBE}"/>
                  </a:ext>
                </a:extLst>
              </p:cNvPr>
              <p:cNvSpPr/>
              <p:nvPr>
                <p:custDataLst>
                  <p:tags r:id="rId1"/>
                </p:custDataLst>
              </p:nvPr>
            </p:nvSpPr>
            <p:spPr>
              <a:xfrm>
                <a:off x="7372499" y="2343805"/>
                <a:ext cx="1164530" cy="1164534"/>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255392" dist="51079" dir="18000001"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grpSp>
      <p:sp>
        <p:nvSpPr>
          <p:cNvPr id="20" name="文本框 19">
            <a:extLst>
              <a:ext uri="{FF2B5EF4-FFF2-40B4-BE49-F238E27FC236}">
                <a16:creationId xmlns:a16="http://schemas.microsoft.com/office/drawing/2014/main" id="{0F451572-7DE3-40DB-A86B-2232DD1B6925}"/>
              </a:ext>
            </a:extLst>
          </p:cNvPr>
          <p:cNvSpPr txBox="1"/>
          <p:nvPr/>
        </p:nvSpPr>
        <p:spPr>
          <a:xfrm rot="5400000">
            <a:off x="6711201" y="2269616"/>
            <a:ext cx="1839600" cy="1839600"/>
          </a:xfrm>
          <a:prstGeom prst="rect">
            <a:avLst/>
          </a:prstGeom>
          <a:noFill/>
          <a:effectLst/>
        </p:spPr>
        <p:txBody>
          <a:bodyPr wrap="none" lIns="75575" tIns="37788" rIns="75575" bIns="37788" rtlCol="0">
            <a:prstTxWarp prst="textCircle">
              <a:avLst>
                <a:gd name="adj" fmla="val 8572403"/>
              </a:avLst>
            </a:prstTxWarp>
            <a:spAutoFit/>
          </a:bodyPr>
          <a:lstStyle/>
          <a:p>
            <a:pPr algn="ctr"/>
            <a:r>
              <a:rPr lang="zh-CN" altLang="en-US" sz="1600" dirty="0">
                <a:latin typeface="+mn-ea"/>
              </a:rPr>
              <a:t>请输入相关内容</a:t>
            </a:r>
            <a:endParaRPr lang="en-US" altLang="zh-CN" sz="1600" dirty="0">
              <a:latin typeface="+mn-ea"/>
            </a:endParaRPr>
          </a:p>
        </p:txBody>
      </p:sp>
      <p:sp>
        <p:nvSpPr>
          <p:cNvPr id="21" name="文本框 20">
            <a:extLst>
              <a:ext uri="{FF2B5EF4-FFF2-40B4-BE49-F238E27FC236}">
                <a16:creationId xmlns:a16="http://schemas.microsoft.com/office/drawing/2014/main" id="{25C893A5-656E-4F6E-AC96-A6FBFC905916}"/>
              </a:ext>
            </a:extLst>
          </p:cNvPr>
          <p:cNvSpPr txBox="1"/>
          <p:nvPr/>
        </p:nvSpPr>
        <p:spPr>
          <a:xfrm rot="5400000">
            <a:off x="9307393" y="2269616"/>
            <a:ext cx="1839600" cy="1839600"/>
          </a:xfrm>
          <a:prstGeom prst="rect">
            <a:avLst/>
          </a:prstGeom>
          <a:noFill/>
          <a:effectLst/>
        </p:spPr>
        <p:txBody>
          <a:bodyPr wrap="none" lIns="75575" tIns="37788" rIns="75575" bIns="37788" rtlCol="0">
            <a:prstTxWarp prst="textCircle">
              <a:avLst>
                <a:gd name="adj" fmla="val 8572403"/>
              </a:avLst>
            </a:prstTxWarp>
            <a:spAutoFit/>
          </a:bodyPr>
          <a:lstStyle/>
          <a:p>
            <a:pPr algn="ctr"/>
            <a:r>
              <a:rPr lang="zh-CN" altLang="en-US" sz="1600" dirty="0">
                <a:latin typeface="+mn-ea"/>
              </a:rPr>
              <a:t>请输入相关内容</a:t>
            </a:r>
            <a:endParaRPr lang="en-US" altLang="zh-CN" sz="1600" dirty="0">
              <a:latin typeface="+mn-ea"/>
            </a:endParaRPr>
          </a:p>
        </p:txBody>
      </p:sp>
      <p:grpSp>
        <p:nvGrpSpPr>
          <p:cNvPr id="22" name="组合 21">
            <a:extLst>
              <a:ext uri="{FF2B5EF4-FFF2-40B4-BE49-F238E27FC236}">
                <a16:creationId xmlns:a16="http://schemas.microsoft.com/office/drawing/2014/main" id="{26D0FE41-CA59-4E89-A509-F8BA4202B738}"/>
              </a:ext>
            </a:extLst>
          </p:cNvPr>
          <p:cNvGrpSpPr/>
          <p:nvPr/>
        </p:nvGrpSpPr>
        <p:grpSpPr>
          <a:xfrm>
            <a:off x="7176070" y="2543308"/>
            <a:ext cx="994676" cy="792574"/>
            <a:chOff x="7176070" y="2437757"/>
            <a:chExt cx="994676" cy="792574"/>
          </a:xfrm>
        </p:grpSpPr>
        <p:sp>
          <p:nvSpPr>
            <p:cNvPr id="23" name="文本框 22">
              <a:extLst>
                <a:ext uri="{FF2B5EF4-FFF2-40B4-BE49-F238E27FC236}">
                  <a16:creationId xmlns:a16="http://schemas.microsoft.com/office/drawing/2014/main" id="{88078E79-ADE8-4CDF-A1A9-78BC2356A056}"/>
                </a:ext>
              </a:extLst>
            </p:cNvPr>
            <p:cNvSpPr txBox="1"/>
            <p:nvPr/>
          </p:nvSpPr>
          <p:spPr>
            <a:xfrm>
              <a:off x="7195779" y="2692352"/>
              <a:ext cx="974967" cy="537979"/>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dirty="0">
                  <a:gradFill>
                    <a:gsLst>
                      <a:gs pos="0">
                        <a:schemeClr val="bg1"/>
                      </a:gs>
                      <a:gs pos="100000">
                        <a:schemeClr val="accent3"/>
                      </a:gs>
                    </a:gsLst>
                    <a:lin ang="5400000" scaled="1"/>
                  </a:gradFill>
                  <a:latin typeface="+mn-lt"/>
                </a:rPr>
                <a:t>50%</a:t>
              </a:r>
              <a:endParaRPr lang="zh-CN" altLang="en-US" dirty="0">
                <a:gradFill>
                  <a:gsLst>
                    <a:gs pos="0">
                      <a:schemeClr val="bg1"/>
                    </a:gs>
                    <a:gs pos="100000">
                      <a:schemeClr val="accent3"/>
                    </a:gs>
                  </a:gsLst>
                  <a:lin ang="5400000" scaled="1"/>
                </a:gradFill>
                <a:latin typeface="+mn-lt"/>
              </a:endParaRPr>
            </a:p>
          </p:txBody>
        </p:sp>
        <p:sp>
          <p:nvSpPr>
            <p:cNvPr id="24" name="文本框 23">
              <a:extLst>
                <a:ext uri="{FF2B5EF4-FFF2-40B4-BE49-F238E27FC236}">
                  <a16:creationId xmlns:a16="http://schemas.microsoft.com/office/drawing/2014/main" id="{E5941C6C-B805-4B80-A92C-FB5C3D06D9CB}"/>
                </a:ext>
              </a:extLst>
            </p:cNvPr>
            <p:cNvSpPr txBox="1"/>
            <p:nvPr/>
          </p:nvSpPr>
          <p:spPr>
            <a:xfrm>
              <a:off x="7176070" y="2437757"/>
              <a:ext cx="922067" cy="384091"/>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00" dirty="0">
                  <a:gradFill>
                    <a:gsLst>
                      <a:gs pos="0">
                        <a:schemeClr val="bg1"/>
                      </a:gs>
                      <a:gs pos="100000">
                        <a:schemeClr val="accent3"/>
                      </a:gs>
                    </a:gsLst>
                    <a:lin ang="5400000" scaled="1"/>
                  </a:gradFill>
                  <a:latin typeface="+mn-lt"/>
                </a:rPr>
                <a:t>小标题</a:t>
              </a:r>
            </a:p>
          </p:txBody>
        </p:sp>
      </p:grpSp>
      <p:grpSp>
        <p:nvGrpSpPr>
          <p:cNvPr id="25" name="组合 24">
            <a:extLst>
              <a:ext uri="{FF2B5EF4-FFF2-40B4-BE49-F238E27FC236}">
                <a16:creationId xmlns:a16="http://schemas.microsoft.com/office/drawing/2014/main" id="{EB8D858E-BB1C-475D-9588-97F26CE0F0DE}"/>
              </a:ext>
            </a:extLst>
          </p:cNvPr>
          <p:cNvGrpSpPr/>
          <p:nvPr/>
        </p:nvGrpSpPr>
        <p:grpSpPr>
          <a:xfrm>
            <a:off x="9718735" y="2543308"/>
            <a:ext cx="994676" cy="792574"/>
            <a:chOff x="7176070" y="2437757"/>
            <a:chExt cx="994676" cy="792574"/>
          </a:xfrm>
        </p:grpSpPr>
        <p:sp>
          <p:nvSpPr>
            <p:cNvPr id="26" name="文本框 25">
              <a:extLst>
                <a:ext uri="{FF2B5EF4-FFF2-40B4-BE49-F238E27FC236}">
                  <a16:creationId xmlns:a16="http://schemas.microsoft.com/office/drawing/2014/main" id="{A72FDB95-05C8-426F-B847-E7ED2C2746E3}"/>
                </a:ext>
              </a:extLst>
            </p:cNvPr>
            <p:cNvSpPr txBox="1"/>
            <p:nvPr/>
          </p:nvSpPr>
          <p:spPr>
            <a:xfrm>
              <a:off x="7195779" y="2692352"/>
              <a:ext cx="974967" cy="537979"/>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dirty="0">
                  <a:gradFill>
                    <a:gsLst>
                      <a:gs pos="0">
                        <a:schemeClr val="bg1"/>
                      </a:gs>
                      <a:gs pos="100000">
                        <a:schemeClr val="accent3"/>
                      </a:gs>
                    </a:gsLst>
                    <a:lin ang="5400000" scaled="1"/>
                  </a:gradFill>
                  <a:latin typeface="+mn-lt"/>
                </a:rPr>
                <a:t>50%</a:t>
              </a:r>
              <a:endParaRPr lang="zh-CN" altLang="en-US" dirty="0">
                <a:gradFill>
                  <a:gsLst>
                    <a:gs pos="0">
                      <a:schemeClr val="bg1"/>
                    </a:gs>
                    <a:gs pos="100000">
                      <a:schemeClr val="accent3"/>
                    </a:gs>
                  </a:gsLst>
                  <a:lin ang="5400000" scaled="1"/>
                </a:gradFill>
                <a:latin typeface="+mn-lt"/>
              </a:endParaRPr>
            </a:p>
          </p:txBody>
        </p:sp>
        <p:sp>
          <p:nvSpPr>
            <p:cNvPr id="27" name="文本框 26">
              <a:extLst>
                <a:ext uri="{FF2B5EF4-FFF2-40B4-BE49-F238E27FC236}">
                  <a16:creationId xmlns:a16="http://schemas.microsoft.com/office/drawing/2014/main" id="{E3A16D3F-CB4F-407C-944C-81AE3837B9BC}"/>
                </a:ext>
              </a:extLst>
            </p:cNvPr>
            <p:cNvSpPr txBox="1"/>
            <p:nvPr/>
          </p:nvSpPr>
          <p:spPr>
            <a:xfrm>
              <a:off x="7176070" y="2437757"/>
              <a:ext cx="922067" cy="384091"/>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00" dirty="0">
                  <a:gradFill>
                    <a:gsLst>
                      <a:gs pos="0">
                        <a:schemeClr val="bg1"/>
                      </a:gs>
                      <a:gs pos="100000">
                        <a:schemeClr val="accent3"/>
                      </a:gs>
                    </a:gsLst>
                    <a:lin ang="5400000" scaled="1"/>
                  </a:gradFill>
                  <a:latin typeface="+mn-lt"/>
                </a:rPr>
                <a:t>小标题</a:t>
              </a:r>
            </a:p>
          </p:txBody>
        </p:sp>
      </p:grpSp>
      <p:sp>
        <p:nvSpPr>
          <p:cNvPr id="28" name="文本框 27">
            <a:extLst>
              <a:ext uri="{FF2B5EF4-FFF2-40B4-BE49-F238E27FC236}">
                <a16:creationId xmlns:a16="http://schemas.microsoft.com/office/drawing/2014/main" id="{D022C60D-F2A7-436E-ABCE-BF92291031B4}"/>
              </a:ext>
            </a:extLst>
          </p:cNvPr>
          <p:cNvSpPr txBox="1"/>
          <p:nvPr/>
        </p:nvSpPr>
        <p:spPr>
          <a:xfrm>
            <a:off x="7916981" y="1575557"/>
            <a:ext cx="2076230"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此处输入结论</a:t>
            </a:r>
          </a:p>
        </p:txBody>
      </p:sp>
      <p:grpSp>
        <p:nvGrpSpPr>
          <p:cNvPr id="29" name="组合 28">
            <a:extLst>
              <a:ext uri="{FF2B5EF4-FFF2-40B4-BE49-F238E27FC236}">
                <a16:creationId xmlns:a16="http://schemas.microsoft.com/office/drawing/2014/main" id="{35A8C289-7C91-4F28-8064-D1F5C1BEA4CF}"/>
              </a:ext>
            </a:extLst>
          </p:cNvPr>
          <p:cNvGrpSpPr/>
          <p:nvPr/>
        </p:nvGrpSpPr>
        <p:grpSpPr>
          <a:xfrm>
            <a:off x="791559" y="2112843"/>
            <a:ext cx="4782788" cy="1753790"/>
            <a:chOff x="681417" y="2072455"/>
            <a:chExt cx="5003072" cy="1834566"/>
          </a:xfrm>
        </p:grpSpPr>
        <p:grpSp>
          <p:nvGrpSpPr>
            <p:cNvPr id="30" name="组合 29">
              <a:extLst>
                <a:ext uri="{FF2B5EF4-FFF2-40B4-BE49-F238E27FC236}">
                  <a16:creationId xmlns:a16="http://schemas.microsoft.com/office/drawing/2014/main" id="{2A3BF770-F9B0-4D6D-BB31-F36591CD7DB5}"/>
                </a:ext>
              </a:extLst>
            </p:cNvPr>
            <p:cNvGrpSpPr/>
            <p:nvPr/>
          </p:nvGrpSpPr>
          <p:grpSpPr>
            <a:xfrm>
              <a:off x="681417" y="2072455"/>
              <a:ext cx="5003072" cy="1834566"/>
              <a:chOff x="842637" y="2209844"/>
              <a:chExt cx="4253720" cy="1559788"/>
            </a:xfrm>
          </p:grpSpPr>
          <p:sp>
            <p:nvSpPr>
              <p:cNvPr id="40" name="椭圆 39">
                <a:extLst>
                  <a:ext uri="{FF2B5EF4-FFF2-40B4-BE49-F238E27FC236}">
                    <a16:creationId xmlns:a16="http://schemas.microsoft.com/office/drawing/2014/main" id="{A48B51C7-4DDF-49ED-B0A2-F9410504E478}"/>
                  </a:ext>
                </a:extLst>
              </p:cNvPr>
              <p:cNvSpPr/>
              <p:nvPr/>
            </p:nvSpPr>
            <p:spPr>
              <a:xfrm>
                <a:off x="842637" y="2209844"/>
                <a:ext cx="1559788" cy="1559788"/>
              </a:xfrm>
              <a:prstGeom prst="ellipse">
                <a:avLst/>
              </a:prstGeom>
              <a:gradFill>
                <a:gsLst>
                  <a:gs pos="100000">
                    <a:schemeClr val="accent6">
                      <a:alpha val="0"/>
                    </a:schemeClr>
                  </a:gs>
                  <a:gs pos="0">
                    <a:schemeClr val="accent1">
                      <a:alpha val="4000"/>
                    </a:schemeClr>
                  </a:gs>
                </a:gsLst>
                <a:lin ang="5400000" scaled="1"/>
              </a:gradFill>
              <a:ln w="9525">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1" name="椭圆 40">
                <a:extLst>
                  <a:ext uri="{FF2B5EF4-FFF2-40B4-BE49-F238E27FC236}">
                    <a16:creationId xmlns:a16="http://schemas.microsoft.com/office/drawing/2014/main" id="{611E93BE-FD05-4CAF-840C-399C75A79C7A}"/>
                  </a:ext>
                </a:extLst>
              </p:cNvPr>
              <p:cNvSpPr/>
              <p:nvPr/>
            </p:nvSpPr>
            <p:spPr>
              <a:xfrm>
                <a:off x="2186409" y="2209844"/>
                <a:ext cx="1559788" cy="1559788"/>
              </a:xfrm>
              <a:prstGeom prst="ellipse">
                <a:avLst/>
              </a:prstGeom>
              <a:gradFill>
                <a:gsLst>
                  <a:gs pos="100000">
                    <a:schemeClr val="accent6">
                      <a:alpha val="0"/>
                    </a:schemeClr>
                  </a:gs>
                  <a:gs pos="0">
                    <a:schemeClr val="accent1">
                      <a:alpha val="4000"/>
                    </a:schemeClr>
                  </a:gs>
                </a:gsLst>
                <a:lin ang="5400000" scaled="1"/>
              </a:gradFill>
              <a:ln w="9525">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sp>
            <p:nvSpPr>
              <p:cNvPr id="42" name="椭圆 41">
                <a:extLst>
                  <a:ext uri="{FF2B5EF4-FFF2-40B4-BE49-F238E27FC236}">
                    <a16:creationId xmlns:a16="http://schemas.microsoft.com/office/drawing/2014/main" id="{CD422FF3-14BC-4C99-B041-C8FE86EDE84D}"/>
                  </a:ext>
                </a:extLst>
              </p:cNvPr>
              <p:cNvSpPr/>
              <p:nvPr/>
            </p:nvSpPr>
            <p:spPr>
              <a:xfrm>
                <a:off x="3536569" y="2209844"/>
                <a:ext cx="1559788" cy="1559788"/>
              </a:xfrm>
              <a:prstGeom prst="ellipse">
                <a:avLst/>
              </a:prstGeom>
              <a:gradFill>
                <a:gsLst>
                  <a:gs pos="100000">
                    <a:schemeClr val="accent6">
                      <a:alpha val="0"/>
                    </a:schemeClr>
                  </a:gs>
                  <a:gs pos="0">
                    <a:schemeClr val="accent1">
                      <a:alpha val="4000"/>
                    </a:schemeClr>
                  </a:gs>
                </a:gsLst>
                <a:lin ang="5400000" scaled="1"/>
              </a:gradFill>
              <a:ln w="9525">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grpSp>
        <p:grpSp>
          <p:nvGrpSpPr>
            <p:cNvPr id="31" name="组合 30">
              <a:extLst>
                <a:ext uri="{FF2B5EF4-FFF2-40B4-BE49-F238E27FC236}">
                  <a16:creationId xmlns:a16="http://schemas.microsoft.com/office/drawing/2014/main" id="{4C0AA3F4-C1D1-44A3-8BDF-E6781031A6C4}"/>
                </a:ext>
              </a:extLst>
            </p:cNvPr>
            <p:cNvGrpSpPr/>
            <p:nvPr/>
          </p:nvGrpSpPr>
          <p:grpSpPr>
            <a:xfrm>
              <a:off x="959919" y="2264305"/>
              <a:ext cx="4447636" cy="1295391"/>
              <a:chOff x="975314" y="2264305"/>
              <a:chExt cx="4447636" cy="1295391"/>
            </a:xfrm>
          </p:grpSpPr>
          <p:sp>
            <p:nvSpPr>
              <p:cNvPr id="37" name="文本框 36">
                <a:extLst>
                  <a:ext uri="{FF2B5EF4-FFF2-40B4-BE49-F238E27FC236}">
                    <a16:creationId xmlns:a16="http://schemas.microsoft.com/office/drawing/2014/main" id="{8BC98304-83D6-4121-9715-68E1B19B57C8}"/>
                  </a:ext>
                </a:extLst>
              </p:cNvPr>
              <p:cNvSpPr txBox="1"/>
              <p:nvPr/>
            </p:nvSpPr>
            <p:spPr>
              <a:xfrm>
                <a:off x="1080267" y="2694505"/>
                <a:ext cx="964535" cy="401782"/>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00" dirty="0">
                    <a:gradFill flip="none" rotWithShape="1">
                      <a:gsLst>
                        <a:gs pos="0">
                          <a:schemeClr val="accent1"/>
                        </a:gs>
                        <a:gs pos="100000">
                          <a:schemeClr val="accent2"/>
                        </a:gs>
                      </a:gsLst>
                      <a:lin ang="2700000" scaled="1"/>
                      <a:tileRect/>
                    </a:gradFill>
                    <a:effectLst/>
                    <a:latin typeface="+mn-lt"/>
                  </a:rPr>
                  <a:t>小标题</a:t>
                </a:r>
              </a:p>
            </p:txBody>
          </p:sp>
          <p:pic>
            <p:nvPicPr>
              <p:cNvPr id="38" name="图形 37" descr="人工智能 轮廓">
                <a:extLst>
                  <a:ext uri="{FF2B5EF4-FFF2-40B4-BE49-F238E27FC236}">
                    <a16:creationId xmlns:a16="http://schemas.microsoft.com/office/drawing/2014/main" id="{B75EA307-538B-401E-8899-E6C66E2F40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57566" y="2264305"/>
                <a:ext cx="461562" cy="461562"/>
              </a:xfrm>
              <a:prstGeom prst="rect">
                <a:avLst/>
              </a:prstGeom>
              <a:effectLst>
                <a:outerShdw blurRad="41986" dist="31490" dir="5400000" algn="t" rotWithShape="0">
                  <a:schemeClr val="accent1">
                    <a:alpha val="22000"/>
                  </a:schemeClr>
                </a:outerShdw>
              </a:effectLst>
            </p:spPr>
          </p:pic>
          <p:sp>
            <p:nvSpPr>
              <p:cNvPr id="39" name="文本框 38">
                <a:extLst>
                  <a:ext uri="{FF2B5EF4-FFF2-40B4-BE49-F238E27FC236}">
                    <a16:creationId xmlns:a16="http://schemas.microsoft.com/office/drawing/2014/main" id="{C1CA9C60-7841-4B2E-AA70-B21B6835A8E8}"/>
                  </a:ext>
                </a:extLst>
              </p:cNvPr>
              <p:cNvSpPr txBox="1"/>
              <p:nvPr/>
            </p:nvSpPr>
            <p:spPr>
              <a:xfrm>
                <a:off x="975314" y="3029134"/>
                <a:ext cx="1286487" cy="530562"/>
              </a:xfrm>
              <a:prstGeom prst="rect">
                <a:avLst/>
              </a:prstGeom>
              <a:noFill/>
              <a:effectLst/>
            </p:spPr>
            <p:txBody>
              <a:bodyPr wrap="none" lIns="75575" tIns="37788" rIns="75575" bIns="37788" rtlCol="0">
                <a:spAutoFit/>
              </a:bodyPr>
              <a:lstStyle/>
              <a:p>
                <a:pPr algn="ctr"/>
                <a:r>
                  <a:rPr lang="zh-CN" altLang="en-US" sz="1400" dirty="0">
                    <a:latin typeface="+mn-ea"/>
                  </a:rPr>
                  <a:t>西安交通大学</a:t>
                </a:r>
                <a:endParaRPr lang="en-US" altLang="zh-CN" sz="1400" dirty="0">
                  <a:latin typeface="+mn-ea"/>
                </a:endParaRPr>
              </a:p>
              <a:p>
                <a:pPr algn="ctr"/>
                <a:r>
                  <a:rPr lang="zh-CN" altLang="en-US" sz="1400" dirty="0">
                    <a:latin typeface="+mn-ea"/>
                  </a:rPr>
                  <a:t>著名高等学府</a:t>
                </a:r>
                <a:endParaRPr lang="en-US" altLang="zh-CN" sz="1400" dirty="0">
                  <a:latin typeface="+mn-ea"/>
                </a:endParaRPr>
              </a:p>
            </p:txBody>
          </p:sp>
          <p:sp>
            <p:nvSpPr>
              <p:cNvPr id="83" name="文本框 82">
                <a:extLst>
                  <a:ext uri="{FF2B5EF4-FFF2-40B4-BE49-F238E27FC236}">
                    <a16:creationId xmlns:a16="http://schemas.microsoft.com/office/drawing/2014/main" id="{7FC8FBED-4465-4C24-B5B5-A9CC005A28E0}"/>
                  </a:ext>
                </a:extLst>
              </p:cNvPr>
              <p:cNvSpPr txBox="1"/>
              <p:nvPr/>
            </p:nvSpPr>
            <p:spPr>
              <a:xfrm>
                <a:off x="2563625" y="3029134"/>
                <a:ext cx="1286487" cy="530562"/>
              </a:xfrm>
              <a:prstGeom prst="rect">
                <a:avLst/>
              </a:prstGeom>
              <a:noFill/>
              <a:effectLst/>
            </p:spPr>
            <p:txBody>
              <a:bodyPr wrap="none" lIns="75575" tIns="37788" rIns="75575" bIns="37788" rtlCol="0">
                <a:spAutoFit/>
              </a:bodyPr>
              <a:lstStyle/>
              <a:p>
                <a:pPr algn="ctr"/>
                <a:r>
                  <a:rPr lang="zh-CN" altLang="en-US" sz="1400" dirty="0">
                    <a:latin typeface="+mn-ea"/>
                  </a:rPr>
                  <a:t>西安交通大学</a:t>
                </a:r>
                <a:endParaRPr lang="en-US" altLang="zh-CN" sz="1400" dirty="0">
                  <a:latin typeface="+mn-ea"/>
                </a:endParaRPr>
              </a:p>
              <a:p>
                <a:pPr algn="ctr"/>
                <a:r>
                  <a:rPr lang="zh-CN" altLang="en-US" sz="1400" dirty="0">
                    <a:latin typeface="+mn-ea"/>
                  </a:rPr>
                  <a:t>著名高等学府</a:t>
                </a:r>
                <a:endParaRPr lang="en-US" altLang="zh-CN" sz="1400" dirty="0">
                  <a:latin typeface="+mn-ea"/>
                </a:endParaRPr>
              </a:p>
            </p:txBody>
          </p:sp>
          <p:sp>
            <p:nvSpPr>
              <p:cNvPr id="84" name="文本框 83">
                <a:extLst>
                  <a:ext uri="{FF2B5EF4-FFF2-40B4-BE49-F238E27FC236}">
                    <a16:creationId xmlns:a16="http://schemas.microsoft.com/office/drawing/2014/main" id="{7C3E107D-4194-40B9-9C5C-02A5EA784D35}"/>
                  </a:ext>
                </a:extLst>
              </p:cNvPr>
              <p:cNvSpPr txBox="1"/>
              <p:nvPr/>
            </p:nvSpPr>
            <p:spPr>
              <a:xfrm>
                <a:off x="4136463" y="3029134"/>
                <a:ext cx="1286487" cy="530562"/>
              </a:xfrm>
              <a:prstGeom prst="rect">
                <a:avLst/>
              </a:prstGeom>
              <a:noFill/>
              <a:effectLst/>
            </p:spPr>
            <p:txBody>
              <a:bodyPr wrap="none" lIns="75575" tIns="37788" rIns="75575" bIns="37788" rtlCol="0">
                <a:spAutoFit/>
              </a:bodyPr>
              <a:lstStyle/>
              <a:p>
                <a:pPr algn="ctr"/>
                <a:r>
                  <a:rPr lang="zh-CN" altLang="en-US" sz="1400" dirty="0">
                    <a:latin typeface="+mn-ea"/>
                  </a:rPr>
                  <a:t>西安交通大学</a:t>
                </a:r>
                <a:endParaRPr lang="en-US" altLang="zh-CN" sz="1400" dirty="0">
                  <a:latin typeface="+mn-ea"/>
                </a:endParaRPr>
              </a:p>
              <a:p>
                <a:pPr algn="ctr"/>
                <a:r>
                  <a:rPr lang="zh-CN" altLang="en-US" sz="1400" dirty="0">
                    <a:latin typeface="+mn-ea"/>
                  </a:rPr>
                  <a:t>著名高等学府</a:t>
                </a:r>
                <a:endParaRPr lang="en-US" altLang="zh-CN" sz="1400" dirty="0">
                  <a:latin typeface="+mn-ea"/>
                </a:endParaRPr>
              </a:p>
            </p:txBody>
          </p:sp>
        </p:grpSp>
        <p:grpSp>
          <p:nvGrpSpPr>
            <p:cNvPr id="33" name="组合 32">
              <a:extLst>
                <a:ext uri="{FF2B5EF4-FFF2-40B4-BE49-F238E27FC236}">
                  <a16:creationId xmlns:a16="http://schemas.microsoft.com/office/drawing/2014/main" id="{F62737D1-5F6A-4022-B2B6-F5590C90A89E}"/>
                </a:ext>
              </a:extLst>
            </p:cNvPr>
            <p:cNvGrpSpPr/>
            <p:nvPr/>
          </p:nvGrpSpPr>
          <p:grpSpPr>
            <a:xfrm>
              <a:off x="4315547" y="2312527"/>
              <a:ext cx="964536" cy="783760"/>
              <a:chOff x="3870382" y="2312527"/>
              <a:chExt cx="964536" cy="783760"/>
            </a:xfrm>
          </p:grpSpPr>
          <p:pic>
            <p:nvPicPr>
              <p:cNvPr id="35" name="图形 34" descr="博客 轮廓">
                <a:extLst>
                  <a:ext uri="{FF2B5EF4-FFF2-40B4-BE49-F238E27FC236}">
                    <a16:creationId xmlns:a16="http://schemas.microsoft.com/office/drawing/2014/main" id="{609709EC-4054-4207-86E5-BF268FB538B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81940" y="2312527"/>
                <a:ext cx="461562" cy="461562"/>
              </a:xfrm>
              <a:prstGeom prst="rect">
                <a:avLst/>
              </a:prstGeom>
              <a:effectLst>
                <a:outerShdw blurRad="41986" dist="31490" dir="5400000" algn="t" rotWithShape="0">
                  <a:schemeClr val="accent1">
                    <a:alpha val="22000"/>
                  </a:schemeClr>
                </a:outerShdw>
              </a:effectLst>
            </p:spPr>
          </p:pic>
          <p:sp>
            <p:nvSpPr>
              <p:cNvPr id="36" name="文本框 35">
                <a:extLst>
                  <a:ext uri="{FF2B5EF4-FFF2-40B4-BE49-F238E27FC236}">
                    <a16:creationId xmlns:a16="http://schemas.microsoft.com/office/drawing/2014/main" id="{D716FAA0-0469-4815-884D-515B77D08623}"/>
                  </a:ext>
                </a:extLst>
              </p:cNvPr>
              <p:cNvSpPr txBox="1"/>
              <p:nvPr/>
            </p:nvSpPr>
            <p:spPr>
              <a:xfrm>
                <a:off x="3870382" y="2694506"/>
                <a:ext cx="964536" cy="401781"/>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00" dirty="0">
                    <a:gradFill flip="none" rotWithShape="1">
                      <a:gsLst>
                        <a:gs pos="0">
                          <a:schemeClr val="accent1"/>
                        </a:gs>
                        <a:gs pos="100000">
                          <a:schemeClr val="accent2"/>
                        </a:gs>
                      </a:gsLst>
                      <a:lin ang="2700000" scaled="1"/>
                      <a:tileRect/>
                    </a:gradFill>
                    <a:effectLst/>
                    <a:latin typeface="+mn-lt"/>
                  </a:rPr>
                  <a:t>小标题</a:t>
                </a:r>
              </a:p>
            </p:txBody>
          </p:sp>
        </p:grpSp>
      </p:grpSp>
      <p:pic>
        <p:nvPicPr>
          <p:cNvPr id="64" name="图形 63" descr="蓝图 轮廓">
            <a:extLst>
              <a:ext uri="{FF2B5EF4-FFF2-40B4-BE49-F238E27FC236}">
                <a16:creationId xmlns:a16="http://schemas.microsoft.com/office/drawing/2014/main" id="{B9E4ECD3-105D-489F-89EF-4F06767E745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960318" y="2273624"/>
            <a:ext cx="461562" cy="461562"/>
          </a:xfrm>
          <a:prstGeom prst="rect">
            <a:avLst/>
          </a:prstGeom>
          <a:effectLst>
            <a:outerShdw blurRad="41986" dist="31490" dir="5400000" algn="t" rotWithShape="0">
              <a:schemeClr val="accent1">
                <a:alpha val="22000"/>
              </a:schemeClr>
            </a:outerShdw>
          </a:effectLst>
        </p:spPr>
      </p:pic>
      <p:sp>
        <p:nvSpPr>
          <p:cNvPr id="65" name="文本框 64">
            <a:extLst>
              <a:ext uri="{FF2B5EF4-FFF2-40B4-BE49-F238E27FC236}">
                <a16:creationId xmlns:a16="http://schemas.microsoft.com/office/drawing/2014/main" id="{355E7A8F-C8B8-4194-92B3-2383111C5385}"/>
              </a:ext>
            </a:extLst>
          </p:cNvPr>
          <p:cNvSpPr txBox="1"/>
          <p:nvPr/>
        </p:nvSpPr>
        <p:spPr>
          <a:xfrm>
            <a:off x="2706696" y="2694505"/>
            <a:ext cx="922067" cy="384091"/>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00" dirty="0">
                <a:gradFill flip="none" rotWithShape="1">
                  <a:gsLst>
                    <a:gs pos="0">
                      <a:schemeClr val="accent1"/>
                    </a:gs>
                    <a:gs pos="100000">
                      <a:schemeClr val="accent2"/>
                    </a:gs>
                  </a:gsLst>
                  <a:lin ang="2700000" scaled="1"/>
                  <a:tileRect/>
                </a:gradFill>
                <a:effectLst/>
                <a:latin typeface="+mn-lt"/>
              </a:rPr>
              <a:t>小标题</a:t>
            </a:r>
          </a:p>
        </p:txBody>
      </p:sp>
      <p:grpSp>
        <p:nvGrpSpPr>
          <p:cNvPr id="82" name="组合 81">
            <a:extLst>
              <a:ext uri="{FF2B5EF4-FFF2-40B4-BE49-F238E27FC236}">
                <a16:creationId xmlns:a16="http://schemas.microsoft.com/office/drawing/2014/main" id="{6EF869E2-7F36-490C-A99D-9E4215F07669}"/>
              </a:ext>
            </a:extLst>
          </p:cNvPr>
          <p:cNvGrpSpPr/>
          <p:nvPr/>
        </p:nvGrpSpPr>
        <p:grpSpPr>
          <a:xfrm>
            <a:off x="732374" y="4151732"/>
            <a:ext cx="10727253" cy="1525188"/>
            <a:chOff x="660399" y="4151732"/>
            <a:chExt cx="10727253" cy="1525188"/>
          </a:xfrm>
        </p:grpSpPr>
        <p:grpSp>
          <p:nvGrpSpPr>
            <p:cNvPr id="69" name="组合 68">
              <a:extLst>
                <a:ext uri="{FF2B5EF4-FFF2-40B4-BE49-F238E27FC236}">
                  <a16:creationId xmlns:a16="http://schemas.microsoft.com/office/drawing/2014/main" id="{95D20232-87BD-4D52-BF67-E98A3A67BF42}"/>
                </a:ext>
              </a:extLst>
            </p:cNvPr>
            <p:cNvGrpSpPr/>
            <p:nvPr/>
          </p:nvGrpSpPr>
          <p:grpSpPr>
            <a:xfrm>
              <a:off x="660399" y="4151732"/>
              <a:ext cx="3488251" cy="1525188"/>
              <a:chOff x="660399" y="4151732"/>
              <a:chExt cx="3488251" cy="1525188"/>
            </a:xfrm>
          </p:grpSpPr>
          <p:grpSp>
            <p:nvGrpSpPr>
              <p:cNvPr id="44" name="组合 43">
                <a:extLst>
                  <a:ext uri="{FF2B5EF4-FFF2-40B4-BE49-F238E27FC236}">
                    <a16:creationId xmlns:a16="http://schemas.microsoft.com/office/drawing/2014/main" id="{F09DB0FC-20D0-4610-843A-E84C5378FFEA}"/>
                  </a:ext>
                </a:extLst>
              </p:cNvPr>
              <p:cNvGrpSpPr/>
              <p:nvPr/>
            </p:nvGrpSpPr>
            <p:grpSpPr>
              <a:xfrm>
                <a:off x="660399" y="4151732"/>
                <a:ext cx="3488251" cy="1525188"/>
                <a:chOff x="880086" y="4291996"/>
                <a:chExt cx="3320712" cy="1341382"/>
              </a:xfrm>
            </p:grpSpPr>
            <p:sp>
              <p:nvSpPr>
                <p:cNvPr id="57" name="矩形: 圆角 56">
                  <a:extLst>
                    <a:ext uri="{FF2B5EF4-FFF2-40B4-BE49-F238E27FC236}">
                      <a16:creationId xmlns:a16="http://schemas.microsoft.com/office/drawing/2014/main" id="{4B510B85-3007-486B-9A1F-D753565D6C5D}"/>
                    </a:ext>
                  </a:extLst>
                </p:cNvPr>
                <p:cNvSpPr/>
                <p:nvPr/>
              </p:nvSpPr>
              <p:spPr>
                <a:xfrm>
                  <a:off x="880086" y="4291996"/>
                  <a:ext cx="3320712" cy="134138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60" name="文本框 59">
                  <a:extLst>
                    <a:ext uri="{FF2B5EF4-FFF2-40B4-BE49-F238E27FC236}">
                      <a16:creationId xmlns:a16="http://schemas.microsoft.com/office/drawing/2014/main" id="{7F67227D-BDBB-4520-85A6-8D06406805B0}"/>
                    </a:ext>
                  </a:extLst>
                </p:cNvPr>
                <p:cNvSpPr txBox="1"/>
                <p:nvPr/>
              </p:nvSpPr>
              <p:spPr>
                <a:xfrm>
                  <a:off x="1735310" y="4403923"/>
                  <a:ext cx="1610267" cy="337803"/>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59" name="直接连接符 58">
                  <a:extLst>
                    <a:ext uri="{FF2B5EF4-FFF2-40B4-BE49-F238E27FC236}">
                      <a16:creationId xmlns:a16="http://schemas.microsoft.com/office/drawing/2014/main" id="{46B2FE4A-FAB6-48E4-A989-71EDAD56E64E}"/>
                    </a:ext>
                  </a:extLst>
                </p:cNvPr>
                <p:cNvCxnSpPr>
                  <a:cxnSpLocks/>
                </p:cNvCxnSpPr>
                <p:nvPr/>
              </p:nvCxnSpPr>
              <p:spPr>
                <a:xfrm>
                  <a:off x="1661907" y="4816510"/>
                  <a:ext cx="176502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68" name="文本框 67">
                <a:extLst>
                  <a:ext uri="{FF2B5EF4-FFF2-40B4-BE49-F238E27FC236}">
                    <a16:creationId xmlns:a16="http://schemas.microsoft.com/office/drawing/2014/main" id="{EA16FFEC-52FB-4162-8085-64348F1B55C4}"/>
                  </a:ext>
                </a:extLst>
              </p:cNvPr>
              <p:cNvSpPr txBox="1"/>
              <p:nvPr/>
            </p:nvSpPr>
            <p:spPr>
              <a:xfrm>
                <a:off x="1439360" y="4897751"/>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nvGrpSpPr>
            <p:cNvPr id="70" name="组合 69">
              <a:extLst>
                <a:ext uri="{FF2B5EF4-FFF2-40B4-BE49-F238E27FC236}">
                  <a16:creationId xmlns:a16="http://schemas.microsoft.com/office/drawing/2014/main" id="{E8A08B3E-E700-48B9-AAEB-5D0B3251B2D7}"/>
                </a:ext>
              </a:extLst>
            </p:cNvPr>
            <p:cNvGrpSpPr/>
            <p:nvPr/>
          </p:nvGrpSpPr>
          <p:grpSpPr>
            <a:xfrm>
              <a:off x="4279900" y="4151732"/>
              <a:ext cx="3488251" cy="1525188"/>
              <a:chOff x="660399" y="4151732"/>
              <a:chExt cx="3488251" cy="1525188"/>
            </a:xfrm>
          </p:grpSpPr>
          <p:grpSp>
            <p:nvGrpSpPr>
              <p:cNvPr id="71" name="组合 70">
                <a:extLst>
                  <a:ext uri="{FF2B5EF4-FFF2-40B4-BE49-F238E27FC236}">
                    <a16:creationId xmlns:a16="http://schemas.microsoft.com/office/drawing/2014/main" id="{1B6601EF-BF62-4DC4-AD65-5DAA0441DE81}"/>
                  </a:ext>
                </a:extLst>
              </p:cNvPr>
              <p:cNvGrpSpPr/>
              <p:nvPr/>
            </p:nvGrpSpPr>
            <p:grpSpPr>
              <a:xfrm>
                <a:off x="660399" y="4151732"/>
                <a:ext cx="3488251" cy="1525188"/>
                <a:chOff x="880086" y="4291996"/>
                <a:chExt cx="3320712" cy="1341382"/>
              </a:xfrm>
            </p:grpSpPr>
            <p:sp>
              <p:nvSpPr>
                <p:cNvPr id="73" name="矩形: 圆角 72">
                  <a:extLst>
                    <a:ext uri="{FF2B5EF4-FFF2-40B4-BE49-F238E27FC236}">
                      <a16:creationId xmlns:a16="http://schemas.microsoft.com/office/drawing/2014/main" id="{A19630E4-BE8C-4054-AAF9-7B7F8E921032}"/>
                    </a:ext>
                  </a:extLst>
                </p:cNvPr>
                <p:cNvSpPr/>
                <p:nvPr/>
              </p:nvSpPr>
              <p:spPr>
                <a:xfrm>
                  <a:off x="880086" y="4291996"/>
                  <a:ext cx="3320712" cy="134138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74" name="文本框 73">
                  <a:extLst>
                    <a:ext uri="{FF2B5EF4-FFF2-40B4-BE49-F238E27FC236}">
                      <a16:creationId xmlns:a16="http://schemas.microsoft.com/office/drawing/2014/main" id="{61FFDE91-AB5A-436F-AE17-B95AE9917064}"/>
                    </a:ext>
                  </a:extLst>
                </p:cNvPr>
                <p:cNvSpPr txBox="1"/>
                <p:nvPr/>
              </p:nvSpPr>
              <p:spPr>
                <a:xfrm>
                  <a:off x="1735310" y="4403923"/>
                  <a:ext cx="1610267" cy="337803"/>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75" name="直接连接符 74">
                  <a:extLst>
                    <a:ext uri="{FF2B5EF4-FFF2-40B4-BE49-F238E27FC236}">
                      <a16:creationId xmlns:a16="http://schemas.microsoft.com/office/drawing/2014/main" id="{EF65AA33-DAE6-4057-AEA5-B1DCC881D8DF}"/>
                    </a:ext>
                  </a:extLst>
                </p:cNvPr>
                <p:cNvCxnSpPr>
                  <a:cxnSpLocks/>
                </p:cNvCxnSpPr>
                <p:nvPr/>
              </p:nvCxnSpPr>
              <p:spPr>
                <a:xfrm>
                  <a:off x="1661907" y="4816510"/>
                  <a:ext cx="176502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72" name="文本框 71">
                <a:extLst>
                  <a:ext uri="{FF2B5EF4-FFF2-40B4-BE49-F238E27FC236}">
                    <a16:creationId xmlns:a16="http://schemas.microsoft.com/office/drawing/2014/main" id="{D19A2F28-3954-475D-ADE7-A6344757981F}"/>
                  </a:ext>
                </a:extLst>
              </p:cNvPr>
              <p:cNvSpPr txBox="1"/>
              <p:nvPr/>
            </p:nvSpPr>
            <p:spPr>
              <a:xfrm>
                <a:off x="1439360" y="4897751"/>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nvGrpSpPr>
            <p:cNvPr id="76" name="组合 75">
              <a:extLst>
                <a:ext uri="{FF2B5EF4-FFF2-40B4-BE49-F238E27FC236}">
                  <a16:creationId xmlns:a16="http://schemas.microsoft.com/office/drawing/2014/main" id="{FA157E03-62CB-4ABB-9430-C0540937CF0F}"/>
                </a:ext>
              </a:extLst>
            </p:cNvPr>
            <p:cNvGrpSpPr/>
            <p:nvPr/>
          </p:nvGrpSpPr>
          <p:grpSpPr>
            <a:xfrm>
              <a:off x="7899401" y="4151732"/>
              <a:ext cx="3488251" cy="1525188"/>
              <a:chOff x="660399" y="4151732"/>
              <a:chExt cx="3488251" cy="1525188"/>
            </a:xfrm>
          </p:grpSpPr>
          <p:grpSp>
            <p:nvGrpSpPr>
              <p:cNvPr id="77" name="组合 76">
                <a:extLst>
                  <a:ext uri="{FF2B5EF4-FFF2-40B4-BE49-F238E27FC236}">
                    <a16:creationId xmlns:a16="http://schemas.microsoft.com/office/drawing/2014/main" id="{F88F9D50-6167-4898-B544-809D52A8C939}"/>
                  </a:ext>
                </a:extLst>
              </p:cNvPr>
              <p:cNvGrpSpPr/>
              <p:nvPr/>
            </p:nvGrpSpPr>
            <p:grpSpPr>
              <a:xfrm>
                <a:off x="660399" y="4151732"/>
                <a:ext cx="3488251" cy="1525188"/>
                <a:chOff x="880086" y="4291996"/>
                <a:chExt cx="3320712" cy="1341382"/>
              </a:xfrm>
            </p:grpSpPr>
            <p:sp>
              <p:nvSpPr>
                <p:cNvPr id="79" name="矩形: 圆角 78">
                  <a:extLst>
                    <a:ext uri="{FF2B5EF4-FFF2-40B4-BE49-F238E27FC236}">
                      <a16:creationId xmlns:a16="http://schemas.microsoft.com/office/drawing/2014/main" id="{A73D735E-7A65-434D-BC7B-DAE7416A86CD}"/>
                    </a:ext>
                  </a:extLst>
                </p:cNvPr>
                <p:cNvSpPr/>
                <p:nvPr/>
              </p:nvSpPr>
              <p:spPr>
                <a:xfrm>
                  <a:off x="880086" y="4291996"/>
                  <a:ext cx="3320712" cy="134138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80" name="文本框 79">
                  <a:extLst>
                    <a:ext uri="{FF2B5EF4-FFF2-40B4-BE49-F238E27FC236}">
                      <a16:creationId xmlns:a16="http://schemas.microsoft.com/office/drawing/2014/main" id="{E44B71D9-9D0A-4933-A26E-5AD0935CDAB1}"/>
                    </a:ext>
                  </a:extLst>
                </p:cNvPr>
                <p:cNvSpPr txBox="1"/>
                <p:nvPr/>
              </p:nvSpPr>
              <p:spPr>
                <a:xfrm>
                  <a:off x="1735310" y="4403923"/>
                  <a:ext cx="1610267" cy="337803"/>
                </a:xfrm>
                <a:prstGeom prst="rect">
                  <a:avLst/>
                </a:prstGeom>
                <a:noFill/>
                <a:effectLst/>
              </p:spPr>
              <p:txBody>
                <a:bodyPr wrap="none" lIns="75575" tIns="37788" rIns="75575" bIns="37788" rtlCol="0">
                  <a:spAutoFit/>
                </a:bodyPr>
                <a:lstStyle/>
                <a:p>
                  <a:pPr algn="ctr"/>
                  <a:r>
                    <a:rPr lang="zh-CN" altLang="en-US" sz="2000" dirty="0">
                      <a:latin typeface="+mj-ea"/>
                      <a:ea typeface="+mj-ea"/>
                    </a:rPr>
                    <a:t>请输入小标题</a:t>
                  </a:r>
                </a:p>
              </p:txBody>
            </p:sp>
            <p:cxnSp>
              <p:nvCxnSpPr>
                <p:cNvPr id="81" name="直接连接符 80">
                  <a:extLst>
                    <a:ext uri="{FF2B5EF4-FFF2-40B4-BE49-F238E27FC236}">
                      <a16:creationId xmlns:a16="http://schemas.microsoft.com/office/drawing/2014/main" id="{78CA5DF2-0221-4AC2-A885-A7666EE44EE4}"/>
                    </a:ext>
                  </a:extLst>
                </p:cNvPr>
                <p:cNvCxnSpPr>
                  <a:cxnSpLocks/>
                </p:cNvCxnSpPr>
                <p:nvPr/>
              </p:nvCxnSpPr>
              <p:spPr>
                <a:xfrm>
                  <a:off x="1661907" y="4816510"/>
                  <a:ext cx="1765027"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sp>
            <p:nvSpPr>
              <p:cNvPr id="78" name="文本框 77">
                <a:extLst>
                  <a:ext uri="{FF2B5EF4-FFF2-40B4-BE49-F238E27FC236}">
                    <a16:creationId xmlns:a16="http://schemas.microsoft.com/office/drawing/2014/main" id="{30FE171C-2411-4980-AFDD-87BB6590A754}"/>
                  </a:ext>
                </a:extLst>
              </p:cNvPr>
              <p:cNvSpPr txBox="1"/>
              <p:nvPr/>
            </p:nvSpPr>
            <p:spPr>
              <a:xfrm>
                <a:off x="1439360" y="4897751"/>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spTree>
    <p:extLst>
      <p:ext uri="{BB962C8B-B14F-4D97-AF65-F5344CB8AC3E}">
        <p14:creationId xmlns:p14="http://schemas.microsoft.com/office/powerpoint/2010/main" val="343059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73A580A-C249-446C-9BAB-E45F8B76411F}"/>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F1B00947-6CCA-4FF6-8035-F51F61A4008A}"/>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90ABDF4D-32BB-4BAD-8264-0A9A0DA686AC}"/>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85769F44-6E83-4EC2-8664-3FD7A1012B2E}"/>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2127325B-4787-47F6-890C-98598E0194F8}"/>
                  </a:ext>
                </a:extLst>
              </p:cNvPr>
              <p:cNvSpPr/>
              <p:nvPr>
                <p:custDataLst>
                  <p:tags r:id="rId15"/>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028AD1C3-D0EE-416C-9463-428E5C7644F6}"/>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BF8624BD-D678-4227-8566-799C58F52419}"/>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6F9679CC-FBDC-4334-AFA2-AE86EAABC191}"/>
                  </a:ext>
                </a:extLst>
              </p:cNvPr>
              <p:cNvSpPr/>
              <p:nvPr>
                <p:custDataLst>
                  <p:tags r:id="rId13"/>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21F5B49A-DC7F-427B-A8BF-4783A58F7F32}"/>
                  </a:ext>
                </a:extLst>
              </p:cNvPr>
              <p:cNvSpPr txBox="1"/>
              <p:nvPr>
                <p:custDataLst>
                  <p:tags r:id="rId14"/>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pSp>
        <p:nvGrpSpPr>
          <p:cNvPr id="53" name="组合 52">
            <a:extLst>
              <a:ext uri="{FF2B5EF4-FFF2-40B4-BE49-F238E27FC236}">
                <a16:creationId xmlns:a16="http://schemas.microsoft.com/office/drawing/2014/main" id="{0387F8F1-1E80-4CDE-AFF8-AF0D346B53DF}"/>
              </a:ext>
            </a:extLst>
          </p:cNvPr>
          <p:cNvGrpSpPr/>
          <p:nvPr/>
        </p:nvGrpSpPr>
        <p:grpSpPr>
          <a:xfrm>
            <a:off x="660400" y="1533905"/>
            <a:ext cx="5239957" cy="1863742"/>
            <a:chOff x="660400" y="1533905"/>
            <a:chExt cx="5239957" cy="1863742"/>
          </a:xfrm>
        </p:grpSpPr>
        <p:sp>
          <p:nvSpPr>
            <p:cNvPr id="19" name="矩形: 圆角 18">
              <a:extLst>
                <a:ext uri="{FF2B5EF4-FFF2-40B4-BE49-F238E27FC236}">
                  <a16:creationId xmlns:a16="http://schemas.microsoft.com/office/drawing/2014/main" id="{52B28F70-9C72-41C4-A061-5B5E9D596E5A}"/>
                </a:ext>
              </a:extLst>
            </p:cNvPr>
            <p:cNvSpPr/>
            <p:nvPr>
              <p:custDataLst>
                <p:tags r:id="rId10"/>
              </p:custDataLst>
            </p:nvPr>
          </p:nvSpPr>
          <p:spPr>
            <a:xfrm>
              <a:off x="660400" y="1533905"/>
              <a:ext cx="5239957" cy="186374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20" name="文本框 19">
              <a:extLst>
                <a:ext uri="{FF2B5EF4-FFF2-40B4-BE49-F238E27FC236}">
                  <a16:creationId xmlns:a16="http://schemas.microsoft.com/office/drawing/2014/main" id="{521066B0-117C-4537-ACC3-90D23A40E6E0}"/>
                </a:ext>
              </a:extLst>
            </p:cNvPr>
            <p:cNvSpPr txBox="1"/>
            <p:nvPr>
              <p:custDataLst>
                <p:tags r:id="rId11"/>
              </p:custDataLst>
            </p:nvPr>
          </p:nvSpPr>
          <p:spPr>
            <a:xfrm>
              <a:off x="1985984" y="1852766"/>
              <a:ext cx="2907997"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输入段落标题</a:t>
              </a:r>
            </a:p>
          </p:txBody>
        </p:sp>
        <p:grpSp>
          <p:nvGrpSpPr>
            <p:cNvPr id="15" name="组合 14">
              <a:extLst>
                <a:ext uri="{FF2B5EF4-FFF2-40B4-BE49-F238E27FC236}">
                  <a16:creationId xmlns:a16="http://schemas.microsoft.com/office/drawing/2014/main" id="{F96306C1-0869-4827-BBBB-26EDC7C1B598}"/>
                </a:ext>
              </a:extLst>
            </p:cNvPr>
            <p:cNvGrpSpPr/>
            <p:nvPr/>
          </p:nvGrpSpPr>
          <p:grpSpPr>
            <a:xfrm>
              <a:off x="978577" y="1778232"/>
              <a:ext cx="1375088" cy="1375088"/>
              <a:chOff x="7265024" y="2129017"/>
              <a:chExt cx="1375088" cy="1375088"/>
            </a:xfrm>
          </p:grpSpPr>
          <p:sp>
            <p:nvSpPr>
              <p:cNvPr id="17" name="椭圆 16">
                <a:extLst>
                  <a:ext uri="{FF2B5EF4-FFF2-40B4-BE49-F238E27FC236}">
                    <a16:creationId xmlns:a16="http://schemas.microsoft.com/office/drawing/2014/main" id="{F226F6AF-B553-4714-884E-88104D4DB976}"/>
                  </a:ext>
                </a:extLst>
              </p:cNvPr>
              <p:cNvSpPr/>
              <p:nvPr/>
            </p:nvSpPr>
            <p:spPr>
              <a:xfrm>
                <a:off x="7265024" y="2129017"/>
                <a:ext cx="1375088" cy="1375088"/>
              </a:xfrm>
              <a:prstGeom prst="ellipse">
                <a:avLst/>
              </a:prstGeom>
              <a:gradFill>
                <a:gsLst>
                  <a:gs pos="100000">
                    <a:schemeClr val="accent6">
                      <a:alpha val="0"/>
                    </a:schemeClr>
                  </a:gs>
                  <a:gs pos="0">
                    <a:schemeClr val="accent1">
                      <a:alpha val="4000"/>
                    </a:schemeClr>
                  </a:gs>
                </a:gsLst>
                <a:lin ang="5400000" scaled="1"/>
              </a:gradFill>
              <a:ln w="8836">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5270" tIns="32635" rIns="65270" bIns="32635" rtlCol="0" anchor="ctr"/>
              <a:lstStyle/>
              <a:p>
                <a:pPr algn="ctr"/>
                <a:endParaRPr lang="zh-CN" altLang="en-US" sz="1285"/>
              </a:p>
            </p:txBody>
          </p:sp>
          <p:sp>
            <p:nvSpPr>
              <p:cNvPr id="18" name="椭圆 17">
                <a:extLst>
                  <a:ext uri="{FF2B5EF4-FFF2-40B4-BE49-F238E27FC236}">
                    <a16:creationId xmlns:a16="http://schemas.microsoft.com/office/drawing/2014/main" id="{23386134-078A-4025-AC11-394AA20CAC7E}"/>
                  </a:ext>
                </a:extLst>
              </p:cNvPr>
              <p:cNvSpPr/>
              <p:nvPr>
                <p:custDataLst>
                  <p:tags r:id="rId12"/>
                </p:custDataLst>
              </p:nvPr>
            </p:nvSpPr>
            <p:spPr>
              <a:xfrm>
                <a:off x="7412443" y="2276434"/>
                <a:ext cx="1080251" cy="108025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36909" dist="47382" dir="1800000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5287" tIns="42644" rIns="85287" bIns="42644" rtlCol="0" anchor="ctr">
                <a:noAutofit/>
              </a:bodyPr>
              <a:lstStyle/>
              <a:p>
                <a:pPr algn="ctr"/>
                <a:endParaRPr lang="zh-CN" altLang="en-US" sz="1678" dirty="0"/>
              </a:p>
            </p:txBody>
          </p:sp>
        </p:grpSp>
        <p:cxnSp>
          <p:nvCxnSpPr>
            <p:cNvPr id="13" name="直接连接符 12">
              <a:extLst>
                <a:ext uri="{FF2B5EF4-FFF2-40B4-BE49-F238E27FC236}">
                  <a16:creationId xmlns:a16="http://schemas.microsoft.com/office/drawing/2014/main" id="{266B0874-311F-4E37-8537-8CD6F273D547}"/>
                </a:ext>
              </a:extLst>
            </p:cNvPr>
            <p:cNvCxnSpPr>
              <a:cxnSpLocks/>
            </p:cNvCxnSpPr>
            <p:nvPr/>
          </p:nvCxnSpPr>
          <p:spPr>
            <a:xfrm>
              <a:off x="2700865" y="229562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7A9631DC-2DD2-4D2D-AD39-EC80BB3B95D5}"/>
                </a:ext>
              </a:extLst>
            </p:cNvPr>
            <p:cNvSpPr txBox="1"/>
            <p:nvPr/>
          </p:nvSpPr>
          <p:spPr>
            <a:xfrm>
              <a:off x="2615115" y="2388556"/>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nvGrpSpPr>
          <p:cNvPr id="54" name="组合 53">
            <a:extLst>
              <a:ext uri="{FF2B5EF4-FFF2-40B4-BE49-F238E27FC236}">
                <a16:creationId xmlns:a16="http://schemas.microsoft.com/office/drawing/2014/main" id="{F75FA15C-A33F-4CD8-98C7-F0F74AABA0BB}"/>
              </a:ext>
            </a:extLst>
          </p:cNvPr>
          <p:cNvGrpSpPr/>
          <p:nvPr/>
        </p:nvGrpSpPr>
        <p:grpSpPr>
          <a:xfrm>
            <a:off x="6278943" y="1533905"/>
            <a:ext cx="5239957" cy="1863742"/>
            <a:chOff x="660400" y="1533905"/>
            <a:chExt cx="5239957" cy="1863742"/>
          </a:xfrm>
        </p:grpSpPr>
        <p:sp>
          <p:nvSpPr>
            <p:cNvPr id="55" name="矩形: 圆角 54">
              <a:extLst>
                <a:ext uri="{FF2B5EF4-FFF2-40B4-BE49-F238E27FC236}">
                  <a16:creationId xmlns:a16="http://schemas.microsoft.com/office/drawing/2014/main" id="{DF012B49-692F-415D-87BA-F352C7F2816E}"/>
                </a:ext>
              </a:extLst>
            </p:cNvPr>
            <p:cNvSpPr/>
            <p:nvPr>
              <p:custDataLst>
                <p:tags r:id="rId7"/>
              </p:custDataLst>
            </p:nvPr>
          </p:nvSpPr>
          <p:spPr>
            <a:xfrm>
              <a:off x="660400" y="1533905"/>
              <a:ext cx="5239957" cy="186374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56" name="文本框 55">
              <a:extLst>
                <a:ext uri="{FF2B5EF4-FFF2-40B4-BE49-F238E27FC236}">
                  <a16:creationId xmlns:a16="http://schemas.microsoft.com/office/drawing/2014/main" id="{1281BAD2-6340-4DBC-BA7F-CF7936E9090D}"/>
                </a:ext>
              </a:extLst>
            </p:cNvPr>
            <p:cNvSpPr txBox="1"/>
            <p:nvPr>
              <p:custDataLst>
                <p:tags r:id="rId8"/>
              </p:custDataLst>
            </p:nvPr>
          </p:nvSpPr>
          <p:spPr>
            <a:xfrm>
              <a:off x="1985984" y="1852766"/>
              <a:ext cx="2907997"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输入段落标题</a:t>
              </a:r>
            </a:p>
          </p:txBody>
        </p:sp>
        <p:grpSp>
          <p:nvGrpSpPr>
            <p:cNvPr id="57" name="组合 56">
              <a:extLst>
                <a:ext uri="{FF2B5EF4-FFF2-40B4-BE49-F238E27FC236}">
                  <a16:creationId xmlns:a16="http://schemas.microsoft.com/office/drawing/2014/main" id="{B4D0E0FA-B12E-4B88-A4C5-4C07B3FE4CBB}"/>
                </a:ext>
              </a:extLst>
            </p:cNvPr>
            <p:cNvGrpSpPr/>
            <p:nvPr/>
          </p:nvGrpSpPr>
          <p:grpSpPr>
            <a:xfrm>
              <a:off x="978577" y="1778232"/>
              <a:ext cx="1375088" cy="1375088"/>
              <a:chOff x="7265024" y="2129017"/>
              <a:chExt cx="1375088" cy="1375088"/>
            </a:xfrm>
          </p:grpSpPr>
          <p:sp>
            <p:nvSpPr>
              <p:cNvPr id="60" name="椭圆 59">
                <a:extLst>
                  <a:ext uri="{FF2B5EF4-FFF2-40B4-BE49-F238E27FC236}">
                    <a16:creationId xmlns:a16="http://schemas.microsoft.com/office/drawing/2014/main" id="{BFF5E117-A0E5-4A6B-B17A-D023362B4C68}"/>
                  </a:ext>
                </a:extLst>
              </p:cNvPr>
              <p:cNvSpPr/>
              <p:nvPr/>
            </p:nvSpPr>
            <p:spPr>
              <a:xfrm>
                <a:off x="7265024" y="2129017"/>
                <a:ext cx="1375088" cy="1375088"/>
              </a:xfrm>
              <a:prstGeom prst="ellipse">
                <a:avLst/>
              </a:prstGeom>
              <a:gradFill>
                <a:gsLst>
                  <a:gs pos="100000">
                    <a:schemeClr val="accent6">
                      <a:alpha val="0"/>
                    </a:schemeClr>
                  </a:gs>
                  <a:gs pos="0">
                    <a:schemeClr val="accent1">
                      <a:alpha val="4000"/>
                    </a:schemeClr>
                  </a:gs>
                </a:gsLst>
                <a:lin ang="5400000" scaled="1"/>
              </a:gradFill>
              <a:ln w="8836">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5270" tIns="32635" rIns="65270" bIns="32635" rtlCol="0" anchor="ctr"/>
              <a:lstStyle/>
              <a:p>
                <a:pPr algn="ctr"/>
                <a:endParaRPr lang="zh-CN" altLang="en-US" sz="1285"/>
              </a:p>
            </p:txBody>
          </p:sp>
          <p:sp>
            <p:nvSpPr>
              <p:cNvPr id="61" name="椭圆 60">
                <a:extLst>
                  <a:ext uri="{FF2B5EF4-FFF2-40B4-BE49-F238E27FC236}">
                    <a16:creationId xmlns:a16="http://schemas.microsoft.com/office/drawing/2014/main" id="{6703AE25-1FA3-4250-8A9B-F86F3D7930B7}"/>
                  </a:ext>
                </a:extLst>
              </p:cNvPr>
              <p:cNvSpPr/>
              <p:nvPr>
                <p:custDataLst>
                  <p:tags r:id="rId9"/>
                </p:custDataLst>
              </p:nvPr>
            </p:nvSpPr>
            <p:spPr>
              <a:xfrm>
                <a:off x="7412443" y="2276434"/>
                <a:ext cx="1080251" cy="108025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36909" dist="47382" dir="1800000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5287" tIns="42644" rIns="85287" bIns="42644" rtlCol="0" anchor="ctr">
                <a:noAutofit/>
              </a:bodyPr>
              <a:lstStyle/>
              <a:p>
                <a:pPr algn="ctr"/>
                <a:endParaRPr lang="zh-CN" altLang="en-US" sz="1678" dirty="0"/>
              </a:p>
            </p:txBody>
          </p:sp>
        </p:grpSp>
        <p:cxnSp>
          <p:nvCxnSpPr>
            <p:cNvPr id="58" name="直接连接符 57">
              <a:extLst>
                <a:ext uri="{FF2B5EF4-FFF2-40B4-BE49-F238E27FC236}">
                  <a16:creationId xmlns:a16="http://schemas.microsoft.com/office/drawing/2014/main" id="{E90AD852-ACCF-427C-96A5-4B2B0762D85A}"/>
                </a:ext>
              </a:extLst>
            </p:cNvPr>
            <p:cNvCxnSpPr>
              <a:cxnSpLocks/>
            </p:cNvCxnSpPr>
            <p:nvPr/>
          </p:nvCxnSpPr>
          <p:spPr>
            <a:xfrm>
              <a:off x="2700865" y="229562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9F12CE9B-0AB0-4F4E-9897-3E28C876438D}"/>
                </a:ext>
              </a:extLst>
            </p:cNvPr>
            <p:cNvSpPr txBox="1"/>
            <p:nvPr/>
          </p:nvSpPr>
          <p:spPr>
            <a:xfrm>
              <a:off x="2615115" y="2388556"/>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nvGrpSpPr>
          <p:cNvPr id="62" name="组合 61">
            <a:extLst>
              <a:ext uri="{FF2B5EF4-FFF2-40B4-BE49-F238E27FC236}">
                <a16:creationId xmlns:a16="http://schemas.microsoft.com/office/drawing/2014/main" id="{2DB7B628-E22D-489B-B74E-E99B906F7647}"/>
              </a:ext>
            </a:extLst>
          </p:cNvPr>
          <p:cNvGrpSpPr/>
          <p:nvPr/>
        </p:nvGrpSpPr>
        <p:grpSpPr>
          <a:xfrm>
            <a:off x="660400" y="3692905"/>
            <a:ext cx="5239957" cy="1863742"/>
            <a:chOff x="660400" y="1533905"/>
            <a:chExt cx="5239957" cy="1863742"/>
          </a:xfrm>
        </p:grpSpPr>
        <p:sp>
          <p:nvSpPr>
            <p:cNvPr id="63" name="矩形: 圆角 62">
              <a:extLst>
                <a:ext uri="{FF2B5EF4-FFF2-40B4-BE49-F238E27FC236}">
                  <a16:creationId xmlns:a16="http://schemas.microsoft.com/office/drawing/2014/main" id="{8DCCF4DA-948C-4814-AB3F-58D70EE89739}"/>
                </a:ext>
              </a:extLst>
            </p:cNvPr>
            <p:cNvSpPr/>
            <p:nvPr>
              <p:custDataLst>
                <p:tags r:id="rId4"/>
              </p:custDataLst>
            </p:nvPr>
          </p:nvSpPr>
          <p:spPr>
            <a:xfrm>
              <a:off x="660400" y="1533905"/>
              <a:ext cx="5239957" cy="186374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64" name="文本框 63">
              <a:extLst>
                <a:ext uri="{FF2B5EF4-FFF2-40B4-BE49-F238E27FC236}">
                  <a16:creationId xmlns:a16="http://schemas.microsoft.com/office/drawing/2014/main" id="{AAEB2592-4221-40DB-AA28-E1D8B3D04CA6}"/>
                </a:ext>
              </a:extLst>
            </p:cNvPr>
            <p:cNvSpPr txBox="1"/>
            <p:nvPr>
              <p:custDataLst>
                <p:tags r:id="rId5"/>
              </p:custDataLst>
            </p:nvPr>
          </p:nvSpPr>
          <p:spPr>
            <a:xfrm>
              <a:off x="1985984" y="1852766"/>
              <a:ext cx="2907997"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输入段落标题</a:t>
              </a:r>
            </a:p>
          </p:txBody>
        </p:sp>
        <p:grpSp>
          <p:nvGrpSpPr>
            <p:cNvPr id="65" name="组合 64">
              <a:extLst>
                <a:ext uri="{FF2B5EF4-FFF2-40B4-BE49-F238E27FC236}">
                  <a16:creationId xmlns:a16="http://schemas.microsoft.com/office/drawing/2014/main" id="{5BD3AF4E-F881-4AA1-9F9E-576E3E83B600}"/>
                </a:ext>
              </a:extLst>
            </p:cNvPr>
            <p:cNvGrpSpPr/>
            <p:nvPr/>
          </p:nvGrpSpPr>
          <p:grpSpPr>
            <a:xfrm>
              <a:off x="978577" y="1778232"/>
              <a:ext cx="1375088" cy="1375088"/>
              <a:chOff x="7265024" y="2129017"/>
              <a:chExt cx="1375088" cy="1375088"/>
            </a:xfrm>
          </p:grpSpPr>
          <p:sp>
            <p:nvSpPr>
              <p:cNvPr id="68" name="椭圆 67">
                <a:extLst>
                  <a:ext uri="{FF2B5EF4-FFF2-40B4-BE49-F238E27FC236}">
                    <a16:creationId xmlns:a16="http://schemas.microsoft.com/office/drawing/2014/main" id="{B7434657-4CA6-4B29-8F30-37EE442C895A}"/>
                  </a:ext>
                </a:extLst>
              </p:cNvPr>
              <p:cNvSpPr/>
              <p:nvPr/>
            </p:nvSpPr>
            <p:spPr>
              <a:xfrm>
                <a:off x="7265024" y="2129017"/>
                <a:ext cx="1375088" cy="1375088"/>
              </a:xfrm>
              <a:prstGeom prst="ellipse">
                <a:avLst/>
              </a:prstGeom>
              <a:gradFill>
                <a:gsLst>
                  <a:gs pos="100000">
                    <a:schemeClr val="accent6">
                      <a:alpha val="0"/>
                    </a:schemeClr>
                  </a:gs>
                  <a:gs pos="0">
                    <a:schemeClr val="accent1">
                      <a:alpha val="4000"/>
                    </a:schemeClr>
                  </a:gs>
                </a:gsLst>
                <a:lin ang="5400000" scaled="1"/>
              </a:gradFill>
              <a:ln w="8836">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5270" tIns="32635" rIns="65270" bIns="32635" rtlCol="0" anchor="ctr"/>
              <a:lstStyle/>
              <a:p>
                <a:pPr algn="ctr"/>
                <a:endParaRPr lang="zh-CN" altLang="en-US" sz="1285"/>
              </a:p>
            </p:txBody>
          </p:sp>
          <p:sp>
            <p:nvSpPr>
              <p:cNvPr id="69" name="椭圆 68">
                <a:extLst>
                  <a:ext uri="{FF2B5EF4-FFF2-40B4-BE49-F238E27FC236}">
                    <a16:creationId xmlns:a16="http://schemas.microsoft.com/office/drawing/2014/main" id="{E85A38D9-1047-4083-8763-FCDD1427272C}"/>
                  </a:ext>
                </a:extLst>
              </p:cNvPr>
              <p:cNvSpPr/>
              <p:nvPr>
                <p:custDataLst>
                  <p:tags r:id="rId6"/>
                </p:custDataLst>
              </p:nvPr>
            </p:nvSpPr>
            <p:spPr>
              <a:xfrm>
                <a:off x="7412443" y="2276434"/>
                <a:ext cx="1080251" cy="108025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36909" dist="47382" dir="1800000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5287" tIns="42644" rIns="85287" bIns="42644" rtlCol="0" anchor="ctr">
                <a:noAutofit/>
              </a:bodyPr>
              <a:lstStyle/>
              <a:p>
                <a:pPr algn="ctr"/>
                <a:endParaRPr lang="zh-CN" altLang="en-US" sz="1678" dirty="0"/>
              </a:p>
            </p:txBody>
          </p:sp>
        </p:grpSp>
        <p:cxnSp>
          <p:nvCxnSpPr>
            <p:cNvPr id="66" name="直接连接符 65">
              <a:extLst>
                <a:ext uri="{FF2B5EF4-FFF2-40B4-BE49-F238E27FC236}">
                  <a16:creationId xmlns:a16="http://schemas.microsoft.com/office/drawing/2014/main" id="{5BDB4997-4BDC-4EDC-B78A-14C6AC89DFC2}"/>
                </a:ext>
              </a:extLst>
            </p:cNvPr>
            <p:cNvCxnSpPr>
              <a:cxnSpLocks/>
            </p:cNvCxnSpPr>
            <p:nvPr/>
          </p:nvCxnSpPr>
          <p:spPr>
            <a:xfrm>
              <a:off x="2700865" y="229562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0FB85100-AFEB-4B24-AD33-C1918DCBA1A4}"/>
                </a:ext>
              </a:extLst>
            </p:cNvPr>
            <p:cNvSpPr txBox="1"/>
            <p:nvPr/>
          </p:nvSpPr>
          <p:spPr>
            <a:xfrm>
              <a:off x="2615115" y="2388556"/>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grpSp>
        <p:nvGrpSpPr>
          <p:cNvPr id="70" name="组合 69">
            <a:extLst>
              <a:ext uri="{FF2B5EF4-FFF2-40B4-BE49-F238E27FC236}">
                <a16:creationId xmlns:a16="http://schemas.microsoft.com/office/drawing/2014/main" id="{FD22574B-E0DC-4672-AAE2-25FE3D4B1C75}"/>
              </a:ext>
            </a:extLst>
          </p:cNvPr>
          <p:cNvGrpSpPr/>
          <p:nvPr/>
        </p:nvGrpSpPr>
        <p:grpSpPr>
          <a:xfrm>
            <a:off x="6278943" y="3692905"/>
            <a:ext cx="5239957" cy="1863742"/>
            <a:chOff x="660400" y="1533905"/>
            <a:chExt cx="5239957" cy="1863742"/>
          </a:xfrm>
        </p:grpSpPr>
        <p:sp>
          <p:nvSpPr>
            <p:cNvPr id="71" name="矩形: 圆角 70">
              <a:extLst>
                <a:ext uri="{FF2B5EF4-FFF2-40B4-BE49-F238E27FC236}">
                  <a16:creationId xmlns:a16="http://schemas.microsoft.com/office/drawing/2014/main" id="{78A8ADEF-CFFF-48D9-8320-BDA5F8782C02}"/>
                </a:ext>
              </a:extLst>
            </p:cNvPr>
            <p:cNvSpPr/>
            <p:nvPr>
              <p:custDataLst>
                <p:tags r:id="rId1"/>
              </p:custDataLst>
            </p:nvPr>
          </p:nvSpPr>
          <p:spPr>
            <a:xfrm>
              <a:off x="660400" y="1533905"/>
              <a:ext cx="5239957" cy="1863742"/>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72" name="文本框 71">
              <a:extLst>
                <a:ext uri="{FF2B5EF4-FFF2-40B4-BE49-F238E27FC236}">
                  <a16:creationId xmlns:a16="http://schemas.microsoft.com/office/drawing/2014/main" id="{AA5A4538-791E-45FB-8203-A95DF3BD7088}"/>
                </a:ext>
              </a:extLst>
            </p:cNvPr>
            <p:cNvSpPr txBox="1"/>
            <p:nvPr>
              <p:custDataLst>
                <p:tags r:id="rId2"/>
              </p:custDataLst>
            </p:nvPr>
          </p:nvSpPr>
          <p:spPr>
            <a:xfrm>
              <a:off x="1985984" y="1852766"/>
              <a:ext cx="2907997"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输入段落标题</a:t>
              </a:r>
            </a:p>
          </p:txBody>
        </p:sp>
        <p:grpSp>
          <p:nvGrpSpPr>
            <p:cNvPr id="73" name="组合 72">
              <a:extLst>
                <a:ext uri="{FF2B5EF4-FFF2-40B4-BE49-F238E27FC236}">
                  <a16:creationId xmlns:a16="http://schemas.microsoft.com/office/drawing/2014/main" id="{72AFA6FC-8E28-4648-84F4-65F4BA5FF4A3}"/>
                </a:ext>
              </a:extLst>
            </p:cNvPr>
            <p:cNvGrpSpPr/>
            <p:nvPr/>
          </p:nvGrpSpPr>
          <p:grpSpPr>
            <a:xfrm>
              <a:off x="978577" y="1778232"/>
              <a:ext cx="1375088" cy="1375088"/>
              <a:chOff x="7265024" y="2129017"/>
              <a:chExt cx="1375088" cy="1375088"/>
            </a:xfrm>
          </p:grpSpPr>
          <p:sp>
            <p:nvSpPr>
              <p:cNvPr id="76" name="椭圆 75">
                <a:extLst>
                  <a:ext uri="{FF2B5EF4-FFF2-40B4-BE49-F238E27FC236}">
                    <a16:creationId xmlns:a16="http://schemas.microsoft.com/office/drawing/2014/main" id="{30AEE40A-B8A9-4F67-A106-3FE218693651}"/>
                  </a:ext>
                </a:extLst>
              </p:cNvPr>
              <p:cNvSpPr/>
              <p:nvPr/>
            </p:nvSpPr>
            <p:spPr>
              <a:xfrm>
                <a:off x="7265024" y="2129017"/>
                <a:ext cx="1375088" cy="1375088"/>
              </a:xfrm>
              <a:prstGeom prst="ellipse">
                <a:avLst/>
              </a:prstGeom>
              <a:gradFill>
                <a:gsLst>
                  <a:gs pos="100000">
                    <a:schemeClr val="accent6">
                      <a:alpha val="0"/>
                    </a:schemeClr>
                  </a:gs>
                  <a:gs pos="0">
                    <a:schemeClr val="accent1">
                      <a:alpha val="4000"/>
                    </a:schemeClr>
                  </a:gs>
                </a:gsLst>
                <a:lin ang="5400000" scaled="1"/>
              </a:gradFill>
              <a:ln w="8836">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5270" tIns="32635" rIns="65270" bIns="32635" rtlCol="0" anchor="ctr"/>
              <a:lstStyle/>
              <a:p>
                <a:pPr algn="ctr"/>
                <a:endParaRPr lang="zh-CN" altLang="en-US" sz="1285"/>
              </a:p>
            </p:txBody>
          </p:sp>
          <p:sp>
            <p:nvSpPr>
              <p:cNvPr id="77" name="椭圆 76">
                <a:extLst>
                  <a:ext uri="{FF2B5EF4-FFF2-40B4-BE49-F238E27FC236}">
                    <a16:creationId xmlns:a16="http://schemas.microsoft.com/office/drawing/2014/main" id="{0DE7F067-861D-49C3-AEC8-14F34545BECC}"/>
                  </a:ext>
                </a:extLst>
              </p:cNvPr>
              <p:cNvSpPr/>
              <p:nvPr>
                <p:custDataLst>
                  <p:tags r:id="rId3"/>
                </p:custDataLst>
              </p:nvPr>
            </p:nvSpPr>
            <p:spPr>
              <a:xfrm>
                <a:off x="7412443" y="2276434"/>
                <a:ext cx="1080251" cy="108025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36909" dist="47382" dir="1800000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5287" tIns="42644" rIns="85287" bIns="42644" rtlCol="0" anchor="ctr">
                <a:noAutofit/>
              </a:bodyPr>
              <a:lstStyle/>
              <a:p>
                <a:pPr algn="ctr"/>
                <a:endParaRPr lang="zh-CN" altLang="en-US" sz="1678" dirty="0"/>
              </a:p>
            </p:txBody>
          </p:sp>
        </p:grpSp>
        <p:cxnSp>
          <p:nvCxnSpPr>
            <p:cNvPr id="74" name="直接连接符 73">
              <a:extLst>
                <a:ext uri="{FF2B5EF4-FFF2-40B4-BE49-F238E27FC236}">
                  <a16:creationId xmlns:a16="http://schemas.microsoft.com/office/drawing/2014/main" id="{86F67984-A3E2-4132-A2D9-41EB43F97189}"/>
                </a:ext>
              </a:extLst>
            </p:cNvPr>
            <p:cNvCxnSpPr>
              <a:cxnSpLocks/>
            </p:cNvCxnSpPr>
            <p:nvPr/>
          </p:nvCxnSpPr>
          <p:spPr>
            <a:xfrm>
              <a:off x="2700865" y="229562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466C8323-BFE1-4DBE-8216-7B72D1D55AF3}"/>
                </a:ext>
              </a:extLst>
            </p:cNvPr>
            <p:cNvSpPr txBox="1"/>
            <p:nvPr/>
          </p:nvSpPr>
          <p:spPr>
            <a:xfrm>
              <a:off x="2615115" y="2388556"/>
              <a:ext cx="2278866"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西安交通大学享誉海</a:t>
              </a:r>
              <a:endParaRPr lang="en-US" altLang="zh-CN" dirty="0">
                <a:latin typeface="+mn-ea"/>
                <a:ea typeface="+mn-ea"/>
              </a:endParaRPr>
            </a:p>
            <a:p>
              <a:pPr algn="l"/>
              <a:r>
                <a:rPr lang="zh-CN" altLang="en-US" dirty="0">
                  <a:latin typeface="+mn-ea"/>
                  <a:ea typeface="+mn-ea"/>
                </a:rPr>
                <a:t>内外的著名高等学府</a:t>
              </a:r>
            </a:p>
          </p:txBody>
        </p:sp>
      </p:grpSp>
      <p:pic>
        <p:nvPicPr>
          <p:cNvPr id="79" name="图形 78" descr="书籍 轮廓">
            <a:extLst>
              <a:ext uri="{FF2B5EF4-FFF2-40B4-BE49-F238E27FC236}">
                <a16:creationId xmlns:a16="http://schemas.microsoft.com/office/drawing/2014/main" id="{B696E8ED-198D-459C-84BB-EF45B746C575}"/>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362351" y="4323059"/>
            <a:ext cx="634250" cy="634250"/>
          </a:xfrm>
          <a:prstGeom prst="rect">
            <a:avLst/>
          </a:prstGeom>
          <a:effectLst>
            <a:outerShdw blurRad="177800" dist="50800" dir="5400000" algn="ctr" rotWithShape="0">
              <a:schemeClr val="accent5"/>
            </a:outerShdw>
          </a:effectLst>
        </p:spPr>
      </p:pic>
      <p:pic>
        <p:nvPicPr>
          <p:cNvPr id="81" name="图形 80" descr="三角学 轮廓">
            <a:extLst>
              <a:ext uri="{FF2B5EF4-FFF2-40B4-BE49-F238E27FC236}">
                <a16:creationId xmlns:a16="http://schemas.microsoft.com/office/drawing/2014/main" id="{FEBB9D41-67AB-45E1-9F87-64692720F25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998885" y="2121164"/>
            <a:ext cx="674818" cy="674818"/>
          </a:xfrm>
          <a:prstGeom prst="rect">
            <a:avLst/>
          </a:prstGeom>
          <a:effectLst>
            <a:outerShdw blurRad="177800" dist="50800" dir="5400000" algn="ctr" rotWithShape="0">
              <a:schemeClr val="accent5"/>
            </a:outerShdw>
          </a:effectLst>
        </p:spPr>
      </p:pic>
      <p:pic>
        <p:nvPicPr>
          <p:cNvPr id="83" name="图形 82" descr="测试假人 轮廓">
            <a:extLst>
              <a:ext uri="{FF2B5EF4-FFF2-40B4-BE49-F238E27FC236}">
                <a16:creationId xmlns:a16="http://schemas.microsoft.com/office/drawing/2014/main" id="{6F7976A0-20C0-4C83-A556-62B57B9EC2D2}"/>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391599" y="2138028"/>
            <a:ext cx="634250" cy="634250"/>
          </a:xfrm>
          <a:prstGeom prst="rect">
            <a:avLst/>
          </a:prstGeom>
          <a:effectLst>
            <a:outerShdw blurRad="177800" dist="50800" dir="5400000" algn="ctr" rotWithShape="0">
              <a:schemeClr val="accent5"/>
            </a:outerShdw>
          </a:effectLst>
        </p:spPr>
      </p:pic>
      <p:pic>
        <p:nvPicPr>
          <p:cNvPr id="86" name="图形 85" descr="原子 轮廓">
            <a:extLst>
              <a:ext uri="{FF2B5EF4-FFF2-40B4-BE49-F238E27FC236}">
                <a16:creationId xmlns:a16="http://schemas.microsoft.com/office/drawing/2014/main" id="{50D23108-779C-4AD3-ADF1-4924B84D4CA6}"/>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907764" y="4289286"/>
            <a:ext cx="753800" cy="686966"/>
          </a:xfrm>
          <a:prstGeom prst="rect">
            <a:avLst/>
          </a:prstGeom>
          <a:effectLst>
            <a:outerShdw blurRad="177800" dist="50800" dir="5400000" algn="ctr" rotWithShape="0">
              <a:schemeClr val="accent5"/>
            </a:outerShdw>
          </a:effectLst>
        </p:spPr>
      </p:pic>
    </p:spTree>
    <p:extLst>
      <p:ext uri="{BB962C8B-B14F-4D97-AF65-F5344CB8AC3E}">
        <p14:creationId xmlns:p14="http://schemas.microsoft.com/office/powerpoint/2010/main" val="2193581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480BD08A-B599-4F2C-AA6C-05C097E310AF}"/>
              </a:ext>
            </a:extLst>
          </p:cNvPr>
          <p:cNvGrpSpPr/>
          <p:nvPr/>
        </p:nvGrpSpPr>
        <p:grpSpPr>
          <a:xfrm>
            <a:off x="2953670" y="2802380"/>
            <a:ext cx="5986377" cy="739966"/>
            <a:chOff x="2751761" y="3196721"/>
            <a:chExt cx="6371025" cy="787506"/>
          </a:xfrm>
        </p:grpSpPr>
        <p:sp>
          <p:nvSpPr>
            <p:cNvPr id="33" name="任意多边形: 形状 32">
              <a:extLst>
                <a:ext uri="{FF2B5EF4-FFF2-40B4-BE49-F238E27FC236}">
                  <a16:creationId xmlns:a16="http://schemas.microsoft.com/office/drawing/2014/main" id="{A11AF9F9-3797-4F7B-85B0-7127DBDF5763}"/>
                </a:ext>
              </a:extLst>
            </p:cNvPr>
            <p:cNvSpPr/>
            <p:nvPr/>
          </p:nvSpPr>
          <p:spPr>
            <a:xfrm>
              <a:off x="2751761" y="3196721"/>
              <a:ext cx="2776073" cy="787503"/>
            </a:xfrm>
            <a:custGeom>
              <a:avLst/>
              <a:gdLst>
                <a:gd name="connsiteX0" fmla="*/ 0 w 2390011"/>
                <a:gd name="connsiteY0" fmla="*/ 0 h 744669"/>
                <a:gd name="connsiteX1" fmla="*/ 506472 w 2390011"/>
                <a:gd name="connsiteY1" fmla="*/ 0 h 744669"/>
                <a:gd name="connsiteX2" fmla="*/ 509469 w 2390011"/>
                <a:gd name="connsiteY2" fmla="*/ 3002 h 744669"/>
                <a:gd name="connsiteX3" fmla="*/ 1370290 w 2390011"/>
                <a:gd name="connsiteY3" fmla="*/ 281509 h 744669"/>
                <a:gd name="connsiteX4" fmla="*/ 2231111 w 2390011"/>
                <a:gd name="connsiteY4" fmla="*/ 3002 h 744669"/>
                <a:gd name="connsiteX5" fmla="*/ 2234108 w 2390011"/>
                <a:gd name="connsiteY5" fmla="*/ 0 h 744669"/>
                <a:gd name="connsiteX6" fmla="*/ 2390011 w 2390011"/>
                <a:gd name="connsiteY6" fmla="*/ 0 h 744669"/>
                <a:gd name="connsiteX7" fmla="*/ 2390011 w 2390011"/>
                <a:gd name="connsiteY7" fmla="*/ 744669 h 744669"/>
                <a:gd name="connsiteX8" fmla="*/ 2133321 w 2390011"/>
                <a:gd name="connsiteY8" fmla="*/ 744669 h 744669"/>
                <a:gd name="connsiteX9" fmla="*/ 2104348 w 2390011"/>
                <a:gd name="connsiteY9" fmla="*/ 725271 h 744669"/>
                <a:gd name="connsiteX10" fmla="*/ 1370290 w 2390011"/>
                <a:gd name="connsiteY10" fmla="*/ 540253 h 744669"/>
                <a:gd name="connsiteX11" fmla="*/ 636232 w 2390011"/>
                <a:gd name="connsiteY11" fmla="*/ 725271 h 744669"/>
                <a:gd name="connsiteX12" fmla="*/ 607259 w 2390011"/>
                <a:gd name="connsiteY12" fmla="*/ 744669 h 744669"/>
                <a:gd name="connsiteX13" fmla="*/ 0 w 2390011"/>
                <a:gd name="connsiteY13" fmla="*/ 744669 h 744669"/>
                <a:gd name="connsiteX14" fmla="*/ 0 w 2390011"/>
                <a:gd name="connsiteY14" fmla="*/ 0 h 74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0011" h="744669">
                  <a:moveTo>
                    <a:pt x="0" y="0"/>
                  </a:moveTo>
                  <a:lnTo>
                    <a:pt x="506472" y="0"/>
                  </a:lnTo>
                  <a:lnTo>
                    <a:pt x="509469" y="3002"/>
                  </a:lnTo>
                  <a:cubicBezTo>
                    <a:pt x="696026" y="171033"/>
                    <a:pt x="1011956" y="281509"/>
                    <a:pt x="1370290" y="281509"/>
                  </a:cubicBezTo>
                  <a:cubicBezTo>
                    <a:pt x="1728624" y="281509"/>
                    <a:pt x="2044554" y="171033"/>
                    <a:pt x="2231111" y="3002"/>
                  </a:cubicBezTo>
                  <a:lnTo>
                    <a:pt x="2234108" y="0"/>
                  </a:lnTo>
                  <a:lnTo>
                    <a:pt x="2390011" y="0"/>
                  </a:lnTo>
                  <a:lnTo>
                    <a:pt x="2390011" y="744669"/>
                  </a:lnTo>
                  <a:lnTo>
                    <a:pt x="2133321" y="744669"/>
                  </a:lnTo>
                  <a:lnTo>
                    <a:pt x="2104348" y="725271"/>
                  </a:lnTo>
                  <a:cubicBezTo>
                    <a:pt x="1916486" y="610958"/>
                    <a:pt x="1656957" y="540253"/>
                    <a:pt x="1370290" y="540253"/>
                  </a:cubicBezTo>
                  <a:cubicBezTo>
                    <a:pt x="1083623" y="540253"/>
                    <a:pt x="824094" y="610958"/>
                    <a:pt x="636232" y="725271"/>
                  </a:cubicBezTo>
                  <a:lnTo>
                    <a:pt x="607259" y="744669"/>
                  </a:lnTo>
                  <a:lnTo>
                    <a:pt x="0" y="744669"/>
                  </a:lnTo>
                  <a:lnTo>
                    <a:pt x="0" y="0"/>
                  </a:lnTo>
                  <a:close/>
                </a:path>
              </a:pathLst>
            </a:custGeom>
            <a:solidFill>
              <a:schemeClr val="accent3">
                <a:alpha val="5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6"/>
            </a:p>
          </p:txBody>
        </p:sp>
        <p:sp>
          <p:nvSpPr>
            <p:cNvPr id="34" name="任意多边形: 形状 33">
              <a:extLst>
                <a:ext uri="{FF2B5EF4-FFF2-40B4-BE49-F238E27FC236}">
                  <a16:creationId xmlns:a16="http://schemas.microsoft.com/office/drawing/2014/main" id="{56CF7F9C-885E-4D2E-B417-C30A21F387FD}"/>
                </a:ext>
              </a:extLst>
            </p:cNvPr>
            <p:cNvSpPr/>
            <p:nvPr/>
          </p:nvSpPr>
          <p:spPr>
            <a:xfrm>
              <a:off x="6346713" y="3196724"/>
              <a:ext cx="2776073" cy="787503"/>
            </a:xfrm>
            <a:custGeom>
              <a:avLst/>
              <a:gdLst>
                <a:gd name="connsiteX0" fmla="*/ 0 w 2390011"/>
                <a:gd name="connsiteY0" fmla="*/ 0 h 744669"/>
                <a:gd name="connsiteX1" fmla="*/ 506472 w 2390011"/>
                <a:gd name="connsiteY1" fmla="*/ 0 h 744669"/>
                <a:gd name="connsiteX2" fmla="*/ 509469 w 2390011"/>
                <a:gd name="connsiteY2" fmla="*/ 3002 h 744669"/>
                <a:gd name="connsiteX3" fmla="*/ 1370290 w 2390011"/>
                <a:gd name="connsiteY3" fmla="*/ 281509 h 744669"/>
                <a:gd name="connsiteX4" fmla="*/ 2231111 w 2390011"/>
                <a:gd name="connsiteY4" fmla="*/ 3002 h 744669"/>
                <a:gd name="connsiteX5" fmla="*/ 2234108 w 2390011"/>
                <a:gd name="connsiteY5" fmla="*/ 0 h 744669"/>
                <a:gd name="connsiteX6" fmla="*/ 2390011 w 2390011"/>
                <a:gd name="connsiteY6" fmla="*/ 0 h 744669"/>
                <a:gd name="connsiteX7" fmla="*/ 2390011 w 2390011"/>
                <a:gd name="connsiteY7" fmla="*/ 744669 h 744669"/>
                <a:gd name="connsiteX8" fmla="*/ 2133321 w 2390011"/>
                <a:gd name="connsiteY8" fmla="*/ 744669 h 744669"/>
                <a:gd name="connsiteX9" fmla="*/ 2104348 w 2390011"/>
                <a:gd name="connsiteY9" fmla="*/ 725271 h 744669"/>
                <a:gd name="connsiteX10" fmla="*/ 1370290 w 2390011"/>
                <a:gd name="connsiteY10" fmla="*/ 540253 h 744669"/>
                <a:gd name="connsiteX11" fmla="*/ 636232 w 2390011"/>
                <a:gd name="connsiteY11" fmla="*/ 725271 h 744669"/>
                <a:gd name="connsiteX12" fmla="*/ 607259 w 2390011"/>
                <a:gd name="connsiteY12" fmla="*/ 744669 h 744669"/>
                <a:gd name="connsiteX13" fmla="*/ 0 w 2390011"/>
                <a:gd name="connsiteY13" fmla="*/ 744669 h 744669"/>
                <a:gd name="connsiteX14" fmla="*/ 0 w 2390011"/>
                <a:gd name="connsiteY14" fmla="*/ 0 h 744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0011" h="744669">
                  <a:moveTo>
                    <a:pt x="0" y="0"/>
                  </a:moveTo>
                  <a:lnTo>
                    <a:pt x="506472" y="0"/>
                  </a:lnTo>
                  <a:lnTo>
                    <a:pt x="509469" y="3002"/>
                  </a:lnTo>
                  <a:cubicBezTo>
                    <a:pt x="696026" y="171033"/>
                    <a:pt x="1011956" y="281509"/>
                    <a:pt x="1370290" y="281509"/>
                  </a:cubicBezTo>
                  <a:cubicBezTo>
                    <a:pt x="1728624" y="281509"/>
                    <a:pt x="2044554" y="171033"/>
                    <a:pt x="2231111" y="3002"/>
                  </a:cubicBezTo>
                  <a:lnTo>
                    <a:pt x="2234108" y="0"/>
                  </a:lnTo>
                  <a:lnTo>
                    <a:pt x="2390011" y="0"/>
                  </a:lnTo>
                  <a:lnTo>
                    <a:pt x="2390011" y="744669"/>
                  </a:lnTo>
                  <a:lnTo>
                    <a:pt x="2133321" y="744669"/>
                  </a:lnTo>
                  <a:lnTo>
                    <a:pt x="2104348" y="725271"/>
                  </a:lnTo>
                  <a:cubicBezTo>
                    <a:pt x="1916486" y="610958"/>
                    <a:pt x="1656957" y="540253"/>
                    <a:pt x="1370290" y="540253"/>
                  </a:cubicBezTo>
                  <a:cubicBezTo>
                    <a:pt x="1083623" y="540253"/>
                    <a:pt x="824094" y="610958"/>
                    <a:pt x="636232" y="725271"/>
                  </a:cubicBezTo>
                  <a:lnTo>
                    <a:pt x="607259" y="744669"/>
                  </a:lnTo>
                  <a:lnTo>
                    <a:pt x="0" y="744669"/>
                  </a:lnTo>
                  <a:lnTo>
                    <a:pt x="0" y="0"/>
                  </a:lnTo>
                  <a:close/>
                </a:path>
              </a:pathLst>
            </a:custGeom>
            <a:solidFill>
              <a:schemeClr val="accent3">
                <a:alpha val="5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4125" tIns="42062" rIns="84125" bIns="42062" rtlCol="0" anchor="ctr">
              <a:noAutofit/>
            </a:bodyPr>
            <a:lstStyle/>
            <a:p>
              <a:pPr algn="ctr"/>
              <a:endParaRPr lang="zh-CN" altLang="en-US" sz="1656"/>
            </a:p>
          </p:txBody>
        </p:sp>
      </p:grpSp>
      <p:grpSp>
        <p:nvGrpSpPr>
          <p:cNvPr id="24" name="组合 23">
            <a:extLst>
              <a:ext uri="{FF2B5EF4-FFF2-40B4-BE49-F238E27FC236}">
                <a16:creationId xmlns:a16="http://schemas.microsoft.com/office/drawing/2014/main" id="{67ADA8F3-9E73-4709-BD95-D08610748F97}"/>
              </a:ext>
            </a:extLst>
          </p:cNvPr>
          <p:cNvGrpSpPr/>
          <p:nvPr/>
        </p:nvGrpSpPr>
        <p:grpSpPr>
          <a:xfrm>
            <a:off x="1398641" y="1789374"/>
            <a:ext cx="2765976" cy="2765976"/>
            <a:chOff x="7270279" y="2062601"/>
            <a:chExt cx="1728697" cy="1728698"/>
          </a:xfrm>
        </p:grpSpPr>
        <p:sp>
          <p:nvSpPr>
            <p:cNvPr id="31" name="椭圆 30">
              <a:extLst>
                <a:ext uri="{FF2B5EF4-FFF2-40B4-BE49-F238E27FC236}">
                  <a16:creationId xmlns:a16="http://schemas.microsoft.com/office/drawing/2014/main" id="{332CB1BC-BA65-45C3-B170-2A642BC7E57A}"/>
                </a:ext>
              </a:extLst>
            </p:cNvPr>
            <p:cNvSpPr/>
            <p:nvPr/>
          </p:nvSpPr>
          <p:spPr>
            <a:xfrm>
              <a:off x="7270279" y="2062601"/>
              <a:ext cx="1728697" cy="1728698"/>
            </a:xfrm>
            <a:prstGeom prst="ellipse">
              <a:avLst/>
            </a:prstGeom>
            <a:gradFill>
              <a:gsLst>
                <a:gs pos="100000">
                  <a:schemeClr val="accent6">
                    <a:alpha val="0"/>
                  </a:schemeClr>
                </a:gs>
                <a:gs pos="0">
                  <a:schemeClr val="accent1">
                    <a:alpha val="4000"/>
                  </a:schemeClr>
                </a:gs>
              </a:gsLst>
              <a:lin ang="5400000" scaled="1"/>
            </a:gradFill>
            <a:ln w="8763">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sp>
          <p:nvSpPr>
            <p:cNvPr id="32" name="椭圆 31">
              <a:extLst>
                <a:ext uri="{FF2B5EF4-FFF2-40B4-BE49-F238E27FC236}">
                  <a16:creationId xmlns:a16="http://schemas.microsoft.com/office/drawing/2014/main" id="{30A97B2A-E8CF-4C11-ABC4-B0A20B054A47}"/>
                </a:ext>
              </a:extLst>
            </p:cNvPr>
            <p:cNvSpPr/>
            <p:nvPr>
              <p:custDataLst>
                <p:tags r:id="rId6"/>
              </p:custDataLst>
            </p:nvPr>
          </p:nvSpPr>
          <p:spPr>
            <a:xfrm>
              <a:off x="7489329" y="2281648"/>
              <a:ext cx="1290601" cy="129060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46736" dist="105156"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4586" tIns="42293" rIns="84586" bIns="42293" rtlCol="0" anchor="ctr">
              <a:noAutofit/>
            </a:bodyPr>
            <a:lstStyle/>
            <a:p>
              <a:pPr algn="ctr"/>
              <a:endParaRPr lang="zh-CN" altLang="en-US" sz="1665" dirty="0"/>
            </a:p>
          </p:txBody>
        </p:sp>
      </p:grpSp>
      <p:sp>
        <p:nvSpPr>
          <p:cNvPr id="35" name="椭圆 34">
            <a:extLst>
              <a:ext uri="{FF2B5EF4-FFF2-40B4-BE49-F238E27FC236}">
                <a16:creationId xmlns:a16="http://schemas.microsoft.com/office/drawing/2014/main" id="{7A1217AF-B9B2-4626-97BD-A782848C38E8}"/>
              </a:ext>
            </a:extLst>
          </p:cNvPr>
          <p:cNvSpPr/>
          <p:nvPr/>
        </p:nvSpPr>
        <p:spPr>
          <a:xfrm>
            <a:off x="1283512" y="1693569"/>
            <a:ext cx="2989830" cy="2989829"/>
          </a:xfrm>
          <a:prstGeom prst="ellipse">
            <a:avLst/>
          </a:prstGeom>
          <a:noFill/>
          <a:ln w="17526">
            <a:gradFill>
              <a:gsLst>
                <a:gs pos="79000">
                  <a:schemeClr val="accent1">
                    <a:alpha val="0"/>
                  </a:schemeClr>
                </a:gs>
                <a:gs pos="20000">
                  <a:schemeClr val="accent1">
                    <a:alpha val="0"/>
                  </a:schemeClr>
                </a:gs>
                <a:gs pos="53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sp>
        <p:nvSpPr>
          <p:cNvPr id="59" name="文本框 58">
            <a:extLst>
              <a:ext uri="{FF2B5EF4-FFF2-40B4-BE49-F238E27FC236}">
                <a16:creationId xmlns:a16="http://schemas.microsoft.com/office/drawing/2014/main" id="{1B090ABB-C45E-4A59-8903-2368E4699B28}"/>
              </a:ext>
            </a:extLst>
          </p:cNvPr>
          <p:cNvSpPr txBox="1"/>
          <p:nvPr/>
        </p:nvSpPr>
        <p:spPr>
          <a:xfrm>
            <a:off x="2132865" y="3055987"/>
            <a:ext cx="1229843" cy="507201"/>
          </a:xfrm>
          <a:prstGeom prst="rect">
            <a:avLst/>
          </a:prstGeom>
          <a:noFill/>
          <a:effectLst/>
        </p:spPr>
        <p:txBody>
          <a:bodyPr wrap="none" lIns="75575" tIns="37788" rIns="75575" bIns="37788" rtlCol="0">
            <a:spAutoFit/>
          </a:bodyPr>
          <a:lstStyle/>
          <a:p>
            <a:pPr algn="ctr"/>
            <a:r>
              <a:rPr lang="zh-CN" altLang="en-US" sz="1400" dirty="0">
                <a:solidFill>
                  <a:schemeClr val="bg1"/>
                </a:solidFill>
                <a:latin typeface="+mn-ea"/>
              </a:rPr>
              <a:t>西安交通大学</a:t>
            </a:r>
            <a:endParaRPr lang="en-US" altLang="zh-CN" sz="1400" dirty="0">
              <a:solidFill>
                <a:schemeClr val="bg1"/>
              </a:solidFill>
              <a:latin typeface="+mn-ea"/>
            </a:endParaRPr>
          </a:p>
          <a:p>
            <a:pPr algn="ctr"/>
            <a:r>
              <a:rPr lang="zh-CN" altLang="en-US" sz="1400" dirty="0">
                <a:solidFill>
                  <a:schemeClr val="bg1"/>
                </a:solidFill>
                <a:latin typeface="+mn-ea"/>
              </a:rPr>
              <a:t>著名高等学府</a:t>
            </a:r>
            <a:endParaRPr lang="en-US" altLang="zh-CN" sz="1400" dirty="0">
              <a:solidFill>
                <a:schemeClr val="bg1"/>
              </a:solidFill>
              <a:latin typeface="+mn-ea"/>
            </a:endParaRPr>
          </a:p>
        </p:txBody>
      </p:sp>
      <p:grpSp>
        <p:nvGrpSpPr>
          <p:cNvPr id="70" name="组合 69">
            <a:extLst>
              <a:ext uri="{FF2B5EF4-FFF2-40B4-BE49-F238E27FC236}">
                <a16:creationId xmlns:a16="http://schemas.microsoft.com/office/drawing/2014/main" id="{3DFE3457-FA24-4D64-B1C2-E81688C150FC}"/>
              </a:ext>
            </a:extLst>
          </p:cNvPr>
          <p:cNvGrpSpPr/>
          <p:nvPr/>
        </p:nvGrpSpPr>
        <p:grpSpPr>
          <a:xfrm>
            <a:off x="4564573" y="1693569"/>
            <a:ext cx="2989830" cy="2989829"/>
            <a:chOff x="1283512" y="1693569"/>
            <a:chExt cx="2989830" cy="2989829"/>
          </a:xfrm>
        </p:grpSpPr>
        <p:grpSp>
          <p:nvGrpSpPr>
            <p:cNvPr id="71" name="组合 70">
              <a:extLst>
                <a:ext uri="{FF2B5EF4-FFF2-40B4-BE49-F238E27FC236}">
                  <a16:creationId xmlns:a16="http://schemas.microsoft.com/office/drawing/2014/main" id="{C54371F1-7259-497E-97BA-4B61751A78C2}"/>
                </a:ext>
              </a:extLst>
            </p:cNvPr>
            <p:cNvGrpSpPr/>
            <p:nvPr/>
          </p:nvGrpSpPr>
          <p:grpSpPr>
            <a:xfrm>
              <a:off x="1283512" y="1693569"/>
              <a:ext cx="2989830" cy="2989829"/>
              <a:chOff x="1283512" y="1897627"/>
              <a:chExt cx="2989830" cy="2989829"/>
            </a:xfrm>
          </p:grpSpPr>
          <p:grpSp>
            <p:nvGrpSpPr>
              <p:cNvPr id="73" name="组合 72">
                <a:extLst>
                  <a:ext uri="{FF2B5EF4-FFF2-40B4-BE49-F238E27FC236}">
                    <a16:creationId xmlns:a16="http://schemas.microsoft.com/office/drawing/2014/main" id="{8A9623A7-0838-4B29-AE30-72C82A7390B6}"/>
                  </a:ext>
                </a:extLst>
              </p:cNvPr>
              <p:cNvGrpSpPr/>
              <p:nvPr/>
            </p:nvGrpSpPr>
            <p:grpSpPr>
              <a:xfrm>
                <a:off x="1398641" y="1993432"/>
                <a:ext cx="2765976" cy="2765976"/>
                <a:chOff x="7270279" y="2062601"/>
                <a:chExt cx="1728697" cy="1728698"/>
              </a:xfrm>
            </p:grpSpPr>
            <p:sp>
              <p:nvSpPr>
                <p:cNvPr id="77" name="椭圆 76">
                  <a:extLst>
                    <a:ext uri="{FF2B5EF4-FFF2-40B4-BE49-F238E27FC236}">
                      <a16:creationId xmlns:a16="http://schemas.microsoft.com/office/drawing/2014/main" id="{89077ABB-A2BD-4AFF-A763-F84F1820D141}"/>
                    </a:ext>
                  </a:extLst>
                </p:cNvPr>
                <p:cNvSpPr/>
                <p:nvPr/>
              </p:nvSpPr>
              <p:spPr>
                <a:xfrm>
                  <a:off x="7270279" y="2062601"/>
                  <a:ext cx="1728697" cy="1728698"/>
                </a:xfrm>
                <a:prstGeom prst="ellipse">
                  <a:avLst/>
                </a:prstGeom>
                <a:gradFill>
                  <a:gsLst>
                    <a:gs pos="100000">
                      <a:schemeClr val="accent6">
                        <a:alpha val="0"/>
                      </a:schemeClr>
                    </a:gs>
                    <a:gs pos="0">
                      <a:schemeClr val="accent1">
                        <a:alpha val="4000"/>
                      </a:schemeClr>
                    </a:gs>
                  </a:gsLst>
                  <a:lin ang="5400000" scaled="1"/>
                </a:gradFill>
                <a:ln w="8763">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sp>
              <p:nvSpPr>
                <p:cNvPr id="78" name="椭圆 77">
                  <a:extLst>
                    <a:ext uri="{FF2B5EF4-FFF2-40B4-BE49-F238E27FC236}">
                      <a16:creationId xmlns:a16="http://schemas.microsoft.com/office/drawing/2014/main" id="{D0A5E9C6-B6D6-4F97-A478-3FE824D3176B}"/>
                    </a:ext>
                  </a:extLst>
                </p:cNvPr>
                <p:cNvSpPr/>
                <p:nvPr>
                  <p:custDataLst>
                    <p:tags r:id="rId5"/>
                  </p:custDataLst>
                </p:nvPr>
              </p:nvSpPr>
              <p:spPr>
                <a:xfrm>
                  <a:off x="7489329" y="2281648"/>
                  <a:ext cx="1290601" cy="129060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46736" dist="105156"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4586" tIns="42293" rIns="84586" bIns="42293" rtlCol="0" anchor="ctr">
                  <a:noAutofit/>
                </a:bodyPr>
                <a:lstStyle/>
                <a:p>
                  <a:pPr algn="ctr"/>
                  <a:endParaRPr lang="zh-CN" altLang="en-US" sz="1665" dirty="0"/>
                </a:p>
              </p:txBody>
            </p:sp>
          </p:grpSp>
          <p:sp>
            <p:nvSpPr>
              <p:cNvPr id="76" name="椭圆 75">
                <a:extLst>
                  <a:ext uri="{FF2B5EF4-FFF2-40B4-BE49-F238E27FC236}">
                    <a16:creationId xmlns:a16="http://schemas.microsoft.com/office/drawing/2014/main" id="{1D2F2B68-4A9D-4489-B0CD-E9229C5C7CBD}"/>
                  </a:ext>
                </a:extLst>
              </p:cNvPr>
              <p:cNvSpPr/>
              <p:nvPr/>
            </p:nvSpPr>
            <p:spPr>
              <a:xfrm>
                <a:off x="1283512" y="1897627"/>
                <a:ext cx="2989830" cy="2989829"/>
              </a:xfrm>
              <a:prstGeom prst="ellipse">
                <a:avLst/>
              </a:prstGeom>
              <a:noFill/>
              <a:ln w="17526">
                <a:gradFill>
                  <a:gsLst>
                    <a:gs pos="79000">
                      <a:schemeClr val="accent1">
                        <a:alpha val="0"/>
                      </a:schemeClr>
                    </a:gs>
                    <a:gs pos="20000">
                      <a:schemeClr val="accent1">
                        <a:alpha val="0"/>
                      </a:schemeClr>
                    </a:gs>
                    <a:gs pos="53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grpSp>
        <p:sp>
          <p:nvSpPr>
            <p:cNvPr id="72" name="文本框 71">
              <a:extLst>
                <a:ext uri="{FF2B5EF4-FFF2-40B4-BE49-F238E27FC236}">
                  <a16:creationId xmlns:a16="http://schemas.microsoft.com/office/drawing/2014/main" id="{3BFFAFC0-E955-4631-AD1D-6995CEA666E1}"/>
                </a:ext>
              </a:extLst>
            </p:cNvPr>
            <p:cNvSpPr txBox="1"/>
            <p:nvPr/>
          </p:nvSpPr>
          <p:spPr>
            <a:xfrm>
              <a:off x="2132865" y="3055987"/>
              <a:ext cx="1229843" cy="507201"/>
            </a:xfrm>
            <a:prstGeom prst="rect">
              <a:avLst/>
            </a:prstGeom>
            <a:noFill/>
            <a:effectLst/>
          </p:spPr>
          <p:txBody>
            <a:bodyPr wrap="none" lIns="75575" tIns="37788" rIns="75575" bIns="37788" rtlCol="0">
              <a:spAutoFit/>
            </a:bodyPr>
            <a:lstStyle/>
            <a:p>
              <a:pPr algn="ctr"/>
              <a:r>
                <a:rPr lang="zh-CN" altLang="en-US" sz="1400" dirty="0">
                  <a:solidFill>
                    <a:schemeClr val="bg1"/>
                  </a:solidFill>
                  <a:latin typeface="+mn-ea"/>
                </a:rPr>
                <a:t>西安交通大学</a:t>
              </a:r>
              <a:endParaRPr lang="en-US" altLang="zh-CN" sz="1400" dirty="0">
                <a:solidFill>
                  <a:schemeClr val="bg1"/>
                </a:solidFill>
                <a:latin typeface="+mn-ea"/>
              </a:endParaRPr>
            </a:p>
            <a:p>
              <a:pPr algn="ctr"/>
              <a:r>
                <a:rPr lang="zh-CN" altLang="en-US" sz="1400" dirty="0">
                  <a:solidFill>
                    <a:schemeClr val="bg1"/>
                  </a:solidFill>
                  <a:latin typeface="+mn-ea"/>
                </a:rPr>
                <a:t>著名高等学府</a:t>
              </a:r>
              <a:endParaRPr lang="en-US" altLang="zh-CN" sz="1400" dirty="0">
                <a:solidFill>
                  <a:schemeClr val="bg1"/>
                </a:solidFill>
                <a:latin typeface="+mn-ea"/>
              </a:endParaRPr>
            </a:p>
          </p:txBody>
        </p:sp>
      </p:grpSp>
      <p:grpSp>
        <p:nvGrpSpPr>
          <p:cNvPr id="79" name="组合 78">
            <a:extLst>
              <a:ext uri="{FF2B5EF4-FFF2-40B4-BE49-F238E27FC236}">
                <a16:creationId xmlns:a16="http://schemas.microsoft.com/office/drawing/2014/main" id="{832FBB23-7F4E-4939-AC4B-062DCFA6DB96}"/>
              </a:ext>
            </a:extLst>
          </p:cNvPr>
          <p:cNvGrpSpPr/>
          <p:nvPr/>
        </p:nvGrpSpPr>
        <p:grpSpPr>
          <a:xfrm>
            <a:off x="7845634" y="1693569"/>
            <a:ext cx="2989830" cy="2989829"/>
            <a:chOff x="1283512" y="1693569"/>
            <a:chExt cx="2989830" cy="2989829"/>
          </a:xfrm>
        </p:grpSpPr>
        <p:grpSp>
          <p:nvGrpSpPr>
            <p:cNvPr id="80" name="组合 79">
              <a:extLst>
                <a:ext uri="{FF2B5EF4-FFF2-40B4-BE49-F238E27FC236}">
                  <a16:creationId xmlns:a16="http://schemas.microsoft.com/office/drawing/2014/main" id="{65F8336F-4BDC-4531-AD10-18936A368FDA}"/>
                </a:ext>
              </a:extLst>
            </p:cNvPr>
            <p:cNvGrpSpPr/>
            <p:nvPr/>
          </p:nvGrpSpPr>
          <p:grpSpPr>
            <a:xfrm>
              <a:off x="1283512" y="1693569"/>
              <a:ext cx="2989830" cy="2989829"/>
              <a:chOff x="1283512" y="1897627"/>
              <a:chExt cx="2989830" cy="2989829"/>
            </a:xfrm>
          </p:grpSpPr>
          <p:grpSp>
            <p:nvGrpSpPr>
              <p:cNvPr id="82" name="组合 81">
                <a:extLst>
                  <a:ext uri="{FF2B5EF4-FFF2-40B4-BE49-F238E27FC236}">
                    <a16:creationId xmlns:a16="http://schemas.microsoft.com/office/drawing/2014/main" id="{815965E3-7F8B-4F89-8ED0-D4C6371F30D7}"/>
                  </a:ext>
                </a:extLst>
              </p:cNvPr>
              <p:cNvGrpSpPr/>
              <p:nvPr/>
            </p:nvGrpSpPr>
            <p:grpSpPr>
              <a:xfrm>
                <a:off x="1398641" y="1993432"/>
                <a:ext cx="2765976" cy="2765976"/>
                <a:chOff x="7270279" y="2062601"/>
                <a:chExt cx="1728697" cy="1728698"/>
              </a:xfrm>
            </p:grpSpPr>
            <p:sp>
              <p:nvSpPr>
                <p:cNvPr id="86" name="椭圆 85">
                  <a:extLst>
                    <a:ext uri="{FF2B5EF4-FFF2-40B4-BE49-F238E27FC236}">
                      <a16:creationId xmlns:a16="http://schemas.microsoft.com/office/drawing/2014/main" id="{F05CC209-1D31-4235-893C-484028855241}"/>
                    </a:ext>
                  </a:extLst>
                </p:cNvPr>
                <p:cNvSpPr/>
                <p:nvPr/>
              </p:nvSpPr>
              <p:spPr>
                <a:xfrm>
                  <a:off x="7270279" y="2062601"/>
                  <a:ext cx="1728697" cy="1728698"/>
                </a:xfrm>
                <a:prstGeom prst="ellipse">
                  <a:avLst/>
                </a:prstGeom>
                <a:gradFill>
                  <a:gsLst>
                    <a:gs pos="100000">
                      <a:schemeClr val="accent6">
                        <a:alpha val="0"/>
                      </a:schemeClr>
                    </a:gs>
                    <a:gs pos="0">
                      <a:schemeClr val="accent1">
                        <a:alpha val="4000"/>
                      </a:schemeClr>
                    </a:gs>
                  </a:gsLst>
                  <a:lin ang="5400000" scaled="1"/>
                </a:gradFill>
                <a:ln w="8763">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sp>
              <p:nvSpPr>
                <p:cNvPr id="87" name="椭圆 86">
                  <a:extLst>
                    <a:ext uri="{FF2B5EF4-FFF2-40B4-BE49-F238E27FC236}">
                      <a16:creationId xmlns:a16="http://schemas.microsoft.com/office/drawing/2014/main" id="{63E5CBC0-2E36-4D0E-BABF-E119E7983055}"/>
                    </a:ext>
                  </a:extLst>
                </p:cNvPr>
                <p:cNvSpPr/>
                <p:nvPr>
                  <p:custDataLst>
                    <p:tags r:id="rId4"/>
                  </p:custDataLst>
                </p:nvPr>
              </p:nvSpPr>
              <p:spPr>
                <a:xfrm>
                  <a:off x="7489329" y="2281648"/>
                  <a:ext cx="1290601" cy="1290605"/>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46736" dist="105156"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4586" tIns="42293" rIns="84586" bIns="42293" rtlCol="0" anchor="ctr">
                  <a:noAutofit/>
                </a:bodyPr>
                <a:lstStyle/>
                <a:p>
                  <a:pPr algn="ctr"/>
                  <a:endParaRPr lang="zh-CN" altLang="en-US" sz="1665" dirty="0"/>
                </a:p>
              </p:txBody>
            </p:sp>
          </p:grpSp>
          <p:sp>
            <p:nvSpPr>
              <p:cNvPr id="85" name="椭圆 84">
                <a:extLst>
                  <a:ext uri="{FF2B5EF4-FFF2-40B4-BE49-F238E27FC236}">
                    <a16:creationId xmlns:a16="http://schemas.microsoft.com/office/drawing/2014/main" id="{A92ED752-254B-49E6-A4FA-3DDE6D43A7F1}"/>
                  </a:ext>
                </a:extLst>
              </p:cNvPr>
              <p:cNvSpPr/>
              <p:nvPr/>
            </p:nvSpPr>
            <p:spPr>
              <a:xfrm>
                <a:off x="1283512" y="1897627"/>
                <a:ext cx="2989830" cy="2989829"/>
              </a:xfrm>
              <a:prstGeom prst="ellipse">
                <a:avLst/>
              </a:prstGeom>
              <a:noFill/>
              <a:ln w="17526">
                <a:gradFill>
                  <a:gsLst>
                    <a:gs pos="79000">
                      <a:schemeClr val="accent1">
                        <a:alpha val="0"/>
                      </a:schemeClr>
                    </a:gs>
                    <a:gs pos="20000">
                      <a:schemeClr val="accent1">
                        <a:alpha val="0"/>
                      </a:schemeClr>
                    </a:gs>
                    <a:gs pos="53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4734" tIns="32367" rIns="64734" bIns="32367" rtlCol="0" anchor="ctr"/>
              <a:lstStyle/>
              <a:p>
                <a:pPr algn="ctr"/>
                <a:endParaRPr lang="zh-CN" altLang="en-US" sz="1274" dirty="0"/>
              </a:p>
            </p:txBody>
          </p:sp>
        </p:grpSp>
        <p:sp>
          <p:nvSpPr>
            <p:cNvPr id="81" name="文本框 80">
              <a:extLst>
                <a:ext uri="{FF2B5EF4-FFF2-40B4-BE49-F238E27FC236}">
                  <a16:creationId xmlns:a16="http://schemas.microsoft.com/office/drawing/2014/main" id="{C927DCCC-524A-41CB-B4F5-1F70DDA6A1D3}"/>
                </a:ext>
              </a:extLst>
            </p:cNvPr>
            <p:cNvSpPr txBox="1"/>
            <p:nvPr/>
          </p:nvSpPr>
          <p:spPr>
            <a:xfrm>
              <a:off x="2132865" y="3055987"/>
              <a:ext cx="1229843" cy="507201"/>
            </a:xfrm>
            <a:prstGeom prst="rect">
              <a:avLst/>
            </a:prstGeom>
            <a:noFill/>
            <a:effectLst/>
          </p:spPr>
          <p:txBody>
            <a:bodyPr wrap="none" lIns="75575" tIns="37788" rIns="75575" bIns="37788" rtlCol="0">
              <a:spAutoFit/>
            </a:bodyPr>
            <a:lstStyle/>
            <a:p>
              <a:pPr algn="ctr"/>
              <a:r>
                <a:rPr lang="zh-CN" altLang="en-US" sz="1400" dirty="0">
                  <a:solidFill>
                    <a:schemeClr val="bg1"/>
                  </a:solidFill>
                  <a:latin typeface="+mn-ea"/>
                </a:rPr>
                <a:t>西安交通大学</a:t>
              </a:r>
              <a:endParaRPr lang="en-US" altLang="zh-CN" sz="1400" dirty="0">
                <a:solidFill>
                  <a:schemeClr val="bg1"/>
                </a:solidFill>
                <a:latin typeface="+mn-ea"/>
              </a:endParaRPr>
            </a:p>
            <a:p>
              <a:pPr algn="ctr"/>
              <a:r>
                <a:rPr lang="zh-CN" altLang="en-US" sz="1400" dirty="0">
                  <a:solidFill>
                    <a:schemeClr val="bg1"/>
                  </a:solidFill>
                  <a:latin typeface="+mn-ea"/>
                </a:rPr>
                <a:t>著名高等学府</a:t>
              </a:r>
              <a:endParaRPr lang="en-US" altLang="zh-CN" sz="1400" dirty="0">
                <a:solidFill>
                  <a:schemeClr val="bg1"/>
                </a:solidFill>
                <a:latin typeface="+mn-ea"/>
              </a:endParaRPr>
            </a:p>
          </p:txBody>
        </p:sp>
      </p:grpSp>
      <p:grpSp>
        <p:nvGrpSpPr>
          <p:cNvPr id="2" name="组合 1">
            <a:extLst>
              <a:ext uri="{FF2B5EF4-FFF2-40B4-BE49-F238E27FC236}">
                <a16:creationId xmlns:a16="http://schemas.microsoft.com/office/drawing/2014/main" id="{0408F60C-BECF-4895-864F-CB495357A2A3}"/>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F1E32481-2B91-46CB-95F2-4AF5310163B8}"/>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24F72B5C-2B8F-48B2-95CB-7B1D580E3DA8}"/>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1EEB7B2D-3BCF-4D4B-B31B-08854061E132}"/>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79FA05B1-E5A0-47D3-8A08-7F1264826A43}"/>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EC906FD8-A3B0-4F5E-873A-79C75B95F455}"/>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0DB3CF9E-3988-4CA1-A004-2C66742DAA5F}"/>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81F74F82-D499-4A98-BAC8-896251DC2294}"/>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8FE6CDA9-1D31-43FC-929C-312B3064CDD6}"/>
                  </a:ext>
                </a:extLst>
              </p:cNvPr>
              <p:cNvSpPr txBox="1"/>
              <p:nvPr>
                <p:custDataLst>
                  <p:tags r:id="rId2"/>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pic>
        <p:nvPicPr>
          <p:cNvPr id="58" name="图片 57">
            <a:extLst>
              <a:ext uri="{FF2B5EF4-FFF2-40B4-BE49-F238E27FC236}">
                <a16:creationId xmlns:a16="http://schemas.microsoft.com/office/drawing/2014/main" id="{289D208E-A81A-4450-A8FE-F9B8152C34F7}"/>
              </a:ext>
            </a:extLst>
          </p:cNvPr>
          <p:cNvPicPr>
            <a:picLocks noChangeAspect="1"/>
          </p:cNvPicPr>
          <p:nvPr/>
        </p:nvPicPr>
        <p:blipFill rotWithShape="1">
          <a:blip r:embed="rId8">
            <a:extLst>
              <a:ext uri="{28A0092B-C50C-407E-A947-70E740481C1C}">
                <a14:useLocalDpi xmlns:a14="http://schemas.microsoft.com/office/drawing/2010/main" val="0"/>
              </a:ext>
            </a:extLst>
          </a:blip>
          <a:srcRect l="13192" t="22302" r="12816" b="26902"/>
          <a:stretch/>
        </p:blipFill>
        <p:spPr>
          <a:xfrm>
            <a:off x="1930400" y="3795947"/>
            <a:ext cx="7994430" cy="3049130"/>
          </a:xfrm>
          <a:custGeom>
            <a:avLst/>
            <a:gdLst>
              <a:gd name="connsiteX0" fmla="*/ 0 w 11117944"/>
              <a:gd name="connsiteY0" fmla="*/ 0 h 4515166"/>
              <a:gd name="connsiteX1" fmla="*/ 11117944 w 11117944"/>
              <a:gd name="connsiteY1" fmla="*/ 0 h 4515166"/>
              <a:gd name="connsiteX2" fmla="*/ 11117944 w 11117944"/>
              <a:gd name="connsiteY2" fmla="*/ 4515166 h 4515166"/>
              <a:gd name="connsiteX3" fmla="*/ 0 w 11117944"/>
              <a:gd name="connsiteY3" fmla="*/ 4515166 h 4515166"/>
            </a:gdLst>
            <a:ahLst/>
            <a:cxnLst>
              <a:cxn ang="0">
                <a:pos x="connsiteX0" y="connsiteY0"/>
              </a:cxn>
              <a:cxn ang="0">
                <a:pos x="connsiteX1" y="connsiteY1"/>
              </a:cxn>
              <a:cxn ang="0">
                <a:pos x="connsiteX2" y="connsiteY2"/>
              </a:cxn>
              <a:cxn ang="0">
                <a:pos x="connsiteX3" y="connsiteY3"/>
              </a:cxn>
            </a:cxnLst>
            <a:rect l="l" t="t" r="r" b="b"/>
            <a:pathLst>
              <a:path w="11117944" h="4515166">
                <a:moveTo>
                  <a:pt x="0" y="0"/>
                </a:moveTo>
                <a:lnTo>
                  <a:pt x="11117944" y="0"/>
                </a:lnTo>
                <a:lnTo>
                  <a:pt x="11117944" y="4515166"/>
                </a:lnTo>
                <a:lnTo>
                  <a:pt x="0" y="4515166"/>
                </a:lnTo>
                <a:close/>
              </a:path>
            </a:pathLst>
          </a:custGeom>
        </p:spPr>
      </p:pic>
      <p:grpSp>
        <p:nvGrpSpPr>
          <p:cNvPr id="43" name="组合 42">
            <a:extLst>
              <a:ext uri="{FF2B5EF4-FFF2-40B4-BE49-F238E27FC236}">
                <a16:creationId xmlns:a16="http://schemas.microsoft.com/office/drawing/2014/main" id="{CEDA264C-0CF9-4417-9EB3-2B9B442A4702}"/>
              </a:ext>
            </a:extLst>
          </p:cNvPr>
          <p:cNvGrpSpPr/>
          <p:nvPr/>
        </p:nvGrpSpPr>
        <p:grpSpPr>
          <a:xfrm>
            <a:off x="0" y="5656110"/>
            <a:ext cx="12192000" cy="1201891"/>
            <a:chOff x="0" y="5656110"/>
            <a:chExt cx="12192000" cy="1201891"/>
          </a:xfrm>
        </p:grpSpPr>
        <p:sp>
          <p:nvSpPr>
            <p:cNvPr id="44" name="任意多边形: 形状 43">
              <a:extLst>
                <a:ext uri="{FF2B5EF4-FFF2-40B4-BE49-F238E27FC236}">
                  <a16:creationId xmlns:a16="http://schemas.microsoft.com/office/drawing/2014/main" id="{FFA4CE5D-D294-4BCE-8C35-E8045E48C7E0}"/>
                </a:ext>
              </a:extLst>
            </p:cNvPr>
            <p:cNvSpPr/>
            <p:nvPr/>
          </p:nvSpPr>
          <p:spPr>
            <a:xfrm>
              <a:off x="0" y="5656110"/>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5" name="任意多边形: 形状 44">
              <a:extLst>
                <a:ext uri="{FF2B5EF4-FFF2-40B4-BE49-F238E27FC236}">
                  <a16:creationId xmlns:a16="http://schemas.microsoft.com/office/drawing/2014/main" id="{F4EA60C1-1C9A-4AC1-B6FD-2CCC36A957CF}"/>
                </a:ext>
              </a:extLst>
            </p:cNvPr>
            <p:cNvSpPr/>
            <p:nvPr/>
          </p:nvSpPr>
          <p:spPr>
            <a:xfrm>
              <a:off x="0" y="5918274"/>
              <a:ext cx="12192000" cy="939727"/>
            </a:xfrm>
            <a:custGeom>
              <a:avLst/>
              <a:gdLst>
                <a:gd name="connsiteX0" fmla="*/ 12192000 w 12192000"/>
                <a:gd name="connsiteY0" fmla="*/ 0 h 939727"/>
                <a:gd name="connsiteX1" fmla="*/ 12192000 w 12192000"/>
                <a:gd name="connsiteY1" fmla="*/ 939727 h 939727"/>
                <a:gd name="connsiteX2" fmla="*/ 0 w 12192000"/>
                <a:gd name="connsiteY2" fmla="*/ 939727 h 939727"/>
                <a:gd name="connsiteX3" fmla="*/ 0 w 12192000"/>
                <a:gd name="connsiteY3" fmla="*/ 15471 h 939727"/>
                <a:gd name="connsiteX4" fmla="*/ 7114 w 12192000"/>
                <a:gd name="connsiteY4" fmla="*/ 17607 h 939727"/>
                <a:gd name="connsiteX5" fmla="*/ 6070277 w 12192000"/>
                <a:gd name="connsiteY5" fmla="*/ 610411 h 939727"/>
                <a:gd name="connsiteX6" fmla="*/ 11973870 w 12192000"/>
                <a:gd name="connsiteY6" fmla="*/ 59853 h 93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939727">
                  <a:moveTo>
                    <a:pt x="12192000" y="0"/>
                  </a:moveTo>
                  <a:lnTo>
                    <a:pt x="12192000" y="939727"/>
                  </a:lnTo>
                  <a:lnTo>
                    <a:pt x="0" y="939727"/>
                  </a:lnTo>
                  <a:lnTo>
                    <a:pt x="0" y="15471"/>
                  </a:lnTo>
                  <a:lnTo>
                    <a:pt x="7114" y="17607"/>
                  </a:lnTo>
                  <a:cubicBezTo>
                    <a:pt x="1299591" y="374562"/>
                    <a:pt x="3532427" y="610411"/>
                    <a:pt x="6070277" y="610411"/>
                  </a:cubicBezTo>
                  <a:cubicBezTo>
                    <a:pt x="8506614" y="610411"/>
                    <a:pt x="10661849" y="393053"/>
                    <a:pt x="11973870" y="59853"/>
                  </a:cubicBezTo>
                  <a:close/>
                </a:path>
              </a:pathLst>
            </a:cu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89" name="文本框 88">
            <a:extLst>
              <a:ext uri="{FF2B5EF4-FFF2-40B4-BE49-F238E27FC236}">
                <a16:creationId xmlns:a16="http://schemas.microsoft.com/office/drawing/2014/main" id="{B27B855C-17D6-48CF-97DA-0187035F79EB}"/>
              </a:ext>
            </a:extLst>
          </p:cNvPr>
          <p:cNvSpPr txBox="1"/>
          <p:nvPr/>
        </p:nvSpPr>
        <p:spPr>
          <a:xfrm>
            <a:off x="2076514" y="2518008"/>
            <a:ext cx="1306788" cy="537979"/>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dirty="0">
                <a:gradFill>
                  <a:gsLst>
                    <a:gs pos="0">
                      <a:schemeClr val="bg1"/>
                    </a:gs>
                    <a:gs pos="100000">
                      <a:schemeClr val="accent3"/>
                    </a:gs>
                  </a:gsLst>
                  <a:lin ang="5400000" scaled="1"/>
                </a:gradFill>
                <a:latin typeface="+mn-lt"/>
              </a:rPr>
              <a:t>小标题</a:t>
            </a:r>
          </a:p>
        </p:txBody>
      </p:sp>
      <p:sp>
        <p:nvSpPr>
          <p:cNvPr id="93" name="文本框 92">
            <a:extLst>
              <a:ext uri="{FF2B5EF4-FFF2-40B4-BE49-F238E27FC236}">
                <a16:creationId xmlns:a16="http://schemas.microsoft.com/office/drawing/2014/main" id="{C805EA83-F877-4521-A8C0-F91C33448208}"/>
              </a:ext>
            </a:extLst>
          </p:cNvPr>
          <p:cNvSpPr txBox="1"/>
          <p:nvPr/>
        </p:nvSpPr>
        <p:spPr>
          <a:xfrm>
            <a:off x="5360446" y="2518008"/>
            <a:ext cx="1306788" cy="537979"/>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dirty="0">
                <a:gradFill>
                  <a:gsLst>
                    <a:gs pos="0">
                      <a:schemeClr val="bg1"/>
                    </a:gs>
                    <a:gs pos="100000">
                      <a:schemeClr val="accent3"/>
                    </a:gs>
                  </a:gsLst>
                  <a:lin ang="5400000" scaled="1"/>
                </a:gradFill>
                <a:latin typeface="+mn-lt"/>
              </a:rPr>
              <a:t>小标题</a:t>
            </a:r>
          </a:p>
        </p:txBody>
      </p:sp>
      <p:sp>
        <p:nvSpPr>
          <p:cNvPr id="94" name="文本框 93">
            <a:extLst>
              <a:ext uri="{FF2B5EF4-FFF2-40B4-BE49-F238E27FC236}">
                <a16:creationId xmlns:a16="http://schemas.microsoft.com/office/drawing/2014/main" id="{3DC6AF37-AFF0-4155-92DB-2BB4BC9A6D57}"/>
              </a:ext>
            </a:extLst>
          </p:cNvPr>
          <p:cNvSpPr txBox="1"/>
          <p:nvPr/>
        </p:nvSpPr>
        <p:spPr>
          <a:xfrm>
            <a:off x="8651339" y="2518008"/>
            <a:ext cx="1306788" cy="537979"/>
          </a:xfrm>
          <a:prstGeom prst="rect">
            <a:avLst/>
          </a:prstGeom>
          <a:noFill/>
          <a:effectLst/>
        </p:spPr>
        <p:txBody>
          <a:bodyPr wrap="none" lIns="75575" tIns="37788" rIns="75575" bIns="37788"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dirty="0">
                <a:gradFill>
                  <a:gsLst>
                    <a:gs pos="0">
                      <a:schemeClr val="bg1"/>
                    </a:gs>
                    <a:gs pos="100000">
                      <a:schemeClr val="accent3"/>
                    </a:gs>
                  </a:gsLst>
                  <a:lin ang="5400000" scaled="1"/>
                </a:gradFill>
                <a:latin typeface="+mn-lt"/>
              </a:rPr>
              <a:t>小标题</a:t>
            </a:r>
          </a:p>
        </p:txBody>
      </p:sp>
    </p:spTree>
    <p:extLst>
      <p:ext uri="{BB962C8B-B14F-4D97-AF65-F5344CB8AC3E}">
        <p14:creationId xmlns:p14="http://schemas.microsoft.com/office/powerpoint/2010/main" val="3730145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DB522D5-F881-410A-8F3F-2B4566ABBD0D}"/>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CE3EF5DF-A091-4E3A-9218-9716049996E2}"/>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B898BFE0-D3B5-4B05-B90A-0EAE0C4BBE59}"/>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3B91AC90-44AE-4EC5-82C5-9D23255A8348}"/>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A905CE49-BEE8-4053-B973-A3BE6CAFFA27}"/>
                  </a:ext>
                </a:extLst>
              </p:cNvPr>
              <p:cNvSpPr/>
              <p:nvPr>
                <p:custDataLst>
                  <p:tags r:id="rId24"/>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B13A3973-FDB6-42CD-BA5A-475F0AD0147F}"/>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1F216A34-67BD-482E-97B4-3668B75B8E71}"/>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302A555D-FEC3-4272-B373-FDF140E07372}"/>
                  </a:ext>
                </a:extLst>
              </p:cNvPr>
              <p:cNvSpPr/>
              <p:nvPr>
                <p:custDataLst>
                  <p:tags r:id="rId22"/>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9849E561-5034-4C43-AD0C-C823A31C0878}"/>
                  </a:ext>
                </a:extLst>
              </p:cNvPr>
              <p:cNvSpPr txBox="1"/>
              <p:nvPr>
                <p:custDataLst>
                  <p:tags r:id="rId23"/>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2</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1" name="任意多边形: 形状 10">
            <a:extLst>
              <a:ext uri="{FF2B5EF4-FFF2-40B4-BE49-F238E27FC236}">
                <a16:creationId xmlns:a16="http://schemas.microsoft.com/office/drawing/2014/main" id="{701D8F51-C97B-45A7-8FA8-4CE6D9239C57}"/>
              </a:ext>
            </a:extLst>
          </p:cNvPr>
          <p:cNvSpPr/>
          <p:nvPr/>
        </p:nvSpPr>
        <p:spPr>
          <a:xfrm>
            <a:off x="-403660" y="1564715"/>
            <a:ext cx="13518388" cy="3862154"/>
          </a:xfrm>
          <a:custGeom>
            <a:avLst/>
            <a:gdLst>
              <a:gd name="connsiteX0" fmla="*/ 0 w 14644915"/>
              <a:gd name="connsiteY0" fmla="*/ 0 h 5543783"/>
              <a:gd name="connsiteX1" fmla="*/ 1425050 w 14644915"/>
              <a:gd name="connsiteY1" fmla="*/ 0 h 5543783"/>
              <a:gd name="connsiteX2" fmla="*/ 1453420 w 14644915"/>
              <a:gd name="connsiteY2" fmla="*/ 85841 h 5543783"/>
              <a:gd name="connsiteX3" fmla="*/ 7570921 w 14644915"/>
              <a:gd name="connsiteY3" fmla="*/ 2102965 h 5543783"/>
              <a:gd name="connsiteX4" fmla="*/ 13688422 w 14644915"/>
              <a:gd name="connsiteY4" fmla="*/ 85841 h 5543783"/>
              <a:gd name="connsiteX5" fmla="*/ 13716792 w 14644915"/>
              <a:gd name="connsiteY5" fmla="*/ 0 h 5543783"/>
              <a:gd name="connsiteX6" fmla="*/ 14644915 w 14644915"/>
              <a:gd name="connsiteY6" fmla="*/ 0 h 5543783"/>
              <a:gd name="connsiteX7" fmla="*/ 14644915 w 14644915"/>
              <a:gd name="connsiteY7" fmla="*/ 5543783 h 5543783"/>
              <a:gd name="connsiteX8" fmla="*/ 14472819 w 14644915"/>
              <a:gd name="connsiteY8" fmla="*/ 5543783 h 5543783"/>
              <a:gd name="connsiteX9" fmla="*/ 14422207 w 14644915"/>
              <a:gd name="connsiteY9" fmla="*/ 5470020 h 5543783"/>
              <a:gd name="connsiteX10" fmla="*/ 7570921 w 14644915"/>
              <a:gd name="connsiteY10" fmla="*/ 3685195 h 5543783"/>
              <a:gd name="connsiteX11" fmla="*/ 719635 w 14644915"/>
              <a:gd name="connsiteY11" fmla="*/ 5470020 h 5543783"/>
              <a:gd name="connsiteX12" fmla="*/ 669023 w 14644915"/>
              <a:gd name="connsiteY12" fmla="*/ 5543783 h 5543783"/>
              <a:gd name="connsiteX13" fmla="*/ 0 w 14644915"/>
              <a:gd name="connsiteY13" fmla="*/ 5543783 h 5543783"/>
              <a:gd name="connsiteX14" fmla="*/ 0 w 14644915"/>
              <a:gd name="connsiteY14" fmla="*/ 0 h 5543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44915" h="5543783">
                <a:moveTo>
                  <a:pt x="0" y="0"/>
                </a:moveTo>
                <a:lnTo>
                  <a:pt x="1425050" y="0"/>
                </a:lnTo>
                <a:lnTo>
                  <a:pt x="1453420" y="85841"/>
                </a:lnTo>
                <a:cubicBezTo>
                  <a:pt x="1907329" y="1228015"/>
                  <a:pt x="4473372" y="2102965"/>
                  <a:pt x="7570921" y="2102965"/>
                </a:cubicBezTo>
                <a:cubicBezTo>
                  <a:pt x="10668470" y="2102965"/>
                  <a:pt x="13234513" y="1228015"/>
                  <a:pt x="13688422" y="85841"/>
                </a:cubicBezTo>
                <a:lnTo>
                  <a:pt x="13716792" y="0"/>
                </a:lnTo>
                <a:lnTo>
                  <a:pt x="14644915" y="0"/>
                </a:lnTo>
                <a:lnTo>
                  <a:pt x="14644915" y="5543783"/>
                </a:lnTo>
                <a:lnTo>
                  <a:pt x="14472819" y="5543783"/>
                </a:lnTo>
                <a:lnTo>
                  <a:pt x="14422207" y="5470020"/>
                </a:lnTo>
                <a:cubicBezTo>
                  <a:pt x="13637126" y="4443624"/>
                  <a:pt x="10867333" y="3685195"/>
                  <a:pt x="7570921" y="3685195"/>
                </a:cubicBezTo>
                <a:cubicBezTo>
                  <a:pt x="4274509" y="3685195"/>
                  <a:pt x="1504716" y="4443624"/>
                  <a:pt x="719635" y="5470020"/>
                </a:cubicBezTo>
                <a:lnTo>
                  <a:pt x="669023" y="5543783"/>
                </a:lnTo>
                <a:lnTo>
                  <a:pt x="0" y="5543783"/>
                </a:lnTo>
                <a:lnTo>
                  <a:pt x="0" y="0"/>
                </a:lnTo>
                <a:close/>
              </a:path>
            </a:pathLst>
          </a:custGeom>
          <a:gradFill flip="none" rotWithShape="1">
            <a:gsLst>
              <a:gs pos="58000">
                <a:schemeClr val="accent2">
                  <a:lumMod val="60000"/>
                  <a:lumOff val="40000"/>
                </a:schemeClr>
              </a:gs>
              <a:gs pos="47000">
                <a:schemeClr val="accent2">
                  <a:lumMod val="60000"/>
                  <a:lumOff val="40000"/>
                </a:schemeClr>
              </a:gs>
              <a:gs pos="6000">
                <a:schemeClr val="accent2">
                  <a:lumMod val="20000"/>
                  <a:lumOff val="80000"/>
                  <a:alpha val="0"/>
                </a:schemeClr>
              </a:gs>
              <a:gs pos="100000">
                <a:schemeClr val="accent2">
                  <a:lumMod val="20000"/>
                  <a:lumOff val="8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a:extLst>
              <a:ext uri="{FF2B5EF4-FFF2-40B4-BE49-F238E27FC236}">
                <a16:creationId xmlns:a16="http://schemas.microsoft.com/office/drawing/2014/main" id="{0E6A8726-D95C-4BCD-B305-3CCAB6DFB8E9}"/>
              </a:ext>
            </a:extLst>
          </p:cNvPr>
          <p:cNvSpPr/>
          <p:nvPr>
            <p:custDataLst>
              <p:tags r:id="rId1"/>
            </p:custDataLst>
          </p:nvPr>
        </p:nvSpPr>
        <p:spPr>
          <a:xfrm rot="10384704">
            <a:off x="4233932" y="1730624"/>
            <a:ext cx="3729232" cy="3729238"/>
          </a:xfrm>
          <a:prstGeom prst="ellipse">
            <a:avLst/>
          </a:prstGeom>
          <a:gradFill flip="none" rotWithShape="1">
            <a:gsLst>
              <a:gs pos="0">
                <a:schemeClr val="accent3">
                  <a:alpha val="0"/>
                </a:schemeClr>
              </a:gs>
              <a:gs pos="83000">
                <a:schemeClr val="accent1">
                  <a:alpha val="11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sp>
        <p:nvSpPr>
          <p:cNvPr id="13" name="椭圆 12">
            <a:extLst>
              <a:ext uri="{FF2B5EF4-FFF2-40B4-BE49-F238E27FC236}">
                <a16:creationId xmlns:a16="http://schemas.microsoft.com/office/drawing/2014/main" id="{F6B428B2-FF88-42DE-B432-0DFF330BC64F}"/>
              </a:ext>
            </a:extLst>
          </p:cNvPr>
          <p:cNvSpPr/>
          <p:nvPr>
            <p:custDataLst>
              <p:tags r:id="rId2"/>
            </p:custDataLst>
          </p:nvPr>
        </p:nvSpPr>
        <p:spPr>
          <a:xfrm>
            <a:off x="4378060" y="1874787"/>
            <a:ext cx="3435882" cy="3435888"/>
          </a:xfrm>
          <a:prstGeom prst="ellipse">
            <a:avLst/>
          </a:prstGeom>
          <a:gradFill flip="none" rotWithShape="1">
            <a:gsLst>
              <a:gs pos="0">
                <a:schemeClr val="accent2"/>
              </a:gs>
              <a:gs pos="83000">
                <a:schemeClr val="accent1"/>
              </a:gs>
            </a:gsLst>
            <a:lin ang="5400000" scaled="1"/>
            <a:tileRect/>
          </a:gradFill>
          <a:ln>
            <a:noFill/>
          </a:ln>
          <a:effectLst>
            <a:outerShdw blurRad="50800" dist="1143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14" name="组合 13">
            <a:extLst>
              <a:ext uri="{FF2B5EF4-FFF2-40B4-BE49-F238E27FC236}">
                <a16:creationId xmlns:a16="http://schemas.microsoft.com/office/drawing/2014/main" id="{427ABF8B-ADE8-4999-8AE1-5AE2689E7692}"/>
              </a:ext>
            </a:extLst>
          </p:cNvPr>
          <p:cNvGrpSpPr/>
          <p:nvPr/>
        </p:nvGrpSpPr>
        <p:grpSpPr>
          <a:xfrm>
            <a:off x="5269062" y="2347125"/>
            <a:ext cx="1588917" cy="1118374"/>
            <a:chOff x="1703433" y="2930058"/>
            <a:chExt cx="1588917" cy="1118374"/>
          </a:xfrm>
        </p:grpSpPr>
        <p:sp>
          <p:nvSpPr>
            <p:cNvPr id="15" name="文本框 14">
              <a:extLst>
                <a:ext uri="{FF2B5EF4-FFF2-40B4-BE49-F238E27FC236}">
                  <a16:creationId xmlns:a16="http://schemas.microsoft.com/office/drawing/2014/main" id="{4851CADB-019B-4E86-9697-258EB7ED58C3}"/>
                </a:ext>
              </a:extLst>
            </p:cNvPr>
            <p:cNvSpPr txBox="1"/>
            <p:nvPr>
              <p:custDataLst>
                <p:tags r:id="rId21"/>
              </p:custDataLst>
            </p:nvPr>
          </p:nvSpPr>
          <p:spPr>
            <a:xfrm>
              <a:off x="1850021" y="2930058"/>
              <a:ext cx="1295741" cy="532455"/>
            </a:xfrm>
            <a:prstGeom prst="rect">
              <a:avLst/>
            </a:prstGeom>
            <a:noFill/>
            <a:effectLst/>
          </p:spPr>
          <p:txBody>
            <a:bodyPr wrap="none" lIns="70105" tIns="35053" rIns="70105" bIns="35053"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dirty="0">
                  <a:gradFill>
                    <a:gsLst>
                      <a:gs pos="0">
                        <a:schemeClr val="bg1"/>
                      </a:gs>
                      <a:gs pos="100000">
                        <a:schemeClr val="accent3"/>
                      </a:gs>
                    </a:gsLst>
                    <a:lin ang="5400000" scaled="1"/>
                  </a:gradFill>
                  <a:effectLst>
                    <a:outerShdw blurRad="29211" dist="29210" dir="2700011" algn="tl">
                      <a:srgbClr val="000000">
                        <a:alpha val="43137"/>
                      </a:srgbClr>
                    </a:outerShdw>
                  </a:effectLst>
                </a:rPr>
                <a:t>小标题</a:t>
              </a:r>
            </a:p>
          </p:txBody>
        </p:sp>
        <p:sp>
          <p:nvSpPr>
            <p:cNvPr id="16" name="文本框 15">
              <a:extLst>
                <a:ext uri="{FF2B5EF4-FFF2-40B4-BE49-F238E27FC236}">
                  <a16:creationId xmlns:a16="http://schemas.microsoft.com/office/drawing/2014/main" id="{E81182A4-A8B7-479A-9273-07277F66F969}"/>
                </a:ext>
              </a:extLst>
            </p:cNvPr>
            <p:cNvSpPr txBox="1"/>
            <p:nvPr/>
          </p:nvSpPr>
          <p:spPr>
            <a:xfrm>
              <a:off x="1703433" y="3479675"/>
              <a:ext cx="1588917" cy="568757"/>
            </a:xfrm>
            <a:prstGeom prst="rect">
              <a:avLst/>
            </a:prstGeom>
            <a:noFill/>
            <a:effectLst/>
          </p:spPr>
          <p:txBody>
            <a:bodyPr wrap="none" lIns="75575" tIns="37788" rIns="75575" bIns="37788" rtlCol="0">
              <a:spAutoFit/>
            </a:bodyPr>
            <a:lstStyle/>
            <a:p>
              <a:pPr algn="ctr"/>
              <a:r>
                <a:rPr lang="zh-CN" altLang="en-US" sz="1600" dirty="0">
                  <a:solidFill>
                    <a:schemeClr val="bg1"/>
                  </a:solidFill>
                  <a:latin typeface="江城黑体 300W" panose="020B0400000000000000" pitchFamily="34" charset="-122"/>
                  <a:ea typeface="江城黑体 300W" panose="020B0400000000000000" pitchFamily="34" charset="-122"/>
                </a:rPr>
                <a:t>请输入论文内容</a:t>
              </a:r>
              <a:endParaRPr lang="en-US" altLang="zh-CN" sz="1600" dirty="0">
                <a:solidFill>
                  <a:schemeClr val="bg1"/>
                </a:solidFill>
                <a:latin typeface="江城黑体 300W" panose="020B0400000000000000" pitchFamily="34" charset="-122"/>
                <a:ea typeface="江城黑体 300W" panose="020B0400000000000000" pitchFamily="34" charset="-122"/>
              </a:endParaRPr>
            </a:p>
            <a:p>
              <a:pPr algn="ctr"/>
              <a:r>
                <a:rPr lang="zh-CN" altLang="en-US" sz="1600" dirty="0">
                  <a:solidFill>
                    <a:schemeClr val="bg1"/>
                  </a:solidFill>
                  <a:latin typeface="江城黑体 300W" panose="020B0400000000000000" pitchFamily="34" charset="-122"/>
                  <a:ea typeface="江城黑体 300W" panose="020B0400000000000000" pitchFamily="34" charset="-122"/>
                </a:rPr>
                <a:t>请输入论文内容</a:t>
              </a:r>
            </a:p>
          </p:txBody>
        </p:sp>
      </p:grpSp>
      <p:pic>
        <p:nvPicPr>
          <p:cNvPr id="17" name="图片 16" descr="图片包含 盒子, 桌子, 食物, 蛋糕&#10;&#10;描述已自动生成">
            <a:extLst>
              <a:ext uri="{FF2B5EF4-FFF2-40B4-BE49-F238E27FC236}">
                <a16:creationId xmlns:a16="http://schemas.microsoft.com/office/drawing/2014/main" id="{0DA7ECCB-D841-4DB1-857C-73CC4EC2911E}"/>
              </a:ext>
            </a:extLst>
          </p:cNvPr>
          <p:cNvPicPr>
            <a:picLocks noChangeAspect="1"/>
          </p:cNvPicPr>
          <p:nvPr/>
        </p:nvPicPr>
        <p:blipFill rotWithShape="1">
          <a:blip r:embed="rId26">
            <a:extLst>
              <a:ext uri="{28A0092B-C50C-407E-A947-70E740481C1C}">
                <a14:useLocalDpi xmlns:a14="http://schemas.microsoft.com/office/drawing/2010/main" val="0"/>
              </a:ext>
            </a:extLst>
          </a:blip>
          <a:srcRect l="17119" t="11481" r="25689" b="26855"/>
          <a:stretch/>
        </p:blipFill>
        <p:spPr>
          <a:xfrm>
            <a:off x="5045791" y="3677312"/>
            <a:ext cx="2035458" cy="1645968"/>
          </a:xfrm>
          <a:custGeom>
            <a:avLst/>
            <a:gdLst>
              <a:gd name="connsiteX0" fmla="*/ 0 w 2395838"/>
              <a:gd name="connsiteY0" fmla="*/ 0 h 1937389"/>
              <a:gd name="connsiteX1" fmla="*/ 2395838 w 2395838"/>
              <a:gd name="connsiteY1" fmla="*/ 0 h 1937389"/>
              <a:gd name="connsiteX2" fmla="*/ 2395838 w 2395838"/>
              <a:gd name="connsiteY2" fmla="*/ 1479049 h 1937389"/>
              <a:gd name="connsiteX3" fmla="*/ 2323170 w 2395838"/>
              <a:gd name="connsiteY3" fmla="*/ 1545094 h 1937389"/>
              <a:gd name="connsiteX4" fmla="*/ 1230400 w 2395838"/>
              <a:gd name="connsiteY4" fmla="*/ 1937389 h 1937389"/>
              <a:gd name="connsiteX5" fmla="*/ 15632 w 2395838"/>
              <a:gd name="connsiteY5" fmla="*/ 1434215 h 1937389"/>
              <a:gd name="connsiteX6" fmla="*/ 0 w 2395838"/>
              <a:gd name="connsiteY6" fmla="*/ 1417015 h 193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5838" h="1937389">
                <a:moveTo>
                  <a:pt x="0" y="0"/>
                </a:moveTo>
                <a:lnTo>
                  <a:pt x="2395838" y="0"/>
                </a:lnTo>
                <a:lnTo>
                  <a:pt x="2395838" y="1479049"/>
                </a:lnTo>
                <a:lnTo>
                  <a:pt x="2323170" y="1545094"/>
                </a:lnTo>
                <a:cubicBezTo>
                  <a:pt x="2026209" y="1790169"/>
                  <a:pt x="1645497" y="1937389"/>
                  <a:pt x="1230400" y="1937389"/>
                </a:cubicBezTo>
                <a:cubicBezTo>
                  <a:pt x="756004" y="1937389"/>
                  <a:pt x="326519" y="1745101"/>
                  <a:pt x="15632" y="1434215"/>
                </a:cubicBezTo>
                <a:lnTo>
                  <a:pt x="0" y="1417015"/>
                </a:lnTo>
                <a:close/>
              </a:path>
            </a:pathLst>
          </a:custGeom>
        </p:spPr>
      </p:pic>
      <p:grpSp>
        <p:nvGrpSpPr>
          <p:cNvPr id="66" name="组合 65">
            <a:extLst>
              <a:ext uri="{FF2B5EF4-FFF2-40B4-BE49-F238E27FC236}">
                <a16:creationId xmlns:a16="http://schemas.microsoft.com/office/drawing/2014/main" id="{87B6FEA1-568B-4393-878C-A8BC57546930}"/>
              </a:ext>
            </a:extLst>
          </p:cNvPr>
          <p:cNvGrpSpPr/>
          <p:nvPr/>
        </p:nvGrpSpPr>
        <p:grpSpPr>
          <a:xfrm>
            <a:off x="2435358" y="1520658"/>
            <a:ext cx="1713137" cy="1713137"/>
            <a:chOff x="2435358" y="1520658"/>
            <a:chExt cx="1713137" cy="1713137"/>
          </a:xfrm>
        </p:grpSpPr>
        <p:grpSp>
          <p:nvGrpSpPr>
            <p:cNvPr id="18" name="组合 17">
              <a:extLst>
                <a:ext uri="{FF2B5EF4-FFF2-40B4-BE49-F238E27FC236}">
                  <a16:creationId xmlns:a16="http://schemas.microsoft.com/office/drawing/2014/main" id="{9083AD0A-D25F-4671-87C6-2502B0AA605D}"/>
                </a:ext>
              </a:extLst>
            </p:cNvPr>
            <p:cNvGrpSpPr/>
            <p:nvPr>
              <p:custDataLst>
                <p:tags r:id="rId18"/>
              </p:custDataLst>
            </p:nvPr>
          </p:nvGrpSpPr>
          <p:grpSpPr>
            <a:xfrm>
              <a:off x="2435358" y="1520658"/>
              <a:ext cx="1713137" cy="1713137"/>
              <a:chOff x="1598909" y="2632512"/>
              <a:chExt cx="2049229" cy="2049229"/>
            </a:xfrm>
          </p:grpSpPr>
          <p:grpSp>
            <p:nvGrpSpPr>
              <p:cNvPr id="19" name="组合 18">
                <a:extLst>
                  <a:ext uri="{FF2B5EF4-FFF2-40B4-BE49-F238E27FC236}">
                    <a16:creationId xmlns:a16="http://schemas.microsoft.com/office/drawing/2014/main" id="{E9640C7A-1BDD-4AA4-B184-0D7D07DECBD4}"/>
                  </a:ext>
                </a:extLst>
              </p:cNvPr>
              <p:cNvGrpSpPr/>
              <p:nvPr/>
            </p:nvGrpSpPr>
            <p:grpSpPr>
              <a:xfrm>
                <a:off x="1598909" y="2632512"/>
                <a:ext cx="2049229" cy="2049229"/>
                <a:chOff x="7395431" y="2325946"/>
                <a:chExt cx="1280738" cy="1280738"/>
              </a:xfrm>
            </p:grpSpPr>
            <p:sp>
              <p:nvSpPr>
                <p:cNvPr id="23" name="椭圆 22">
                  <a:extLst>
                    <a:ext uri="{FF2B5EF4-FFF2-40B4-BE49-F238E27FC236}">
                      <a16:creationId xmlns:a16="http://schemas.microsoft.com/office/drawing/2014/main" id="{19F336CA-D3CE-4F25-907A-2F9F533FA2C8}"/>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24" name="椭圆 23">
                  <a:extLst>
                    <a:ext uri="{FF2B5EF4-FFF2-40B4-BE49-F238E27FC236}">
                      <a16:creationId xmlns:a16="http://schemas.microsoft.com/office/drawing/2014/main" id="{B8835F35-789D-4103-A6A6-7C4867FAE2D7}"/>
                    </a:ext>
                  </a:extLst>
                </p:cNvPr>
                <p:cNvSpPr/>
                <p:nvPr>
                  <p:custDataLst>
                    <p:tags r:id="rId20"/>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21" name="文本框 20">
                <a:extLst>
                  <a:ext uri="{FF2B5EF4-FFF2-40B4-BE49-F238E27FC236}">
                    <a16:creationId xmlns:a16="http://schemas.microsoft.com/office/drawing/2014/main" id="{4B79CC01-D637-44E9-96D8-87B7A9E28F65}"/>
                  </a:ext>
                </a:extLst>
              </p:cNvPr>
              <p:cNvSpPr txBox="1"/>
              <p:nvPr>
                <p:custDataLst>
                  <p:tags r:id="rId19"/>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60" name="文本框 59">
              <a:extLst>
                <a:ext uri="{FF2B5EF4-FFF2-40B4-BE49-F238E27FC236}">
                  <a16:creationId xmlns:a16="http://schemas.microsoft.com/office/drawing/2014/main" id="{3C5493F6-39C1-4CA6-BA49-BA25A6C458D8}"/>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grpSp>
        <p:nvGrpSpPr>
          <p:cNvPr id="67" name="组合 66">
            <a:extLst>
              <a:ext uri="{FF2B5EF4-FFF2-40B4-BE49-F238E27FC236}">
                <a16:creationId xmlns:a16="http://schemas.microsoft.com/office/drawing/2014/main" id="{846B040A-4432-46AB-9CCE-AE005DA2D18A}"/>
              </a:ext>
            </a:extLst>
          </p:cNvPr>
          <p:cNvGrpSpPr/>
          <p:nvPr/>
        </p:nvGrpSpPr>
        <p:grpSpPr>
          <a:xfrm>
            <a:off x="2435358" y="4104645"/>
            <a:ext cx="1713137" cy="1713137"/>
            <a:chOff x="2435358" y="1520658"/>
            <a:chExt cx="1713137" cy="1713137"/>
          </a:xfrm>
        </p:grpSpPr>
        <p:grpSp>
          <p:nvGrpSpPr>
            <p:cNvPr id="68" name="组合 67">
              <a:extLst>
                <a:ext uri="{FF2B5EF4-FFF2-40B4-BE49-F238E27FC236}">
                  <a16:creationId xmlns:a16="http://schemas.microsoft.com/office/drawing/2014/main" id="{E97D2C42-9AFA-4CD3-AC26-76A38CC37978}"/>
                </a:ext>
              </a:extLst>
            </p:cNvPr>
            <p:cNvGrpSpPr/>
            <p:nvPr>
              <p:custDataLst>
                <p:tags r:id="rId15"/>
              </p:custDataLst>
            </p:nvPr>
          </p:nvGrpSpPr>
          <p:grpSpPr>
            <a:xfrm>
              <a:off x="2435358" y="1520658"/>
              <a:ext cx="1713137" cy="1713137"/>
              <a:chOff x="1598909" y="2632512"/>
              <a:chExt cx="2049229" cy="2049229"/>
            </a:xfrm>
          </p:grpSpPr>
          <p:grpSp>
            <p:nvGrpSpPr>
              <p:cNvPr id="70" name="组合 69">
                <a:extLst>
                  <a:ext uri="{FF2B5EF4-FFF2-40B4-BE49-F238E27FC236}">
                    <a16:creationId xmlns:a16="http://schemas.microsoft.com/office/drawing/2014/main" id="{690CB723-715C-4B45-B8E9-C84D6FE25F15}"/>
                  </a:ext>
                </a:extLst>
              </p:cNvPr>
              <p:cNvGrpSpPr/>
              <p:nvPr/>
            </p:nvGrpSpPr>
            <p:grpSpPr>
              <a:xfrm>
                <a:off x="1598909" y="2632512"/>
                <a:ext cx="2049229" cy="2049229"/>
                <a:chOff x="7395431" y="2325946"/>
                <a:chExt cx="1280738" cy="1280738"/>
              </a:xfrm>
            </p:grpSpPr>
            <p:sp>
              <p:nvSpPr>
                <p:cNvPr id="72" name="椭圆 71">
                  <a:extLst>
                    <a:ext uri="{FF2B5EF4-FFF2-40B4-BE49-F238E27FC236}">
                      <a16:creationId xmlns:a16="http://schemas.microsoft.com/office/drawing/2014/main" id="{685B774D-8394-4F67-B826-BE9CB0E22F72}"/>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73" name="椭圆 72">
                  <a:extLst>
                    <a:ext uri="{FF2B5EF4-FFF2-40B4-BE49-F238E27FC236}">
                      <a16:creationId xmlns:a16="http://schemas.microsoft.com/office/drawing/2014/main" id="{49BC47A6-9F3E-47D2-9093-25AEA7423415}"/>
                    </a:ext>
                  </a:extLst>
                </p:cNvPr>
                <p:cNvSpPr/>
                <p:nvPr>
                  <p:custDataLst>
                    <p:tags r:id="rId17"/>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rgbClr val="F1AAA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71" name="文本框 70">
                <a:extLst>
                  <a:ext uri="{FF2B5EF4-FFF2-40B4-BE49-F238E27FC236}">
                    <a16:creationId xmlns:a16="http://schemas.microsoft.com/office/drawing/2014/main" id="{2D32AF82-8F68-42D7-943A-35368896146D}"/>
                  </a:ext>
                </a:extLst>
              </p:cNvPr>
              <p:cNvSpPr txBox="1"/>
              <p:nvPr>
                <p:custDataLst>
                  <p:tags r:id="rId16"/>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69" name="文本框 68">
              <a:extLst>
                <a:ext uri="{FF2B5EF4-FFF2-40B4-BE49-F238E27FC236}">
                  <a16:creationId xmlns:a16="http://schemas.microsoft.com/office/drawing/2014/main" id="{9B405AAA-DC9E-4E99-8DF8-2CD045D4C5BA}"/>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grpSp>
        <p:nvGrpSpPr>
          <p:cNvPr id="74" name="组合 73">
            <a:extLst>
              <a:ext uri="{FF2B5EF4-FFF2-40B4-BE49-F238E27FC236}">
                <a16:creationId xmlns:a16="http://schemas.microsoft.com/office/drawing/2014/main" id="{CFF60F65-1765-4E37-8D43-7AC765563321}"/>
              </a:ext>
            </a:extLst>
          </p:cNvPr>
          <p:cNvGrpSpPr/>
          <p:nvPr/>
        </p:nvGrpSpPr>
        <p:grpSpPr>
          <a:xfrm>
            <a:off x="665469" y="2736162"/>
            <a:ext cx="1713137" cy="1713137"/>
            <a:chOff x="2435358" y="1520658"/>
            <a:chExt cx="1713137" cy="1713137"/>
          </a:xfrm>
        </p:grpSpPr>
        <p:grpSp>
          <p:nvGrpSpPr>
            <p:cNvPr id="75" name="组合 74">
              <a:extLst>
                <a:ext uri="{FF2B5EF4-FFF2-40B4-BE49-F238E27FC236}">
                  <a16:creationId xmlns:a16="http://schemas.microsoft.com/office/drawing/2014/main" id="{85FB1C39-525D-4D26-82D3-855CEE7F5C51}"/>
                </a:ext>
              </a:extLst>
            </p:cNvPr>
            <p:cNvGrpSpPr/>
            <p:nvPr>
              <p:custDataLst>
                <p:tags r:id="rId12"/>
              </p:custDataLst>
            </p:nvPr>
          </p:nvGrpSpPr>
          <p:grpSpPr>
            <a:xfrm>
              <a:off x="2435358" y="1520658"/>
              <a:ext cx="1713137" cy="1713137"/>
              <a:chOff x="1598909" y="2632512"/>
              <a:chExt cx="2049229" cy="2049229"/>
            </a:xfrm>
          </p:grpSpPr>
          <p:grpSp>
            <p:nvGrpSpPr>
              <p:cNvPr id="77" name="组合 76">
                <a:extLst>
                  <a:ext uri="{FF2B5EF4-FFF2-40B4-BE49-F238E27FC236}">
                    <a16:creationId xmlns:a16="http://schemas.microsoft.com/office/drawing/2014/main" id="{D8EF2FBF-50D5-466B-8FCC-C414DB4866CC}"/>
                  </a:ext>
                </a:extLst>
              </p:cNvPr>
              <p:cNvGrpSpPr/>
              <p:nvPr/>
            </p:nvGrpSpPr>
            <p:grpSpPr>
              <a:xfrm>
                <a:off x="1598909" y="2632512"/>
                <a:ext cx="2049229" cy="2049229"/>
                <a:chOff x="7395431" y="2325946"/>
                <a:chExt cx="1280738" cy="1280738"/>
              </a:xfrm>
            </p:grpSpPr>
            <p:sp>
              <p:nvSpPr>
                <p:cNvPr id="79" name="椭圆 78">
                  <a:extLst>
                    <a:ext uri="{FF2B5EF4-FFF2-40B4-BE49-F238E27FC236}">
                      <a16:creationId xmlns:a16="http://schemas.microsoft.com/office/drawing/2014/main" id="{1B8F77D3-F0BC-472F-8FCB-0CF2CD991640}"/>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80" name="椭圆 79">
                  <a:extLst>
                    <a:ext uri="{FF2B5EF4-FFF2-40B4-BE49-F238E27FC236}">
                      <a16:creationId xmlns:a16="http://schemas.microsoft.com/office/drawing/2014/main" id="{04A1811D-04D8-4D21-9B6D-73487E564CAD}"/>
                    </a:ext>
                  </a:extLst>
                </p:cNvPr>
                <p:cNvSpPr/>
                <p:nvPr>
                  <p:custDataLst>
                    <p:tags r:id="rId14"/>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78" name="文本框 77">
                <a:extLst>
                  <a:ext uri="{FF2B5EF4-FFF2-40B4-BE49-F238E27FC236}">
                    <a16:creationId xmlns:a16="http://schemas.microsoft.com/office/drawing/2014/main" id="{2DDC718D-A0E4-484A-9078-4D8832E3BC37}"/>
                  </a:ext>
                </a:extLst>
              </p:cNvPr>
              <p:cNvSpPr txBox="1"/>
              <p:nvPr>
                <p:custDataLst>
                  <p:tags r:id="rId13"/>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76" name="文本框 75">
              <a:extLst>
                <a:ext uri="{FF2B5EF4-FFF2-40B4-BE49-F238E27FC236}">
                  <a16:creationId xmlns:a16="http://schemas.microsoft.com/office/drawing/2014/main" id="{E60AA8A6-C278-4512-A41A-D4FBD57A422E}"/>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grpSp>
        <p:nvGrpSpPr>
          <p:cNvPr id="88" name="组合 87">
            <a:extLst>
              <a:ext uri="{FF2B5EF4-FFF2-40B4-BE49-F238E27FC236}">
                <a16:creationId xmlns:a16="http://schemas.microsoft.com/office/drawing/2014/main" id="{609F1687-0833-4D5D-88C0-C8C4DE77F869}"/>
              </a:ext>
            </a:extLst>
          </p:cNvPr>
          <p:cNvGrpSpPr/>
          <p:nvPr/>
        </p:nvGrpSpPr>
        <p:grpSpPr>
          <a:xfrm>
            <a:off x="8099953" y="1520658"/>
            <a:ext cx="1713137" cy="1713137"/>
            <a:chOff x="2435358" y="1520658"/>
            <a:chExt cx="1713137" cy="1713137"/>
          </a:xfrm>
        </p:grpSpPr>
        <p:grpSp>
          <p:nvGrpSpPr>
            <p:cNvPr id="89" name="组合 88">
              <a:extLst>
                <a:ext uri="{FF2B5EF4-FFF2-40B4-BE49-F238E27FC236}">
                  <a16:creationId xmlns:a16="http://schemas.microsoft.com/office/drawing/2014/main" id="{D846D7E2-E445-47B3-9C10-5D01940B2B3C}"/>
                </a:ext>
              </a:extLst>
            </p:cNvPr>
            <p:cNvGrpSpPr/>
            <p:nvPr>
              <p:custDataLst>
                <p:tags r:id="rId9"/>
              </p:custDataLst>
            </p:nvPr>
          </p:nvGrpSpPr>
          <p:grpSpPr>
            <a:xfrm>
              <a:off x="2435358" y="1520658"/>
              <a:ext cx="1713137" cy="1713137"/>
              <a:chOff x="1598909" y="2632512"/>
              <a:chExt cx="2049229" cy="2049229"/>
            </a:xfrm>
          </p:grpSpPr>
          <p:grpSp>
            <p:nvGrpSpPr>
              <p:cNvPr id="91" name="组合 90">
                <a:extLst>
                  <a:ext uri="{FF2B5EF4-FFF2-40B4-BE49-F238E27FC236}">
                    <a16:creationId xmlns:a16="http://schemas.microsoft.com/office/drawing/2014/main" id="{D9FC689A-2129-4596-923B-65A1F2E2040D}"/>
                  </a:ext>
                </a:extLst>
              </p:cNvPr>
              <p:cNvGrpSpPr/>
              <p:nvPr/>
            </p:nvGrpSpPr>
            <p:grpSpPr>
              <a:xfrm>
                <a:off x="1598909" y="2632512"/>
                <a:ext cx="2049229" cy="2049229"/>
                <a:chOff x="7395431" y="2325946"/>
                <a:chExt cx="1280738" cy="1280738"/>
              </a:xfrm>
            </p:grpSpPr>
            <p:sp>
              <p:nvSpPr>
                <p:cNvPr id="93" name="椭圆 92">
                  <a:extLst>
                    <a:ext uri="{FF2B5EF4-FFF2-40B4-BE49-F238E27FC236}">
                      <a16:creationId xmlns:a16="http://schemas.microsoft.com/office/drawing/2014/main" id="{BA159B4A-B247-402C-BD5C-9B57CFE76E4E}"/>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94" name="椭圆 93">
                  <a:extLst>
                    <a:ext uri="{FF2B5EF4-FFF2-40B4-BE49-F238E27FC236}">
                      <a16:creationId xmlns:a16="http://schemas.microsoft.com/office/drawing/2014/main" id="{508FB1A4-14E3-492A-85AC-A7279BDB85EF}"/>
                    </a:ext>
                  </a:extLst>
                </p:cNvPr>
                <p:cNvSpPr/>
                <p:nvPr>
                  <p:custDataLst>
                    <p:tags r:id="rId11"/>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92" name="文本框 91">
                <a:extLst>
                  <a:ext uri="{FF2B5EF4-FFF2-40B4-BE49-F238E27FC236}">
                    <a16:creationId xmlns:a16="http://schemas.microsoft.com/office/drawing/2014/main" id="{8174FDCE-92DB-4E01-8016-4ADB8D113C7E}"/>
                  </a:ext>
                </a:extLst>
              </p:cNvPr>
              <p:cNvSpPr txBox="1"/>
              <p:nvPr>
                <p:custDataLst>
                  <p:tags r:id="rId10"/>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90" name="文本框 89">
              <a:extLst>
                <a:ext uri="{FF2B5EF4-FFF2-40B4-BE49-F238E27FC236}">
                  <a16:creationId xmlns:a16="http://schemas.microsoft.com/office/drawing/2014/main" id="{13710ECD-5E71-4140-8E65-7D67D92060C8}"/>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grpSp>
        <p:nvGrpSpPr>
          <p:cNvPr id="95" name="组合 94">
            <a:extLst>
              <a:ext uri="{FF2B5EF4-FFF2-40B4-BE49-F238E27FC236}">
                <a16:creationId xmlns:a16="http://schemas.microsoft.com/office/drawing/2014/main" id="{127CBC28-C452-4E2C-9B09-C2D96923CB91}"/>
              </a:ext>
            </a:extLst>
          </p:cNvPr>
          <p:cNvGrpSpPr/>
          <p:nvPr/>
        </p:nvGrpSpPr>
        <p:grpSpPr>
          <a:xfrm>
            <a:off x="8099953" y="4104645"/>
            <a:ext cx="1713137" cy="1713137"/>
            <a:chOff x="2435358" y="1520658"/>
            <a:chExt cx="1713137" cy="1713137"/>
          </a:xfrm>
        </p:grpSpPr>
        <p:grpSp>
          <p:nvGrpSpPr>
            <p:cNvPr id="96" name="组合 95">
              <a:extLst>
                <a:ext uri="{FF2B5EF4-FFF2-40B4-BE49-F238E27FC236}">
                  <a16:creationId xmlns:a16="http://schemas.microsoft.com/office/drawing/2014/main" id="{6F1C325B-FFA3-4CD9-AA42-95E4D9CE97BE}"/>
                </a:ext>
              </a:extLst>
            </p:cNvPr>
            <p:cNvGrpSpPr/>
            <p:nvPr>
              <p:custDataLst>
                <p:tags r:id="rId6"/>
              </p:custDataLst>
            </p:nvPr>
          </p:nvGrpSpPr>
          <p:grpSpPr>
            <a:xfrm>
              <a:off x="2435358" y="1520658"/>
              <a:ext cx="1713137" cy="1713137"/>
              <a:chOff x="1598909" y="2632512"/>
              <a:chExt cx="2049229" cy="2049229"/>
            </a:xfrm>
          </p:grpSpPr>
          <p:grpSp>
            <p:nvGrpSpPr>
              <p:cNvPr id="98" name="组合 97">
                <a:extLst>
                  <a:ext uri="{FF2B5EF4-FFF2-40B4-BE49-F238E27FC236}">
                    <a16:creationId xmlns:a16="http://schemas.microsoft.com/office/drawing/2014/main" id="{5C174EAC-F21C-4F64-8DEF-CF6ED64D6515}"/>
                  </a:ext>
                </a:extLst>
              </p:cNvPr>
              <p:cNvGrpSpPr/>
              <p:nvPr/>
            </p:nvGrpSpPr>
            <p:grpSpPr>
              <a:xfrm>
                <a:off x="1598909" y="2632512"/>
                <a:ext cx="2049229" cy="2049229"/>
                <a:chOff x="7395431" y="2325946"/>
                <a:chExt cx="1280738" cy="1280738"/>
              </a:xfrm>
            </p:grpSpPr>
            <p:sp>
              <p:nvSpPr>
                <p:cNvPr id="100" name="椭圆 99">
                  <a:extLst>
                    <a:ext uri="{FF2B5EF4-FFF2-40B4-BE49-F238E27FC236}">
                      <a16:creationId xmlns:a16="http://schemas.microsoft.com/office/drawing/2014/main" id="{C65982FF-AB9E-4AFC-94AB-8BF031204F27}"/>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101" name="椭圆 100">
                  <a:extLst>
                    <a:ext uri="{FF2B5EF4-FFF2-40B4-BE49-F238E27FC236}">
                      <a16:creationId xmlns:a16="http://schemas.microsoft.com/office/drawing/2014/main" id="{0264077A-BDA4-4195-941A-9C8EC29929A3}"/>
                    </a:ext>
                  </a:extLst>
                </p:cNvPr>
                <p:cNvSpPr/>
                <p:nvPr>
                  <p:custDataLst>
                    <p:tags r:id="rId8"/>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rgbClr val="F1AAA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99" name="文本框 98">
                <a:extLst>
                  <a:ext uri="{FF2B5EF4-FFF2-40B4-BE49-F238E27FC236}">
                    <a16:creationId xmlns:a16="http://schemas.microsoft.com/office/drawing/2014/main" id="{B1D7BEE8-E9C3-438C-9E47-74C3F4856511}"/>
                  </a:ext>
                </a:extLst>
              </p:cNvPr>
              <p:cNvSpPr txBox="1"/>
              <p:nvPr>
                <p:custDataLst>
                  <p:tags r:id="rId7"/>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97" name="文本框 96">
              <a:extLst>
                <a:ext uri="{FF2B5EF4-FFF2-40B4-BE49-F238E27FC236}">
                  <a16:creationId xmlns:a16="http://schemas.microsoft.com/office/drawing/2014/main" id="{E4D027FC-64EA-4E05-98C5-8D660AD2CC66}"/>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grpSp>
        <p:nvGrpSpPr>
          <p:cNvPr id="102" name="组合 101">
            <a:extLst>
              <a:ext uri="{FF2B5EF4-FFF2-40B4-BE49-F238E27FC236}">
                <a16:creationId xmlns:a16="http://schemas.microsoft.com/office/drawing/2014/main" id="{DF698EA0-E92E-4855-A5D5-DFB70EF9FA6B}"/>
              </a:ext>
            </a:extLst>
          </p:cNvPr>
          <p:cNvGrpSpPr/>
          <p:nvPr/>
        </p:nvGrpSpPr>
        <p:grpSpPr>
          <a:xfrm>
            <a:off x="9756642" y="2736162"/>
            <a:ext cx="1713137" cy="1713137"/>
            <a:chOff x="2435358" y="1520658"/>
            <a:chExt cx="1713137" cy="1713137"/>
          </a:xfrm>
        </p:grpSpPr>
        <p:grpSp>
          <p:nvGrpSpPr>
            <p:cNvPr id="103" name="组合 102">
              <a:extLst>
                <a:ext uri="{FF2B5EF4-FFF2-40B4-BE49-F238E27FC236}">
                  <a16:creationId xmlns:a16="http://schemas.microsoft.com/office/drawing/2014/main" id="{8D859EB3-E9DA-4155-944D-C0145A7AB8E9}"/>
                </a:ext>
              </a:extLst>
            </p:cNvPr>
            <p:cNvGrpSpPr/>
            <p:nvPr>
              <p:custDataLst>
                <p:tags r:id="rId3"/>
              </p:custDataLst>
            </p:nvPr>
          </p:nvGrpSpPr>
          <p:grpSpPr>
            <a:xfrm>
              <a:off x="2435358" y="1520658"/>
              <a:ext cx="1713137" cy="1713137"/>
              <a:chOff x="1598909" y="2632512"/>
              <a:chExt cx="2049229" cy="2049229"/>
            </a:xfrm>
          </p:grpSpPr>
          <p:grpSp>
            <p:nvGrpSpPr>
              <p:cNvPr id="105" name="组合 104">
                <a:extLst>
                  <a:ext uri="{FF2B5EF4-FFF2-40B4-BE49-F238E27FC236}">
                    <a16:creationId xmlns:a16="http://schemas.microsoft.com/office/drawing/2014/main" id="{DD896758-E1A8-4260-8D60-410B130C30C6}"/>
                  </a:ext>
                </a:extLst>
              </p:cNvPr>
              <p:cNvGrpSpPr/>
              <p:nvPr/>
            </p:nvGrpSpPr>
            <p:grpSpPr>
              <a:xfrm>
                <a:off x="1598909" y="2632512"/>
                <a:ext cx="2049229" cy="2049229"/>
                <a:chOff x="7395431" y="2325946"/>
                <a:chExt cx="1280738" cy="1280738"/>
              </a:xfrm>
            </p:grpSpPr>
            <p:sp>
              <p:nvSpPr>
                <p:cNvPr id="107" name="椭圆 106">
                  <a:extLst>
                    <a:ext uri="{FF2B5EF4-FFF2-40B4-BE49-F238E27FC236}">
                      <a16:creationId xmlns:a16="http://schemas.microsoft.com/office/drawing/2014/main" id="{5AD65D00-96EF-4D97-A820-4FD1C9196087}"/>
                    </a:ext>
                  </a:extLst>
                </p:cNvPr>
                <p:cNvSpPr/>
                <p:nvPr/>
              </p:nvSpPr>
              <p:spPr>
                <a:xfrm>
                  <a:off x="7395431" y="2325946"/>
                  <a:ext cx="1280738" cy="1280738"/>
                </a:xfrm>
                <a:prstGeom prst="ellipse">
                  <a:avLst/>
                </a:prstGeom>
                <a:gradFill>
                  <a:gsLst>
                    <a:gs pos="100000">
                      <a:schemeClr val="accent6">
                        <a:alpha val="0"/>
                      </a:schemeClr>
                    </a:gs>
                    <a:gs pos="0">
                      <a:schemeClr val="accent1">
                        <a:alpha val="4000"/>
                      </a:schemeClr>
                    </a:gs>
                  </a:gsLst>
                  <a:lin ang="5400000" scaled="1"/>
                </a:gradFill>
                <a:ln w="6492">
                  <a:gradFill>
                    <a:gsLst>
                      <a:gs pos="100000">
                        <a:schemeClr val="accent1"/>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47960" tIns="23980" rIns="47960" bIns="23980" rtlCol="0" anchor="ctr"/>
                <a:lstStyle/>
                <a:p>
                  <a:pPr algn="ctr"/>
                  <a:endParaRPr lang="zh-CN" altLang="en-US" sz="944" dirty="0"/>
                </a:p>
              </p:txBody>
            </p:sp>
            <p:sp>
              <p:nvSpPr>
                <p:cNvPr id="108" name="椭圆 107">
                  <a:extLst>
                    <a:ext uri="{FF2B5EF4-FFF2-40B4-BE49-F238E27FC236}">
                      <a16:creationId xmlns:a16="http://schemas.microsoft.com/office/drawing/2014/main" id="{C3627B7E-BC52-4697-99F4-EE9256E0B65B}"/>
                    </a:ext>
                  </a:extLst>
                </p:cNvPr>
                <p:cNvSpPr/>
                <p:nvPr>
                  <p:custDataLst>
                    <p:tags r:id="rId5"/>
                  </p:custDataLst>
                </p:nvPr>
              </p:nvSpPr>
              <p:spPr>
                <a:xfrm>
                  <a:off x="7557715" y="2488229"/>
                  <a:ext cx="956165" cy="956168"/>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34625" dist="77907"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2667" tIns="31333" rIns="62667" bIns="31333" rtlCol="0" anchor="ctr">
                  <a:noAutofit/>
                </a:bodyPr>
                <a:lstStyle/>
                <a:p>
                  <a:pPr algn="ctr"/>
                  <a:endParaRPr lang="zh-CN" altLang="en-US" sz="1234" dirty="0"/>
                </a:p>
              </p:txBody>
            </p:sp>
          </p:grpSp>
          <p:sp>
            <p:nvSpPr>
              <p:cNvPr id="106" name="文本框 105">
                <a:extLst>
                  <a:ext uri="{FF2B5EF4-FFF2-40B4-BE49-F238E27FC236}">
                    <a16:creationId xmlns:a16="http://schemas.microsoft.com/office/drawing/2014/main" id="{DB952351-5A10-43CC-A009-1C63F6A26E05}"/>
                  </a:ext>
                </a:extLst>
              </p:cNvPr>
              <p:cNvSpPr txBox="1"/>
              <p:nvPr>
                <p:custDataLst>
                  <p:tags r:id="rId4"/>
                </p:custDataLst>
              </p:nvPr>
            </p:nvSpPr>
            <p:spPr>
              <a:xfrm>
                <a:off x="2065014" y="3295896"/>
                <a:ext cx="1060040" cy="434759"/>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b="1" dirty="0">
                    <a:solidFill>
                      <a:schemeClr val="bg1"/>
                    </a:solidFill>
                    <a:effectLst>
                      <a:outerShdw blurRad="19910" dist="19909" dir="2700064" algn="tl">
                        <a:srgbClr val="000000">
                          <a:alpha val="43137"/>
                        </a:srgbClr>
                      </a:outerShdw>
                    </a:effectLst>
                    <a:latin typeface="+mn-ea"/>
                    <a:ea typeface="+mn-ea"/>
                  </a:rPr>
                  <a:t>小标题</a:t>
                </a:r>
              </a:p>
            </p:txBody>
          </p:sp>
        </p:grpSp>
        <p:sp>
          <p:nvSpPr>
            <p:cNvPr id="104" name="文本框 103">
              <a:extLst>
                <a:ext uri="{FF2B5EF4-FFF2-40B4-BE49-F238E27FC236}">
                  <a16:creationId xmlns:a16="http://schemas.microsoft.com/office/drawing/2014/main" id="{52707D95-5C0C-4346-A1E5-8E0C5A46EFF5}"/>
                </a:ext>
              </a:extLst>
            </p:cNvPr>
            <p:cNvSpPr txBox="1"/>
            <p:nvPr/>
          </p:nvSpPr>
          <p:spPr>
            <a:xfrm>
              <a:off x="2814475" y="2407434"/>
              <a:ext cx="922067" cy="384091"/>
            </a:xfrm>
            <a:prstGeom prst="rect">
              <a:avLst/>
            </a:prstGeom>
            <a:noFill/>
            <a:effectLst/>
          </p:spPr>
          <p:txBody>
            <a:bodyPr wrap="none" lIns="75575" tIns="37788" rIns="75575" bIns="37788" rtlCol="0">
              <a:spAutoFit/>
            </a:bodyPr>
            <a:lstStyle/>
            <a:p>
              <a:pPr algn="ctr"/>
              <a:r>
                <a:rPr lang="zh-CN" altLang="en-US" sz="1000" dirty="0">
                  <a:solidFill>
                    <a:schemeClr val="bg1"/>
                  </a:solidFill>
                  <a:latin typeface="+mn-ea"/>
                </a:rPr>
                <a:t>西安交通大学</a:t>
              </a:r>
              <a:endParaRPr lang="en-US" altLang="zh-CN" sz="1000" dirty="0">
                <a:solidFill>
                  <a:schemeClr val="bg1"/>
                </a:solidFill>
                <a:latin typeface="+mn-ea"/>
              </a:endParaRPr>
            </a:p>
            <a:p>
              <a:pPr algn="ctr"/>
              <a:r>
                <a:rPr lang="zh-CN" altLang="en-US" sz="1000" dirty="0">
                  <a:solidFill>
                    <a:schemeClr val="bg1"/>
                  </a:solidFill>
                  <a:latin typeface="+mn-ea"/>
                </a:rPr>
                <a:t>著名高等学府</a:t>
              </a:r>
              <a:endParaRPr lang="en-US" altLang="zh-CN" sz="1000" dirty="0">
                <a:solidFill>
                  <a:schemeClr val="bg1"/>
                </a:solidFill>
                <a:latin typeface="+mn-ea"/>
              </a:endParaRPr>
            </a:p>
          </p:txBody>
        </p:sp>
      </p:grpSp>
    </p:spTree>
    <p:extLst>
      <p:ext uri="{BB962C8B-B14F-4D97-AF65-F5344CB8AC3E}">
        <p14:creationId xmlns:p14="http://schemas.microsoft.com/office/powerpoint/2010/main" val="869471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7D27EDE-9E7E-46F5-8661-4EE3540A64DB}"/>
              </a:ext>
            </a:extLst>
          </p:cNvPr>
          <p:cNvGrpSpPr/>
          <p:nvPr/>
        </p:nvGrpSpPr>
        <p:grpSpPr>
          <a:xfrm>
            <a:off x="80351" y="-713856"/>
            <a:ext cx="3723691" cy="7401806"/>
            <a:chOff x="-62840" y="-706144"/>
            <a:chExt cx="3723691" cy="7401806"/>
          </a:xfrm>
        </p:grpSpPr>
        <p:sp>
          <p:nvSpPr>
            <p:cNvPr id="3" name="文本框 2">
              <a:extLst>
                <a:ext uri="{FF2B5EF4-FFF2-40B4-BE49-F238E27FC236}">
                  <a16:creationId xmlns:a16="http://schemas.microsoft.com/office/drawing/2014/main" id="{616D1641-5926-4296-A3F0-ABF5624FAB17}"/>
                </a:ext>
              </a:extLst>
            </p:cNvPr>
            <p:cNvSpPr txBox="1"/>
            <p:nvPr>
              <p:custDataLst>
                <p:tags r:id="rId1"/>
              </p:custDataLst>
            </p:nvPr>
          </p:nvSpPr>
          <p:spPr>
            <a:xfrm>
              <a:off x="-58700" y="-552448"/>
              <a:ext cx="3719551" cy="7248110"/>
            </a:xfrm>
            <a:prstGeom prst="rect">
              <a:avLst/>
            </a:prstGeom>
            <a:noFill/>
            <a:effectLst/>
          </p:spPr>
          <p:txBody>
            <a:bodyPr wrap="none" lIns="106652" tIns="53326" rIns="106652" bIns="53326" rtlCol="0">
              <a:spAutoFit/>
            </a:bodyPr>
            <a:lstStyle/>
            <a:p>
              <a:r>
                <a:rPr lang="en-US" altLang="zh-CN"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rPr>
                <a:t>3</a:t>
              </a:r>
              <a:endParaRPr lang="zh-CN" altLang="en-US"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endParaRPr>
            </a:p>
          </p:txBody>
        </p:sp>
        <p:sp>
          <p:nvSpPr>
            <p:cNvPr id="4" name="文本框 3">
              <a:extLst>
                <a:ext uri="{FF2B5EF4-FFF2-40B4-BE49-F238E27FC236}">
                  <a16:creationId xmlns:a16="http://schemas.microsoft.com/office/drawing/2014/main" id="{A29D5488-CFC8-4DF0-81B9-170AF6B3AFED}"/>
                </a:ext>
              </a:extLst>
            </p:cNvPr>
            <p:cNvSpPr txBox="1"/>
            <p:nvPr>
              <p:custDataLst>
                <p:tags r:id="rId2"/>
              </p:custDataLst>
            </p:nvPr>
          </p:nvSpPr>
          <p:spPr>
            <a:xfrm>
              <a:off x="-62840" y="-706144"/>
              <a:ext cx="3719551" cy="7248110"/>
            </a:xfrm>
            <a:prstGeom prst="rect">
              <a:avLst/>
            </a:prstGeom>
            <a:noFill/>
            <a:effectLst/>
          </p:spPr>
          <p:txBody>
            <a:bodyPr wrap="none" lIns="106652" tIns="53326" rIns="106652" bIns="53326" rtlCol="0">
              <a:spAutoFit/>
            </a:bodyPr>
            <a:lstStyle/>
            <a:p>
              <a:r>
                <a:rPr lang="en-US" altLang="zh-CN"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rPr>
                <a:t>3</a:t>
              </a:r>
              <a:endParaRPr lang="zh-CN" altLang="en-US"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endParaRPr>
            </a:p>
          </p:txBody>
        </p:sp>
      </p:grpSp>
      <p:grpSp>
        <p:nvGrpSpPr>
          <p:cNvPr id="5" name="组合 4">
            <a:extLst>
              <a:ext uri="{FF2B5EF4-FFF2-40B4-BE49-F238E27FC236}">
                <a16:creationId xmlns:a16="http://schemas.microsoft.com/office/drawing/2014/main" id="{D53B5B90-CBE7-4398-AFEE-09B3D895703E}"/>
              </a:ext>
            </a:extLst>
          </p:cNvPr>
          <p:cNvGrpSpPr/>
          <p:nvPr/>
        </p:nvGrpSpPr>
        <p:grpSpPr>
          <a:xfrm>
            <a:off x="3090777" y="2485923"/>
            <a:ext cx="3976246" cy="1681279"/>
            <a:chOff x="2358339" y="2159339"/>
            <a:chExt cx="3976246" cy="1681279"/>
          </a:xfrm>
        </p:grpSpPr>
        <p:grpSp>
          <p:nvGrpSpPr>
            <p:cNvPr id="6" name="组合 5">
              <a:extLst>
                <a:ext uri="{FF2B5EF4-FFF2-40B4-BE49-F238E27FC236}">
                  <a16:creationId xmlns:a16="http://schemas.microsoft.com/office/drawing/2014/main" id="{12E2E4DB-6076-45C1-B665-2C0A50CCA52F}"/>
                </a:ext>
              </a:extLst>
            </p:cNvPr>
            <p:cNvGrpSpPr/>
            <p:nvPr/>
          </p:nvGrpSpPr>
          <p:grpSpPr>
            <a:xfrm>
              <a:off x="2358339" y="2159339"/>
              <a:ext cx="3976246" cy="1112649"/>
              <a:chOff x="2351458" y="2159339"/>
              <a:chExt cx="3976246" cy="1112649"/>
            </a:xfrm>
          </p:grpSpPr>
          <p:grpSp>
            <p:nvGrpSpPr>
              <p:cNvPr id="11" name="组合 10">
                <a:extLst>
                  <a:ext uri="{FF2B5EF4-FFF2-40B4-BE49-F238E27FC236}">
                    <a16:creationId xmlns:a16="http://schemas.microsoft.com/office/drawing/2014/main" id="{DE32B056-727D-47BC-B0BD-13713367B042}"/>
                  </a:ext>
                </a:extLst>
              </p:cNvPr>
              <p:cNvGrpSpPr/>
              <p:nvPr/>
            </p:nvGrpSpPr>
            <p:grpSpPr>
              <a:xfrm>
                <a:off x="2351458" y="2159339"/>
                <a:ext cx="3615693" cy="1001546"/>
                <a:chOff x="1661928" y="1996835"/>
                <a:chExt cx="3615693" cy="1001546"/>
              </a:xfrm>
            </p:grpSpPr>
            <p:cxnSp>
              <p:nvCxnSpPr>
                <p:cNvPr id="13" name="直接连接符 12">
                  <a:extLst>
                    <a:ext uri="{FF2B5EF4-FFF2-40B4-BE49-F238E27FC236}">
                      <a16:creationId xmlns:a16="http://schemas.microsoft.com/office/drawing/2014/main" id="{A15E9161-ED5F-4CED-9E06-73DF65BDC3F2}"/>
                    </a:ext>
                  </a:extLst>
                </p:cNvPr>
                <p:cNvCxnSpPr>
                  <a:cxnSpLocks/>
                </p:cNvCxnSpPr>
                <p:nvPr/>
              </p:nvCxnSpPr>
              <p:spPr>
                <a:xfrm flipH="1">
                  <a:off x="3970839" y="2588118"/>
                  <a:ext cx="24" cy="0"/>
                </a:xfrm>
                <a:prstGeom prst="line">
                  <a:avLst/>
                </a:prstGeom>
                <a:ln w="11402">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C7C6DD7-5A82-4432-8B70-05CD6A5A25E9}"/>
                    </a:ext>
                  </a:extLst>
                </p:cNvPr>
                <p:cNvCxnSpPr>
                  <a:cxnSpLocks/>
                </p:cNvCxnSpPr>
                <p:nvPr/>
              </p:nvCxnSpPr>
              <p:spPr>
                <a:xfrm flipH="1">
                  <a:off x="2081480" y="1996835"/>
                  <a:ext cx="2541854" cy="0"/>
                </a:xfrm>
                <a:prstGeom prst="line">
                  <a:avLst/>
                </a:prstGeom>
                <a:ln w="11402">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7593E15-3A5E-4DF1-A9CF-6FAAD6DAFFED}"/>
                    </a:ext>
                  </a:extLst>
                </p:cNvPr>
                <p:cNvCxnSpPr>
                  <a:cxnSpLocks/>
                </p:cNvCxnSpPr>
                <p:nvPr/>
              </p:nvCxnSpPr>
              <p:spPr>
                <a:xfrm>
                  <a:off x="4521891" y="2998381"/>
                  <a:ext cx="755730" cy="0"/>
                </a:xfrm>
                <a:prstGeom prst="line">
                  <a:avLst/>
                </a:prstGeom>
                <a:ln w="15202">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13FDDB4D-A4DA-4747-9125-3DB5779E13B4}"/>
                    </a:ext>
                  </a:extLst>
                </p:cNvPr>
                <p:cNvCxnSpPr>
                  <a:cxnSpLocks/>
                </p:cNvCxnSpPr>
                <p:nvPr/>
              </p:nvCxnSpPr>
              <p:spPr>
                <a:xfrm>
                  <a:off x="2593562" y="2074637"/>
                  <a:ext cx="755730" cy="0"/>
                </a:xfrm>
                <a:prstGeom prst="line">
                  <a:avLst/>
                </a:prstGeom>
                <a:ln w="7600">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E74F3095-F0A5-4FE0-9DF6-7F4CC3669CCF}"/>
                    </a:ext>
                  </a:extLst>
                </p:cNvPr>
                <p:cNvSpPr txBox="1"/>
                <p:nvPr/>
              </p:nvSpPr>
              <p:spPr>
                <a:xfrm>
                  <a:off x="1661928" y="2083038"/>
                  <a:ext cx="3298811" cy="726076"/>
                </a:xfrm>
                <a:prstGeom prst="rect">
                  <a:avLst/>
                </a:prstGeom>
                <a:noFill/>
                <a:effectLst/>
              </p:spPr>
              <p:txBody>
                <a:bodyPr wrap="none" lIns="109454" tIns="54727" rIns="109454" bIns="54727" rtlCol="0">
                  <a:spAutoFit/>
                </a:bodyPr>
                <a:lstStyle/>
                <a:p>
                  <a:pPr algn="ctr"/>
                  <a:r>
                    <a:rPr lang="zh-CN" altLang="en-US" sz="4000" dirty="0">
                      <a:latin typeface="+mj-ea"/>
                      <a:ea typeface="+mj-ea"/>
                    </a:rPr>
                    <a:t>请输入大标题</a:t>
                  </a:r>
                </a:p>
              </p:txBody>
            </p:sp>
          </p:grpSp>
          <p:sp>
            <p:nvSpPr>
              <p:cNvPr id="12" name="文本框 11">
                <a:extLst>
                  <a:ext uri="{FF2B5EF4-FFF2-40B4-BE49-F238E27FC236}">
                    <a16:creationId xmlns:a16="http://schemas.microsoft.com/office/drawing/2014/main" id="{3DF00A27-02D0-4F86-B369-40A78F834751}"/>
                  </a:ext>
                </a:extLst>
              </p:cNvPr>
              <p:cNvSpPr txBox="1"/>
              <p:nvPr/>
            </p:nvSpPr>
            <p:spPr>
              <a:xfrm>
                <a:off x="2381938" y="2833099"/>
                <a:ext cx="3945766" cy="438889"/>
              </a:xfrm>
              <a:prstGeom prst="rect">
                <a:avLst/>
              </a:prstGeom>
              <a:noFill/>
              <a:effectLst/>
            </p:spPr>
            <p:txBody>
              <a:bodyPr wrap="square" lIns="129845" tIns="64922" rIns="129845" bIns="64922">
                <a:spAutoFit/>
              </a:bodyPr>
              <a:lstStyle/>
              <a:p>
                <a:r>
                  <a:rPr lang="en-US" altLang="zh-CN" sz="2000" dirty="0">
                    <a:solidFill>
                      <a:schemeClr val="accent1"/>
                    </a:solidFill>
                    <a:latin typeface="+mj-ea"/>
                    <a:ea typeface="+mj-ea"/>
                  </a:rPr>
                  <a:t>Please enter a headline</a:t>
                </a:r>
                <a:endParaRPr lang="zh-CN" altLang="en-US" sz="2000" dirty="0">
                  <a:solidFill>
                    <a:schemeClr val="accent1"/>
                  </a:solidFill>
                  <a:latin typeface="+mj-ea"/>
                  <a:ea typeface="+mj-ea"/>
                </a:endParaRPr>
              </a:p>
            </p:txBody>
          </p:sp>
        </p:grpSp>
        <p:grpSp>
          <p:nvGrpSpPr>
            <p:cNvPr id="7" name="组合 6">
              <a:extLst>
                <a:ext uri="{FF2B5EF4-FFF2-40B4-BE49-F238E27FC236}">
                  <a16:creationId xmlns:a16="http://schemas.microsoft.com/office/drawing/2014/main" id="{65A9B358-B2F8-4C8A-8897-6D9B406AAAA8}"/>
                </a:ext>
              </a:extLst>
            </p:cNvPr>
            <p:cNvGrpSpPr/>
            <p:nvPr/>
          </p:nvGrpSpPr>
          <p:grpSpPr>
            <a:xfrm>
              <a:off x="2710831" y="3488521"/>
              <a:ext cx="1703552" cy="352097"/>
              <a:chOff x="-2268613" y="3688903"/>
              <a:chExt cx="1703552" cy="352097"/>
            </a:xfrm>
          </p:grpSpPr>
          <p:cxnSp>
            <p:nvCxnSpPr>
              <p:cNvPr id="8" name="直接连接符 7">
                <a:extLst>
                  <a:ext uri="{FF2B5EF4-FFF2-40B4-BE49-F238E27FC236}">
                    <a16:creationId xmlns:a16="http://schemas.microsoft.com/office/drawing/2014/main" id="{9BEC20D0-A431-4229-B6F7-7A6AFE7715DD}"/>
                  </a:ext>
                </a:extLst>
              </p:cNvPr>
              <p:cNvCxnSpPr/>
              <p:nvPr/>
            </p:nvCxnSpPr>
            <p:spPr>
              <a:xfrm>
                <a:off x="-2268613" y="3864952"/>
                <a:ext cx="1703552" cy="0"/>
              </a:xfrm>
              <a:prstGeom prst="line">
                <a:avLst/>
              </a:prstGeom>
              <a:ln w="447040" cap="rnd">
                <a:solidFill>
                  <a:schemeClr val="accent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5465DAA-1FCA-49D4-B195-E44EC5C28204}"/>
                  </a:ext>
                </a:extLst>
              </p:cNvPr>
              <p:cNvCxnSpPr/>
              <p:nvPr/>
            </p:nvCxnSpPr>
            <p:spPr>
              <a:xfrm>
                <a:off x="-2268613" y="3864951"/>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E38B4EB3-9401-4938-8CFB-3570950E3105}"/>
                  </a:ext>
                </a:extLst>
              </p:cNvPr>
              <p:cNvSpPr txBox="1"/>
              <p:nvPr/>
            </p:nvSpPr>
            <p:spPr>
              <a:xfrm>
                <a:off x="-2108634" y="3688903"/>
                <a:ext cx="1412976" cy="352097"/>
              </a:xfrm>
              <a:prstGeom prst="rect">
                <a:avLst/>
              </a:prstGeom>
              <a:noFill/>
              <a:effectLst/>
            </p:spPr>
            <p:txBody>
              <a:bodyPr wrap="none" lIns="80467" tIns="40234" rIns="80467" bIns="40234" rtlCol="0">
                <a:spAutoFit/>
              </a:bodyPr>
              <a:lstStyle/>
              <a:p>
                <a:pPr algn="ctr"/>
                <a:r>
                  <a:rPr lang="en-US" altLang="zh-CN" sz="1760" b="1" dirty="0">
                    <a:solidFill>
                      <a:schemeClr val="bg1"/>
                    </a:solidFill>
                    <a:latin typeface="+mj-ea"/>
                    <a:ea typeface="+mj-ea"/>
                  </a:rPr>
                  <a:t>Part Three</a:t>
                </a:r>
                <a:endParaRPr lang="zh-CN" altLang="en-US" sz="1760" b="1" dirty="0">
                  <a:solidFill>
                    <a:schemeClr val="bg1"/>
                  </a:solidFill>
                  <a:latin typeface="+mj-ea"/>
                  <a:ea typeface="+mj-ea"/>
                </a:endParaRPr>
              </a:p>
            </p:txBody>
          </p:sp>
        </p:grpSp>
      </p:grpSp>
    </p:spTree>
    <p:extLst>
      <p:ext uri="{BB962C8B-B14F-4D97-AF65-F5344CB8AC3E}">
        <p14:creationId xmlns:p14="http://schemas.microsoft.com/office/powerpoint/2010/main" val="16227539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35B009E7-5457-419B-8A74-9BAABC86F764}"/>
              </a:ext>
            </a:extLst>
          </p:cNvPr>
          <p:cNvGrpSpPr/>
          <p:nvPr/>
        </p:nvGrpSpPr>
        <p:grpSpPr>
          <a:xfrm rot="7322811">
            <a:off x="8749489" y="2101830"/>
            <a:ext cx="3041810" cy="3041812"/>
            <a:chOff x="6177098" y="779918"/>
            <a:chExt cx="4054652" cy="4054654"/>
          </a:xfrm>
        </p:grpSpPr>
        <p:sp>
          <p:nvSpPr>
            <p:cNvPr id="16" name="圆: 空心 15">
              <a:extLst>
                <a:ext uri="{FF2B5EF4-FFF2-40B4-BE49-F238E27FC236}">
                  <a16:creationId xmlns:a16="http://schemas.microsoft.com/office/drawing/2014/main" id="{51020E36-E603-44EE-A0C4-AB4AB6CB942F}"/>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sp>
          <p:nvSpPr>
            <p:cNvPr id="17" name="椭圆 16">
              <a:extLst>
                <a:ext uri="{FF2B5EF4-FFF2-40B4-BE49-F238E27FC236}">
                  <a16:creationId xmlns:a16="http://schemas.microsoft.com/office/drawing/2014/main" id="{7463AD4D-3185-4E63-9E34-54D226CCD8B2}"/>
                </a:ext>
              </a:extLst>
            </p:cNvPr>
            <p:cNvSpPr/>
            <p:nvPr/>
          </p:nvSpPr>
          <p:spPr>
            <a:xfrm rot="17717475">
              <a:off x="7227065" y="1829604"/>
              <a:ext cx="2070284" cy="207027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12" name="组合 11">
            <a:extLst>
              <a:ext uri="{FF2B5EF4-FFF2-40B4-BE49-F238E27FC236}">
                <a16:creationId xmlns:a16="http://schemas.microsoft.com/office/drawing/2014/main" id="{5E941203-3024-46E5-9FBB-C9DC01F5F2B7}"/>
              </a:ext>
            </a:extLst>
          </p:cNvPr>
          <p:cNvGrpSpPr/>
          <p:nvPr/>
        </p:nvGrpSpPr>
        <p:grpSpPr>
          <a:xfrm>
            <a:off x="227789" y="2101830"/>
            <a:ext cx="3041810" cy="3041812"/>
            <a:chOff x="6177098" y="779918"/>
            <a:chExt cx="4054652" cy="4054654"/>
          </a:xfrm>
        </p:grpSpPr>
        <p:sp>
          <p:nvSpPr>
            <p:cNvPr id="14" name="圆: 空心 13">
              <a:extLst>
                <a:ext uri="{FF2B5EF4-FFF2-40B4-BE49-F238E27FC236}">
                  <a16:creationId xmlns:a16="http://schemas.microsoft.com/office/drawing/2014/main" id="{1803876D-2FE2-4B34-85BB-BB751F695B9D}"/>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sp>
          <p:nvSpPr>
            <p:cNvPr id="13" name="椭圆 12">
              <a:extLst>
                <a:ext uri="{FF2B5EF4-FFF2-40B4-BE49-F238E27FC236}">
                  <a16:creationId xmlns:a16="http://schemas.microsoft.com/office/drawing/2014/main" id="{C0DEF666-F48D-4DFC-B38C-D1BE974A1B2A}"/>
                </a:ext>
              </a:extLst>
            </p:cNvPr>
            <p:cNvSpPr/>
            <p:nvPr/>
          </p:nvSpPr>
          <p:spPr>
            <a:xfrm rot="17717475">
              <a:off x="7227065" y="1829604"/>
              <a:ext cx="2070284" cy="2070278"/>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grpSp>
        <p:nvGrpSpPr>
          <p:cNvPr id="2" name="组合 1">
            <a:extLst>
              <a:ext uri="{FF2B5EF4-FFF2-40B4-BE49-F238E27FC236}">
                <a16:creationId xmlns:a16="http://schemas.microsoft.com/office/drawing/2014/main" id="{32233B7C-5A7C-4662-9F45-71BC8B724BF9}"/>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6475AA64-6F43-47A7-88FC-27830A23B375}"/>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687CBF00-40AB-4B74-B9A9-A30DFE878954}"/>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AB39196F-B633-45FD-BF55-6EEA4375DE3F}"/>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B3B6256A-05F7-47E7-A2CF-01DDCBFDEFEE}"/>
                  </a:ext>
                </a:extLst>
              </p:cNvPr>
              <p:cNvSpPr/>
              <p:nvPr>
                <p:custDataLst>
                  <p:tags r:id="rId3"/>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F391A489-697E-499E-B645-75A73F32B747}"/>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66589B44-57B1-4A24-9B09-1C201F993301}"/>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059CBB15-F1BD-4FD7-904E-941C2B93D622}"/>
                  </a:ext>
                </a:extLst>
              </p:cNvPr>
              <p:cNvSpPr/>
              <p:nvPr>
                <p:custDataLst>
                  <p:tags r:id="rId1"/>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CDC21C60-E2FA-493C-B12A-F4392ACBE331}"/>
                  </a:ext>
                </a:extLst>
              </p:cNvPr>
              <p:cNvSpPr txBox="1"/>
              <p:nvPr>
                <p:custDataLst>
                  <p:tags r:id="rId2"/>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aphicFrame>
        <p:nvGraphicFramePr>
          <p:cNvPr id="11" name="表格 8">
            <a:extLst>
              <a:ext uri="{FF2B5EF4-FFF2-40B4-BE49-F238E27FC236}">
                <a16:creationId xmlns:a16="http://schemas.microsoft.com/office/drawing/2014/main" id="{AE144877-8669-4404-889A-93002E91B09D}"/>
              </a:ext>
            </a:extLst>
          </p:cNvPr>
          <p:cNvGraphicFramePr>
            <a:graphicFrameLocks noGrp="1"/>
          </p:cNvGraphicFramePr>
          <p:nvPr>
            <p:extLst>
              <p:ext uri="{D42A27DB-BD31-4B8C-83A1-F6EECF244321}">
                <p14:modId xmlns:p14="http://schemas.microsoft.com/office/powerpoint/2010/main" val="788491128"/>
              </p:ext>
            </p:extLst>
          </p:nvPr>
        </p:nvGraphicFramePr>
        <p:xfrm>
          <a:off x="1232564" y="1382032"/>
          <a:ext cx="9638637" cy="4482640"/>
        </p:xfrm>
        <a:graphic>
          <a:graphicData uri="http://schemas.openxmlformats.org/drawingml/2006/table">
            <a:tbl>
              <a:tblPr firstRow="1" bandRow="1">
                <a:effectLst>
                  <a:outerShdw blurRad="254000" dist="38100" dir="5400000" algn="t" rotWithShape="0">
                    <a:srgbClr val="C80000">
                      <a:alpha val="40000"/>
                    </a:srgbClr>
                  </a:outerShdw>
                </a:effectLst>
                <a:tableStyleId>{5C22544A-7EE6-4342-B048-85BDC9FD1C3A}</a:tableStyleId>
              </a:tblPr>
              <a:tblGrid>
                <a:gridCol w="1118750">
                  <a:extLst>
                    <a:ext uri="{9D8B030D-6E8A-4147-A177-3AD203B41FA5}">
                      <a16:colId xmlns:a16="http://schemas.microsoft.com/office/drawing/2014/main" val="3542239364"/>
                    </a:ext>
                  </a:extLst>
                </a:gridCol>
                <a:gridCol w="3501778">
                  <a:extLst>
                    <a:ext uri="{9D8B030D-6E8A-4147-A177-3AD203B41FA5}">
                      <a16:colId xmlns:a16="http://schemas.microsoft.com/office/drawing/2014/main" val="1239738016"/>
                    </a:ext>
                  </a:extLst>
                </a:gridCol>
                <a:gridCol w="1650063">
                  <a:extLst>
                    <a:ext uri="{9D8B030D-6E8A-4147-A177-3AD203B41FA5}">
                      <a16:colId xmlns:a16="http://schemas.microsoft.com/office/drawing/2014/main" val="2816304961"/>
                    </a:ext>
                  </a:extLst>
                </a:gridCol>
                <a:gridCol w="1636079">
                  <a:extLst>
                    <a:ext uri="{9D8B030D-6E8A-4147-A177-3AD203B41FA5}">
                      <a16:colId xmlns:a16="http://schemas.microsoft.com/office/drawing/2014/main" val="4187713219"/>
                    </a:ext>
                  </a:extLst>
                </a:gridCol>
                <a:gridCol w="1731967">
                  <a:extLst>
                    <a:ext uri="{9D8B030D-6E8A-4147-A177-3AD203B41FA5}">
                      <a16:colId xmlns:a16="http://schemas.microsoft.com/office/drawing/2014/main" val="1752792496"/>
                    </a:ext>
                  </a:extLst>
                </a:gridCol>
              </a:tblGrid>
              <a:tr h="560330">
                <a:tc>
                  <a:txBody>
                    <a:bodyPr/>
                    <a:lstStyle/>
                    <a:p>
                      <a:pPr algn="ctr"/>
                      <a:r>
                        <a:rPr lang="zh-CN" altLang="en-US" dirty="0">
                          <a:latin typeface="+mn-ea"/>
                          <a:ea typeface="+mn-ea"/>
                        </a:rPr>
                        <a:t>序号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60000"/>
                            <a:lumOff val="40000"/>
                          </a:schemeClr>
                        </a:gs>
                        <a:gs pos="100000">
                          <a:schemeClr val="accent1"/>
                        </a:gs>
                      </a:gsLst>
                      <a:lin ang="5400000" scaled="1"/>
                    </a:gradFill>
                  </a:tcPr>
                </a:tc>
                <a:tc>
                  <a:txBody>
                    <a:bodyPr/>
                    <a:lstStyle/>
                    <a:p>
                      <a:pPr algn="ctr"/>
                      <a:r>
                        <a:rPr lang="zh-CN" altLang="en-US" dirty="0">
                          <a:latin typeface="+mn-ea"/>
                          <a:ea typeface="+mn-ea"/>
                        </a:rPr>
                        <a:t>标题一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60000"/>
                            <a:lumOff val="40000"/>
                          </a:schemeClr>
                        </a:gs>
                        <a:gs pos="100000">
                          <a:schemeClr val="accent1"/>
                        </a:gs>
                      </a:gsLst>
                      <a:lin ang="5400000" scaled="1"/>
                    </a:gra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mn-ea"/>
                          <a:ea typeface="+mn-ea"/>
                        </a:rPr>
                        <a:t>标题二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60000"/>
                            <a:lumOff val="40000"/>
                          </a:schemeClr>
                        </a:gs>
                        <a:gs pos="100000">
                          <a:schemeClr val="accent1"/>
                        </a:gs>
                      </a:gsLst>
                      <a:lin ang="5400000" scaled="1"/>
                    </a:gra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latin typeface="+mn-ea"/>
                          <a:ea typeface="+mn-ea"/>
                        </a:rPr>
                        <a:t>标题三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60000"/>
                            <a:lumOff val="40000"/>
                          </a:schemeClr>
                        </a:gs>
                        <a:gs pos="100000">
                          <a:schemeClr val="accent1"/>
                        </a:gs>
                      </a:gsLst>
                      <a:lin ang="5400000" scaled="1"/>
                    </a:gradFill>
                  </a:tcPr>
                </a:tc>
                <a:tc>
                  <a:txBody>
                    <a:bodyPr/>
                    <a:lstStyle/>
                    <a:p>
                      <a:pPr algn="ctr"/>
                      <a:r>
                        <a:rPr lang="zh-CN" altLang="en-US" dirty="0">
                          <a:latin typeface="+mn-ea"/>
                          <a:ea typeface="+mn-ea"/>
                        </a:rPr>
                        <a:t>标题四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a:gsLst>
                        <a:gs pos="0">
                          <a:schemeClr val="accent1">
                            <a:lumMod val="60000"/>
                            <a:lumOff val="40000"/>
                          </a:schemeClr>
                        </a:gs>
                        <a:gs pos="100000">
                          <a:schemeClr val="accent1"/>
                        </a:gs>
                      </a:gsLst>
                      <a:lin ang="5400000" scaled="1"/>
                    </a:gradFill>
                  </a:tcPr>
                </a:tc>
                <a:extLst>
                  <a:ext uri="{0D108BD9-81ED-4DB2-BD59-A6C34878D82A}">
                    <a16:rowId xmlns:a16="http://schemas.microsoft.com/office/drawing/2014/main" val="2829980633"/>
                  </a:ext>
                </a:extLst>
              </a:tr>
              <a:tr h="560330">
                <a:tc>
                  <a:txBody>
                    <a:bodyPr/>
                    <a:lstStyle/>
                    <a:p>
                      <a:pPr algn="ctr"/>
                      <a:r>
                        <a:rPr lang="en-US" altLang="zh-CN" dirty="0">
                          <a:latin typeface="+mn-ea"/>
                          <a:ea typeface="+mn-ea"/>
                        </a:rPr>
                        <a:t>01</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39315392"/>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02</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52569987"/>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03</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970399518"/>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04</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76724372"/>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05</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545015084"/>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06</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014151236"/>
                  </a:ext>
                </a:extLst>
              </a:tr>
              <a:tr h="5603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latin typeface="+mn-ea"/>
                          <a:ea typeface="+mn-ea"/>
                        </a:rPr>
                        <a:t>07</a:t>
                      </a:r>
                      <a:endParaRPr lang="zh-CN" altLang="en-US" dirty="0">
                        <a:latin typeface="+mn-ea"/>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latin typeface="+mn-ea"/>
                          <a:ea typeface="+mn-ea"/>
                        </a:rPr>
                        <a:t>输入内容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904145716"/>
                  </a:ext>
                </a:extLst>
              </a:tr>
            </a:tbl>
          </a:graphicData>
        </a:graphic>
      </p:graphicFrame>
    </p:spTree>
    <p:extLst>
      <p:ext uri="{BB962C8B-B14F-4D97-AF65-F5344CB8AC3E}">
        <p14:creationId xmlns:p14="http://schemas.microsoft.com/office/powerpoint/2010/main" val="3977782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4100D0C-35B2-4E0E-8681-F1BED0C2BE92}"/>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6948BB24-52B8-46AC-A86B-385377BBEA2A}"/>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5CEC3BDC-F956-4DE4-A434-BDF44BC788A0}"/>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27C60AA5-AEB5-4E3D-BEBA-A3A0CA4124CC}"/>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C157C947-7DCF-4723-9EBC-498D1EFEA7CC}"/>
                  </a:ext>
                </a:extLst>
              </p:cNvPr>
              <p:cNvSpPr/>
              <p:nvPr>
                <p:custDataLst>
                  <p:tags r:id="rId9"/>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8359E2E1-1901-464D-BC68-92338D9F01EB}"/>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20D52923-F543-40A8-98BF-0585EFD9994F}"/>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B422A486-8D71-4C8E-B158-6A01A515671C}"/>
                  </a:ext>
                </a:extLst>
              </p:cNvPr>
              <p:cNvSpPr/>
              <p:nvPr>
                <p:custDataLst>
                  <p:tags r:id="rId7"/>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39E1C1FB-AD9E-48E0-9C35-9ED7C1FC41D9}"/>
                  </a:ext>
                </a:extLst>
              </p:cNvPr>
              <p:cNvSpPr txBox="1"/>
              <p:nvPr>
                <p:custDataLst>
                  <p:tags r:id="rId8"/>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pic>
        <p:nvPicPr>
          <p:cNvPr id="11" name="图片 10" descr="黑暗中有钟表&#10;&#10;中度可信度描述已自动生成">
            <a:extLst>
              <a:ext uri="{FF2B5EF4-FFF2-40B4-BE49-F238E27FC236}">
                <a16:creationId xmlns:a16="http://schemas.microsoft.com/office/drawing/2014/main" id="{173F8ECB-E447-4AFB-B28F-B4783FDCA496}"/>
              </a:ext>
            </a:extLst>
          </p:cNvPr>
          <p:cNvPicPr>
            <a:picLocks noChangeAspect="1"/>
          </p:cNvPicPr>
          <p:nvPr/>
        </p:nvPicPr>
        <p:blipFill rotWithShape="1">
          <a:blip r:embed="rId11">
            <a:extLst>
              <a:ext uri="{28A0092B-C50C-407E-A947-70E740481C1C}">
                <a14:useLocalDpi xmlns:a14="http://schemas.microsoft.com/office/drawing/2010/main" val="0"/>
              </a:ext>
            </a:extLst>
          </a:blip>
          <a:srcRect l="40324" r="38564" b="53954"/>
          <a:stretch/>
        </p:blipFill>
        <p:spPr>
          <a:xfrm rot="5400000">
            <a:off x="4450286" y="-1991505"/>
            <a:ext cx="2587264" cy="11487837"/>
          </a:xfrm>
          <a:custGeom>
            <a:avLst/>
            <a:gdLst>
              <a:gd name="connsiteX0" fmla="*/ 0 w 2587264"/>
              <a:gd name="connsiteY0" fmla="*/ 11487837 h 11487837"/>
              <a:gd name="connsiteX1" fmla="*/ 0 w 2587264"/>
              <a:gd name="connsiteY1" fmla="*/ 0 h 11487837"/>
              <a:gd name="connsiteX2" fmla="*/ 2587264 w 2587264"/>
              <a:gd name="connsiteY2" fmla="*/ 0 h 11487837"/>
              <a:gd name="connsiteX3" fmla="*/ 2587264 w 2587264"/>
              <a:gd name="connsiteY3" fmla="*/ 11487837 h 11487837"/>
            </a:gdLst>
            <a:ahLst/>
            <a:cxnLst>
              <a:cxn ang="0">
                <a:pos x="connsiteX0" y="connsiteY0"/>
              </a:cxn>
              <a:cxn ang="0">
                <a:pos x="connsiteX1" y="connsiteY1"/>
              </a:cxn>
              <a:cxn ang="0">
                <a:pos x="connsiteX2" y="connsiteY2"/>
              </a:cxn>
              <a:cxn ang="0">
                <a:pos x="connsiteX3" y="connsiteY3"/>
              </a:cxn>
            </a:cxnLst>
            <a:rect l="l" t="t" r="r" b="b"/>
            <a:pathLst>
              <a:path w="2587264" h="11487837">
                <a:moveTo>
                  <a:pt x="0" y="11487837"/>
                </a:moveTo>
                <a:lnTo>
                  <a:pt x="0" y="0"/>
                </a:lnTo>
                <a:lnTo>
                  <a:pt x="2587264" y="0"/>
                </a:lnTo>
                <a:lnTo>
                  <a:pt x="2587264" y="11487837"/>
                </a:lnTo>
                <a:close/>
              </a:path>
            </a:pathLst>
          </a:custGeom>
          <a:effectLst>
            <a:outerShdw blurRad="139700" sx="102000" sy="102000" algn="ctr" rotWithShape="0">
              <a:srgbClr val="C80000">
                <a:alpha val="26000"/>
              </a:srgbClr>
            </a:outerShdw>
          </a:effectLst>
        </p:spPr>
      </p:pic>
      <p:grpSp>
        <p:nvGrpSpPr>
          <p:cNvPr id="89" name="组合 88">
            <a:extLst>
              <a:ext uri="{FF2B5EF4-FFF2-40B4-BE49-F238E27FC236}">
                <a16:creationId xmlns:a16="http://schemas.microsoft.com/office/drawing/2014/main" id="{31F436D2-354A-476A-A19A-81503B5446FF}"/>
              </a:ext>
            </a:extLst>
          </p:cNvPr>
          <p:cNvGrpSpPr/>
          <p:nvPr/>
        </p:nvGrpSpPr>
        <p:grpSpPr>
          <a:xfrm>
            <a:off x="1996003" y="1523062"/>
            <a:ext cx="8199995" cy="4119544"/>
            <a:chOff x="1959490" y="1523062"/>
            <a:chExt cx="8199995" cy="4119544"/>
          </a:xfrm>
        </p:grpSpPr>
        <p:grpSp>
          <p:nvGrpSpPr>
            <p:cNvPr id="60" name="组合 59">
              <a:extLst>
                <a:ext uri="{FF2B5EF4-FFF2-40B4-BE49-F238E27FC236}">
                  <a16:creationId xmlns:a16="http://schemas.microsoft.com/office/drawing/2014/main" id="{2FCDB68D-928C-4611-86CE-C291409E351D}"/>
                </a:ext>
              </a:extLst>
            </p:cNvPr>
            <p:cNvGrpSpPr/>
            <p:nvPr/>
          </p:nvGrpSpPr>
          <p:grpSpPr>
            <a:xfrm>
              <a:off x="1959490" y="1523062"/>
              <a:ext cx="2367521" cy="4119544"/>
              <a:chOff x="1959490" y="1523062"/>
              <a:chExt cx="2367521" cy="4119544"/>
            </a:xfrm>
          </p:grpSpPr>
          <p:grpSp>
            <p:nvGrpSpPr>
              <p:cNvPr id="13" name="组合 12">
                <a:extLst>
                  <a:ext uri="{FF2B5EF4-FFF2-40B4-BE49-F238E27FC236}">
                    <a16:creationId xmlns:a16="http://schemas.microsoft.com/office/drawing/2014/main" id="{27D071D0-E190-4CCA-A8B0-E99A2F60048A}"/>
                  </a:ext>
                </a:extLst>
              </p:cNvPr>
              <p:cNvGrpSpPr/>
              <p:nvPr/>
            </p:nvGrpSpPr>
            <p:grpSpPr>
              <a:xfrm>
                <a:off x="1959490" y="1523062"/>
                <a:ext cx="2367521" cy="4083026"/>
                <a:chOff x="1489644" y="1523062"/>
                <a:chExt cx="2367521" cy="4083026"/>
              </a:xfrm>
            </p:grpSpPr>
            <p:grpSp>
              <p:nvGrpSpPr>
                <p:cNvPr id="44" name="组合 43">
                  <a:extLst>
                    <a:ext uri="{FF2B5EF4-FFF2-40B4-BE49-F238E27FC236}">
                      <a16:creationId xmlns:a16="http://schemas.microsoft.com/office/drawing/2014/main" id="{B3731DBE-54E1-40B0-A2CD-84FF03A53474}"/>
                    </a:ext>
                  </a:extLst>
                </p:cNvPr>
                <p:cNvGrpSpPr/>
                <p:nvPr/>
              </p:nvGrpSpPr>
              <p:grpSpPr>
                <a:xfrm>
                  <a:off x="1489644" y="1523062"/>
                  <a:ext cx="608412" cy="4083026"/>
                  <a:chOff x="1489644" y="1523062"/>
                  <a:chExt cx="608412" cy="4083026"/>
                </a:xfrm>
              </p:grpSpPr>
              <p:grpSp>
                <p:nvGrpSpPr>
                  <p:cNvPr id="51" name="组合 50">
                    <a:extLst>
                      <a:ext uri="{FF2B5EF4-FFF2-40B4-BE49-F238E27FC236}">
                        <a16:creationId xmlns:a16="http://schemas.microsoft.com/office/drawing/2014/main" id="{A828477F-45F0-4F1C-8934-AFF6B40F867A}"/>
                      </a:ext>
                    </a:extLst>
                  </p:cNvPr>
                  <p:cNvGrpSpPr/>
                  <p:nvPr/>
                </p:nvGrpSpPr>
                <p:grpSpPr>
                  <a:xfrm rot="1255831">
                    <a:off x="1497262" y="1523062"/>
                    <a:ext cx="600794" cy="600795"/>
                    <a:chOff x="6177098" y="779918"/>
                    <a:chExt cx="4054652" cy="4054654"/>
                  </a:xfrm>
                </p:grpSpPr>
                <p:sp>
                  <p:nvSpPr>
                    <p:cNvPr id="56" name="椭圆 55">
                      <a:extLst>
                        <a:ext uri="{FF2B5EF4-FFF2-40B4-BE49-F238E27FC236}">
                          <a16:creationId xmlns:a16="http://schemas.microsoft.com/office/drawing/2014/main" id="{2ED76572-25B8-4B9F-857A-7D1EDFEB47FC}"/>
                        </a:ext>
                      </a:extLst>
                    </p:cNvPr>
                    <p:cNvSpPr/>
                    <p:nvPr/>
                  </p:nvSpPr>
                  <p:spPr>
                    <a:xfrm rot="17717475">
                      <a:off x="7186449" y="1816966"/>
                      <a:ext cx="2070287" cy="2070276"/>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7" name="圆: 空心 56">
                      <a:extLst>
                        <a:ext uri="{FF2B5EF4-FFF2-40B4-BE49-F238E27FC236}">
                          <a16:creationId xmlns:a16="http://schemas.microsoft.com/office/drawing/2014/main" id="{CAF5DC90-483A-4365-8C52-1F49F0ED22B5}"/>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grpSp>
                <p:nvGrpSpPr>
                  <p:cNvPr id="52" name="组合 51">
                    <a:extLst>
                      <a:ext uri="{FF2B5EF4-FFF2-40B4-BE49-F238E27FC236}">
                        <a16:creationId xmlns:a16="http://schemas.microsoft.com/office/drawing/2014/main" id="{3E1CF843-3BCC-402B-BB4D-E6F94F884EFB}"/>
                      </a:ext>
                    </a:extLst>
                  </p:cNvPr>
                  <p:cNvGrpSpPr/>
                  <p:nvPr/>
                </p:nvGrpSpPr>
                <p:grpSpPr>
                  <a:xfrm rot="1255831">
                    <a:off x="1489644" y="5005293"/>
                    <a:ext cx="600794" cy="600795"/>
                    <a:chOff x="6177098" y="779918"/>
                    <a:chExt cx="4054652" cy="4054654"/>
                  </a:xfrm>
                </p:grpSpPr>
                <p:sp>
                  <p:nvSpPr>
                    <p:cNvPr id="54" name="椭圆 53">
                      <a:extLst>
                        <a:ext uri="{FF2B5EF4-FFF2-40B4-BE49-F238E27FC236}">
                          <a16:creationId xmlns:a16="http://schemas.microsoft.com/office/drawing/2014/main" id="{55565138-C98A-4F5C-B8F6-568DC4561C3F}"/>
                        </a:ext>
                      </a:extLst>
                    </p:cNvPr>
                    <p:cNvSpPr/>
                    <p:nvPr/>
                  </p:nvSpPr>
                  <p:spPr>
                    <a:xfrm rot="17717475">
                      <a:off x="7186449" y="1816966"/>
                      <a:ext cx="2070287" cy="2070276"/>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5" name="圆: 空心 54">
                      <a:extLst>
                        <a:ext uri="{FF2B5EF4-FFF2-40B4-BE49-F238E27FC236}">
                          <a16:creationId xmlns:a16="http://schemas.microsoft.com/office/drawing/2014/main" id="{73BA8B9F-1991-46E0-BFEB-8AFCA01B3CCE}"/>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cxnSp>
                <p:nvCxnSpPr>
                  <p:cNvPr id="53" name="直接连接符 52">
                    <a:extLst>
                      <a:ext uri="{FF2B5EF4-FFF2-40B4-BE49-F238E27FC236}">
                        <a16:creationId xmlns:a16="http://schemas.microsoft.com/office/drawing/2014/main" id="{FF503A60-BC64-4626-BC1C-AC10E665D411}"/>
                      </a:ext>
                    </a:extLst>
                  </p:cNvPr>
                  <p:cNvCxnSpPr>
                    <a:cxnSpLocks/>
                  </p:cNvCxnSpPr>
                  <p:nvPr/>
                </p:nvCxnSpPr>
                <p:spPr>
                  <a:xfrm>
                    <a:off x="1782032" y="2140744"/>
                    <a:ext cx="0" cy="2842291"/>
                  </a:xfrm>
                  <a:prstGeom prst="line">
                    <a:avLst/>
                  </a:prstGeom>
                  <a:ln w="15875">
                    <a:gradFill>
                      <a:gsLst>
                        <a:gs pos="0">
                          <a:schemeClr val="accent1"/>
                        </a:gs>
                        <a:gs pos="42000">
                          <a:schemeClr val="accent2">
                            <a:lumMod val="20000"/>
                            <a:lumOff val="80000"/>
                            <a:alpha val="0"/>
                          </a:schemeClr>
                        </a:gs>
                        <a:gs pos="57000">
                          <a:schemeClr val="accent2">
                            <a:lumMod val="20000"/>
                            <a:lumOff val="80000"/>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FC0D9A7C-C744-40D4-9B39-FB908578F4DA}"/>
                    </a:ext>
                  </a:extLst>
                </p:cNvPr>
                <p:cNvSpPr txBox="1"/>
                <p:nvPr>
                  <p:custDataLst>
                    <p:tags r:id="rId5"/>
                  </p:custDataLst>
                </p:nvPr>
              </p:nvSpPr>
              <p:spPr>
                <a:xfrm>
                  <a:off x="2007236" y="1848625"/>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sp>
              <p:nvSpPr>
                <p:cNvPr id="47" name="文本框 46">
                  <a:extLst>
                    <a:ext uri="{FF2B5EF4-FFF2-40B4-BE49-F238E27FC236}">
                      <a16:creationId xmlns:a16="http://schemas.microsoft.com/office/drawing/2014/main" id="{DDF83C18-80F5-4927-9C26-C5681332A869}"/>
                    </a:ext>
                  </a:extLst>
                </p:cNvPr>
                <p:cNvSpPr txBox="1"/>
                <p:nvPr>
                  <p:custDataLst>
                    <p:tags r:id="rId6"/>
                  </p:custDataLst>
                </p:nvPr>
              </p:nvSpPr>
              <p:spPr>
                <a:xfrm>
                  <a:off x="2021877" y="4653596"/>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grpSp>
          <p:sp>
            <p:nvSpPr>
              <p:cNvPr id="58" name="文本框 57">
                <a:extLst>
                  <a:ext uri="{FF2B5EF4-FFF2-40B4-BE49-F238E27FC236}">
                    <a16:creationId xmlns:a16="http://schemas.microsoft.com/office/drawing/2014/main" id="{E53BFCBF-0F80-411B-BF8F-1E8A3258857C}"/>
                  </a:ext>
                </a:extLst>
              </p:cNvPr>
              <p:cNvSpPr txBox="1"/>
              <p:nvPr/>
            </p:nvSpPr>
            <p:spPr>
              <a:xfrm>
                <a:off x="2578793" y="226051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
            <p:nvSpPr>
              <p:cNvPr id="59" name="文本框 58">
                <a:extLst>
                  <a:ext uri="{FF2B5EF4-FFF2-40B4-BE49-F238E27FC236}">
                    <a16:creationId xmlns:a16="http://schemas.microsoft.com/office/drawing/2014/main" id="{C3CFAAA3-D64A-4C09-A848-D1B19FCBA571}"/>
                  </a:ext>
                </a:extLst>
              </p:cNvPr>
              <p:cNvSpPr txBox="1"/>
              <p:nvPr/>
            </p:nvSpPr>
            <p:spPr>
              <a:xfrm>
                <a:off x="2578793" y="507384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grpSp>
        <p:grpSp>
          <p:nvGrpSpPr>
            <p:cNvPr id="61" name="组合 60">
              <a:extLst>
                <a:ext uri="{FF2B5EF4-FFF2-40B4-BE49-F238E27FC236}">
                  <a16:creationId xmlns:a16="http://schemas.microsoft.com/office/drawing/2014/main" id="{BE1EF798-EAE3-4113-A8CB-728458027A61}"/>
                </a:ext>
              </a:extLst>
            </p:cNvPr>
            <p:cNvGrpSpPr/>
            <p:nvPr/>
          </p:nvGrpSpPr>
          <p:grpSpPr>
            <a:xfrm>
              <a:off x="4875727" y="1523062"/>
              <a:ext cx="2367521" cy="4119544"/>
              <a:chOff x="1959490" y="1523062"/>
              <a:chExt cx="2367521" cy="4119544"/>
            </a:xfrm>
          </p:grpSpPr>
          <p:grpSp>
            <p:nvGrpSpPr>
              <p:cNvPr id="62" name="组合 61">
                <a:extLst>
                  <a:ext uri="{FF2B5EF4-FFF2-40B4-BE49-F238E27FC236}">
                    <a16:creationId xmlns:a16="http://schemas.microsoft.com/office/drawing/2014/main" id="{D3535B37-111D-4F74-AE1D-ADDF621F503A}"/>
                  </a:ext>
                </a:extLst>
              </p:cNvPr>
              <p:cNvGrpSpPr/>
              <p:nvPr/>
            </p:nvGrpSpPr>
            <p:grpSpPr>
              <a:xfrm>
                <a:off x="1959490" y="1523062"/>
                <a:ext cx="2367521" cy="4083026"/>
                <a:chOff x="1489644" y="1523062"/>
                <a:chExt cx="2367521" cy="4083026"/>
              </a:xfrm>
            </p:grpSpPr>
            <p:grpSp>
              <p:nvGrpSpPr>
                <p:cNvPr id="65" name="组合 64">
                  <a:extLst>
                    <a:ext uri="{FF2B5EF4-FFF2-40B4-BE49-F238E27FC236}">
                      <a16:creationId xmlns:a16="http://schemas.microsoft.com/office/drawing/2014/main" id="{0BFA9006-75C4-43B0-B42D-1707ED9C1AB8}"/>
                    </a:ext>
                  </a:extLst>
                </p:cNvPr>
                <p:cNvGrpSpPr/>
                <p:nvPr/>
              </p:nvGrpSpPr>
              <p:grpSpPr>
                <a:xfrm>
                  <a:off x="1489644" y="1523062"/>
                  <a:ext cx="608412" cy="4083026"/>
                  <a:chOff x="1489644" y="1523062"/>
                  <a:chExt cx="608412" cy="4083026"/>
                </a:xfrm>
              </p:grpSpPr>
              <p:grpSp>
                <p:nvGrpSpPr>
                  <p:cNvPr id="68" name="组合 67">
                    <a:extLst>
                      <a:ext uri="{FF2B5EF4-FFF2-40B4-BE49-F238E27FC236}">
                        <a16:creationId xmlns:a16="http://schemas.microsoft.com/office/drawing/2014/main" id="{93668957-B769-402A-B17E-C8ED3B04BD46}"/>
                      </a:ext>
                    </a:extLst>
                  </p:cNvPr>
                  <p:cNvGrpSpPr/>
                  <p:nvPr/>
                </p:nvGrpSpPr>
                <p:grpSpPr>
                  <a:xfrm rot="1255831">
                    <a:off x="1497262" y="1523062"/>
                    <a:ext cx="600794" cy="600795"/>
                    <a:chOff x="6177098" y="779918"/>
                    <a:chExt cx="4054652" cy="4054654"/>
                  </a:xfrm>
                </p:grpSpPr>
                <p:sp>
                  <p:nvSpPr>
                    <p:cNvPr id="73" name="椭圆 72">
                      <a:extLst>
                        <a:ext uri="{FF2B5EF4-FFF2-40B4-BE49-F238E27FC236}">
                          <a16:creationId xmlns:a16="http://schemas.microsoft.com/office/drawing/2014/main" id="{BAA3682A-7FF3-42FD-B011-37E5DA8624E3}"/>
                        </a:ext>
                      </a:extLst>
                    </p:cNvPr>
                    <p:cNvSpPr/>
                    <p:nvPr/>
                  </p:nvSpPr>
                  <p:spPr>
                    <a:xfrm rot="17717475">
                      <a:off x="7186449" y="1816966"/>
                      <a:ext cx="2070287" cy="2070276"/>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4" name="圆: 空心 73">
                      <a:extLst>
                        <a:ext uri="{FF2B5EF4-FFF2-40B4-BE49-F238E27FC236}">
                          <a16:creationId xmlns:a16="http://schemas.microsoft.com/office/drawing/2014/main" id="{BBC66BBB-EE8C-43C6-B926-1F3DE04D38D4}"/>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grpSp>
                <p:nvGrpSpPr>
                  <p:cNvPr id="69" name="组合 68">
                    <a:extLst>
                      <a:ext uri="{FF2B5EF4-FFF2-40B4-BE49-F238E27FC236}">
                        <a16:creationId xmlns:a16="http://schemas.microsoft.com/office/drawing/2014/main" id="{3D9444B4-4801-4912-AE0C-88C13770680E}"/>
                      </a:ext>
                    </a:extLst>
                  </p:cNvPr>
                  <p:cNvGrpSpPr/>
                  <p:nvPr/>
                </p:nvGrpSpPr>
                <p:grpSpPr>
                  <a:xfrm rot="1255831">
                    <a:off x="1489644" y="5005293"/>
                    <a:ext cx="600794" cy="600795"/>
                    <a:chOff x="6177098" y="779918"/>
                    <a:chExt cx="4054652" cy="4054654"/>
                  </a:xfrm>
                </p:grpSpPr>
                <p:sp>
                  <p:nvSpPr>
                    <p:cNvPr id="71" name="椭圆 70">
                      <a:extLst>
                        <a:ext uri="{FF2B5EF4-FFF2-40B4-BE49-F238E27FC236}">
                          <a16:creationId xmlns:a16="http://schemas.microsoft.com/office/drawing/2014/main" id="{A9F13EE2-3BCF-4924-B042-282E0966CA9E}"/>
                        </a:ext>
                      </a:extLst>
                    </p:cNvPr>
                    <p:cNvSpPr/>
                    <p:nvPr/>
                  </p:nvSpPr>
                  <p:spPr>
                    <a:xfrm rot="17717475">
                      <a:off x="7186449" y="1816966"/>
                      <a:ext cx="2070287" cy="2070276"/>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2" name="圆: 空心 71">
                      <a:extLst>
                        <a:ext uri="{FF2B5EF4-FFF2-40B4-BE49-F238E27FC236}">
                          <a16:creationId xmlns:a16="http://schemas.microsoft.com/office/drawing/2014/main" id="{A43901E5-1C06-4498-83FD-06BC72DD3666}"/>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cxnSp>
                <p:nvCxnSpPr>
                  <p:cNvPr id="70" name="直接连接符 69">
                    <a:extLst>
                      <a:ext uri="{FF2B5EF4-FFF2-40B4-BE49-F238E27FC236}">
                        <a16:creationId xmlns:a16="http://schemas.microsoft.com/office/drawing/2014/main" id="{FB284184-29EB-4A72-8AB7-2335FE2259B5}"/>
                      </a:ext>
                    </a:extLst>
                  </p:cNvPr>
                  <p:cNvCxnSpPr>
                    <a:cxnSpLocks/>
                  </p:cNvCxnSpPr>
                  <p:nvPr/>
                </p:nvCxnSpPr>
                <p:spPr>
                  <a:xfrm>
                    <a:off x="1782032" y="2140744"/>
                    <a:ext cx="0" cy="2842291"/>
                  </a:xfrm>
                  <a:prstGeom prst="line">
                    <a:avLst/>
                  </a:prstGeom>
                  <a:ln w="15875">
                    <a:gradFill>
                      <a:gsLst>
                        <a:gs pos="0">
                          <a:schemeClr val="accent1"/>
                        </a:gs>
                        <a:gs pos="42000">
                          <a:schemeClr val="accent2">
                            <a:lumMod val="20000"/>
                            <a:lumOff val="80000"/>
                            <a:alpha val="0"/>
                          </a:schemeClr>
                        </a:gs>
                        <a:gs pos="57000">
                          <a:schemeClr val="accent2">
                            <a:lumMod val="20000"/>
                            <a:lumOff val="80000"/>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66" name="文本框 65">
                  <a:extLst>
                    <a:ext uri="{FF2B5EF4-FFF2-40B4-BE49-F238E27FC236}">
                      <a16:creationId xmlns:a16="http://schemas.microsoft.com/office/drawing/2014/main" id="{12CD8187-6B78-466D-B23E-96D39A74404E}"/>
                    </a:ext>
                  </a:extLst>
                </p:cNvPr>
                <p:cNvSpPr txBox="1"/>
                <p:nvPr>
                  <p:custDataLst>
                    <p:tags r:id="rId3"/>
                  </p:custDataLst>
                </p:nvPr>
              </p:nvSpPr>
              <p:spPr>
                <a:xfrm>
                  <a:off x="2007236" y="1848625"/>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sp>
              <p:nvSpPr>
                <p:cNvPr id="67" name="文本框 66">
                  <a:extLst>
                    <a:ext uri="{FF2B5EF4-FFF2-40B4-BE49-F238E27FC236}">
                      <a16:creationId xmlns:a16="http://schemas.microsoft.com/office/drawing/2014/main" id="{DEBB253F-879F-4AFA-99AA-C18800161E95}"/>
                    </a:ext>
                  </a:extLst>
                </p:cNvPr>
                <p:cNvSpPr txBox="1"/>
                <p:nvPr>
                  <p:custDataLst>
                    <p:tags r:id="rId4"/>
                  </p:custDataLst>
                </p:nvPr>
              </p:nvSpPr>
              <p:spPr>
                <a:xfrm>
                  <a:off x="2021877" y="4653596"/>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grpSp>
          <p:sp>
            <p:nvSpPr>
              <p:cNvPr id="63" name="文本框 62">
                <a:extLst>
                  <a:ext uri="{FF2B5EF4-FFF2-40B4-BE49-F238E27FC236}">
                    <a16:creationId xmlns:a16="http://schemas.microsoft.com/office/drawing/2014/main" id="{D6E2728C-A5DF-4276-A1DD-6D5A08A69C2A}"/>
                  </a:ext>
                </a:extLst>
              </p:cNvPr>
              <p:cNvSpPr txBox="1"/>
              <p:nvPr/>
            </p:nvSpPr>
            <p:spPr>
              <a:xfrm>
                <a:off x="2578793" y="226051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
            <p:nvSpPr>
              <p:cNvPr id="64" name="文本框 63">
                <a:extLst>
                  <a:ext uri="{FF2B5EF4-FFF2-40B4-BE49-F238E27FC236}">
                    <a16:creationId xmlns:a16="http://schemas.microsoft.com/office/drawing/2014/main" id="{6333EC62-8A8E-40DF-948D-CBF651DE2C67}"/>
                  </a:ext>
                </a:extLst>
              </p:cNvPr>
              <p:cNvSpPr txBox="1"/>
              <p:nvPr/>
            </p:nvSpPr>
            <p:spPr>
              <a:xfrm>
                <a:off x="2578793" y="507384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grpSp>
        <p:grpSp>
          <p:nvGrpSpPr>
            <p:cNvPr id="75" name="组合 74">
              <a:extLst>
                <a:ext uri="{FF2B5EF4-FFF2-40B4-BE49-F238E27FC236}">
                  <a16:creationId xmlns:a16="http://schemas.microsoft.com/office/drawing/2014/main" id="{0B2B7D3F-FBD7-49AA-97A3-CF99339249A5}"/>
                </a:ext>
              </a:extLst>
            </p:cNvPr>
            <p:cNvGrpSpPr/>
            <p:nvPr/>
          </p:nvGrpSpPr>
          <p:grpSpPr>
            <a:xfrm>
              <a:off x="7791964" y="1523062"/>
              <a:ext cx="2367521" cy="4119544"/>
              <a:chOff x="1959490" y="1523062"/>
              <a:chExt cx="2367521" cy="4119544"/>
            </a:xfrm>
          </p:grpSpPr>
          <p:grpSp>
            <p:nvGrpSpPr>
              <p:cNvPr id="76" name="组合 75">
                <a:extLst>
                  <a:ext uri="{FF2B5EF4-FFF2-40B4-BE49-F238E27FC236}">
                    <a16:creationId xmlns:a16="http://schemas.microsoft.com/office/drawing/2014/main" id="{D2BF501E-F074-4D94-B520-B09E0C686447}"/>
                  </a:ext>
                </a:extLst>
              </p:cNvPr>
              <p:cNvGrpSpPr/>
              <p:nvPr/>
            </p:nvGrpSpPr>
            <p:grpSpPr>
              <a:xfrm>
                <a:off x="1959490" y="1523062"/>
                <a:ext cx="2367521" cy="4083026"/>
                <a:chOff x="1489644" y="1523062"/>
                <a:chExt cx="2367521" cy="4083026"/>
              </a:xfrm>
            </p:grpSpPr>
            <p:grpSp>
              <p:nvGrpSpPr>
                <p:cNvPr id="79" name="组合 78">
                  <a:extLst>
                    <a:ext uri="{FF2B5EF4-FFF2-40B4-BE49-F238E27FC236}">
                      <a16:creationId xmlns:a16="http://schemas.microsoft.com/office/drawing/2014/main" id="{646AE057-6DBF-4874-A83A-227FBD661A98}"/>
                    </a:ext>
                  </a:extLst>
                </p:cNvPr>
                <p:cNvGrpSpPr/>
                <p:nvPr/>
              </p:nvGrpSpPr>
              <p:grpSpPr>
                <a:xfrm>
                  <a:off x="1489644" y="1523062"/>
                  <a:ext cx="608412" cy="4083026"/>
                  <a:chOff x="1489644" y="1523062"/>
                  <a:chExt cx="608412" cy="4083026"/>
                </a:xfrm>
              </p:grpSpPr>
              <p:grpSp>
                <p:nvGrpSpPr>
                  <p:cNvPr id="82" name="组合 81">
                    <a:extLst>
                      <a:ext uri="{FF2B5EF4-FFF2-40B4-BE49-F238E27FC236}">
                        <a16:creationId xmlns:a16="http://schemas.microsoft.com/office/drawing/2014/main" id="{7EF6DF5A-F07D-4016-BD26-56FF2AB7FAFE}"/>
                      </a:ext>
                    </a:extLst>
                  </p:cNvPr>
                  <p:cNvGrpSpPr/>
                  <p:nvPr/>
                </p:nvGrpSpPr>
                <p:grpSpPr>
                  <a:xfrm rot="1255831">
                    <a:off x="1497262" y="1523062"/>
                    <a:ext cx="600794" cy="600795"/>
                    <a:chOff x="6177098" y="779918"/>
                    <a:chExt cx="4054652" cy="4054654"/>
                  </a:xfrm>
                </p:grpSpPr>
                <p:sp>
                  <p:nvSpPr>
                    <p:cNvPr id="87" name="椭圆 86">
                      <a:extLst>
                        <a:ext uri="{FF2B5EF4-FFF2-40B4-BE49-F238E27FC236}">
                          <a16:creationId xmlns:a16="http://schemas.microsoft.com/office/drawing/2014/main" id="{CF44014D-1385-4D67-8E93-1EC7173572FB}"/>
                        </a:ext>
                      </a:extLst>
                    </p:cNvPr>
                    <p:cNvSpPr/>
                    <p:nvPr/>
                  </p:nvSpPr>
                  <p:spPr>
                    <a:xfrm rot="17717475">
                      <a:off x="7186449" y="1816966"/>
                      <a:ext cx="2070287" cy="2070276"/>
                    </a:xfrm>
                    <a:prstGeom prst="ellipse">
                      <a:avLst/>
                    </a:prstGeom>
                    <a:gradFill flip="none" rotWithShape="1">
                      <a:gsLst>
                        <a:gs pos="0">
                          <a:schemeClr val="accent3">
                            <a:lumMod val="9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8" name="圆: 空心 87">
                      <a:extLst>
                        <a:ext uri="{FF2B5EF4-FFF2-40B4-BE49-F238E27FC236}">
                          <a16:creationId xmlns:a16="http://schemas.microsoft.com/office/drawing/2014/main" id="{D917A73F-D831-403F-B3ED-1E808AA4EEFB}"/>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grpSp>
                <p:nvGrpSpPr>
                  <p:cNvPr id="83" name="组合 82">
                    <a:extLst>
                      <a:ext uri="{FF2B5EF4-FFF2-40B4-BE49-F238E27FC236}">
                        <a16:creationId xmlns:a16="http://schemas.microsoft.com/office/drawing/2014/main" id="{7CD7C63C-26E7-444C-A0BC-18DFD53839A6}"/>
                      </a:ext>
                    </a:extLst>
                  </p:cNvPr>
                  <p:cNvGrpSpPr/>
                  <p:nvPr/>
                </p:nvGrpSpPr>
                <p:grpSpPr>
                  <a:xfrm rot="1255831">
                    <a:off x="1489644" y="5005293"/>
                    <a:ext cx="600794" cy="600795"/>
                    <a:chOff x="6177098" y="779918"/>
                    <a:chExt cx="4054652" cy="4054654"/>
                  </a:xfrm>
                </p:grpSpPr>
                <p:sp>
                  <p:nvSpPr>
                    <p:cNvPr id="85" name="椭圆 84">
                      <a:extLst>
                        <a:ext uri="{FF2B5EF4-FFF2-40B4-BE49-F238E27FC236}">
                          <a16:creationId xmlns:a16="http://schemas.microsoft.com/office/drawing/2014/main" id="{00B0405B-26F6-4F82-91C5-8A8AF70828A2}"/>
                        </a:ext>
                      </a:extLst>
                    </p:cNvPr>
                    <p:cNvSpPr/>
                    <p:nvPr/>
                  </p:nvSpPr>
                  <p:spPr>
                    <a:xfrm rot="17717475">
                      <a:off x="7186449" y="1816966"/>
                      <a:ext cx="2070287" cy="2070276"/>
                    </a:xfrm>
                    <a:prstGeom prst="ellipse">
                      <a:avLst/>
                    </a:prstGeom>
                    <a:gradFill flip="none" rotWithShape="1">
                      <a:gsLst>
                        <a:gs pos="0">
                          <a:schemeClr val="accent1">
                            <a:lumMod val="60000"/>
                            <a:lumOff val="4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86" name="圆: 空心 85">
                      <a:extLst>
                        <a:ext uri="{FF2B5EF4-FFF2-40B4-BE49-F238E27FC236}">
                          <a16:creationId xmlns:a16="http://schemas.microsoft.com/office/drawing/2014/main" id="{56B9684F-E7AC-4D0B-949D-2D2C6076B260}"/>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6350">
                      <a:gradFill>
                        <a:gsLst>
                          <a:gs pos="0">
                            <a:schemeClr val="accent1">
                              <a:alpha val="18000"/>
                            </a:schemeClr>
                          </a:gs>
                          <a:gs pos="100000">
                            <a:schemeClr val="accent1"/>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cxnSp>
                <p:nvCxnSpPr>
                  <p:cNvPr id="84" name="直接连接符 83">
                    <a:extLst>
                      <a:ext uri="{FF2B5EF4-FFF2-40B4-BE49-F238E27FC236}">
                        <a16:creationId xmlns:a16="http://schemas.microsoft.com/office/drawing/2014/main" id="{4229E5A2-F20E-441C-8961-48F689F52F3B}"/>
                      </a:ext>
                    </a:extLst>
                  </p:cNvPr>
                  <p:cNvCxnSpPr>
                    <a:cxnSpLocks/>
                  </p:cNvCxnSpPr>
                  <p:nvPr/>
                </p:nvCxnSpPr>
                <p:spPr>
                  <a:xfrm>
                    <a:off x="1782032" y="2140744"/>
                    <a:ext cx="0" cy="2842291"/>
                  </a:xfrm>
                  <a:prstGeom prst="line">
                    <a:avLst/>
                  </a:prstGeom>
                  <a:ln w="15875">
                    <a:gradFill>
                      <a:gsLst>
                        <a:gs pos="0">
                          <a:schemeClr val="accent1"/>
                        </a:gs>
                        <a:gs pos="42000">
                          <a:schemeClr val="accent2">
                            <a:lumMod val="20000"/>
                            <a:lumOff val="80000"/>
                            <a:alpha val="0"/>
                          </a:schemeClr>
                        </a:gs>
                        <a:gs pos="57000">
                          <a:schemeClr val="accent2">
                            <a:lumMod val="20000"/>
                            <a:lumOff val="80000"/>
                            <a:alpha val="0"/>
                          </a:schemeClr>
                        </a:gs>
                        <a:gs pos="100000">
                          <a:schemeClr val="accent1"/>
                        </a:gs>
                      </a:gsLst>
                      <a:lin ang="5400000" scaled="1"/>
                    </a:gradFill>
                  </a:ln>
                </p:spPr>
                <p:style>
                  <a:lnRef idx="1">
                    <a:schemeClr val="accent1"/>
                  </a:lnRef>
                  <a:fillRef idx="0">
                    <a:schemeClr val="accent1"/>
                  </a:fillRef>
                  <a:effectRef idx="0">
                    <a:schemeClr val="accent1"/>
                  </a:effectRef>
                  <a:fontRef idx="minor">
                    <a:schemeClr val="tx1"/>
                  </a:fontRef>
                </p:style>
              </p:cxnSp>
            </p:grpSp>
            <p:sp>
              <p:nvSpPr>
                <p:cNvPr id="80" name="文本框 79">
                  <a:extLst>
                    <a:ext uri="{FF2B5EF4-FFF2-40B4-BE49-F238E27FC236}">
                      <a16:creationId xmlns:a16="http://schemas.microsoft.com/office/drawing/2014/main" id="{9B3824BC-7717-4D91-B3AB-105BEB17BE64}"/>
                    </a:ext>
                  </a:extLst>
                </p:cNvPr>
                <p:cNvSpPr txBox="1"/>
                <p:nvPr>
                  <p:custDataLst>
                    <p:tags r:id="rId1"/>
                  </p:custDataLst>
                </p:nvPr>
              </p:nvSpPr>
              <p:spPr>
                <a:xfrm>
                  <a:off x="2007236" y="1848625"/>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sp>
              <p:nvSpPr>
                <p:cNvPr id="81" name="文本框 80">
                  <a:extLst>
                    <a:ext uri="{FF2B5EF4-FFF2-40B4-BE49-F238E27FC236}">
                      <a16:creationId xmlns:a16="http://schemas.microsoft.com/office/drawing/2014/main" id="{75FB6C49-5207-4E4E-8EBD-2999F93E50E9}"/>
                    </a:ext>
                  </a:extLst>
                </p:cNvPr>
                <p:cNvSpPr txBox="1"/>
                <p:nvPr>
                  <p:custDataLst>
                    <p:tags r:id="rId2"/>
                  </p:custDataLst>
                </p:nvPr>
              </p:nvSpPr>
              <p:spPr>
                <a:xfrm>
                  <a:off x="2021877" y="4653596"/>
                  <a:ext cx="1835288"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grpSp>
          <p:sp>
            <p:nvSpPr>
              <p:cNvPr id="77" name="文本框 76">
                <a:extLst>
                  <a:ext uri="{FF2B5EF4-FFF2-40B4-BE49-F238E27FC236}">
                    <a16:creationId xmlns:a16="http://schemas.microsoft.com/office/drawing/2014/main" id="{ABD094CC-0431-4840-A049-C404660EDCA1}"/>
                  </a:ext>
                </a:extLst>
              </p:cNvPr>
              <p:cNvSpPr txBox="1"/>
              <p:nvPr/>
            </p:nvSpPr>
            <p:spPr>
              <a:xfrm>
                <a:off x="2578793" y="226051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
            <p:nvSpPr>
              <p:cNvPr id="78" name="文本框 77">
                <a:extLst>
                  <a:ext uri="{FF2B5EF4-FFF2-40B4-BE49-F238E27FC236}">
                    <a16:creationId xmlns:a16="http://schemas.microsoft.com/office/drawing/2014/main" id="{744D222D-C18F-4A12-8DE6-D8161384BDF6}"/>
                  </a:ext>
                </a:extLst>
              </p:cNvPr>
              <p:cNvSpPr txBox="1"/>
              <p:nvPr/>
            </p:nvSpPr>
            <p:spPr>
              <a:xfrm>
                <a:off x="2578793" y="5073849"/>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grpSp>
      </p:grpSp>
    </p:spTree>
    <p:extLst>
      <p:ext uri="{BB962C8B-B14F-4D97-AF65-F5344CB8AC3E}">
        <p14:creationId xmlns:p14="http://schemas.microsoft.com/office/powerpoint/2010/main" val="990165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4AF7309-5833-4472-A4AE-49F6F388AB98}"/>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23A91444-47FF-427B-8A50-5E71888139CD}"/>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7618BD8E-A207-4BAB-908A-307AA5EC1BA3}"/>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BAC7D028-4CEB-4091-A8D1-497FE2997367}"/>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DC4C544D-8F33-4A18-AC7A-F80026E1D922}"/>
                  </a:ext>
                </a:extLst>
              </p:cNvPr>
              <p:cNvSpPr/>
              <p:nvPr>
                <p:custDataLst>
                  <p:tags r:id="rId12"/>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D88EDDE9-3FA8-46C5-86A2-A19CBED20589}"/>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7229A9B5-F113-4534-BAFB-45D48A5777D8}"/>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59EB3269-4ACD-4828-9A84-1506F896FCA2}"/>
                  </a:ext>
                </a:extLst>
              </p:cNvPr>
              <p:cNvSpPr/>
              <p:nvPr>
                <p:custDataLst>
                  <p:tags r:id="rId10"/>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D1A5B7E4-3D2A-48E0-BEBD-C2A8FF29AD5A}"/>
                  </a:ext>
                </a:extLst>
              </p:cNvPr>
              <p:cNvSpPr txBox="1"/>
              <p:nvPr>
                <p:custDataLst>
                  <p:tags r:id="rId11"/>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1" name="圆: 空心 10">
            <a:extLst>
              <a:ext uri="{FF2B5EF4-FFF2-40B4-BE49-F238E27FC236}">
                <a16:creationId xmlns:a16="http://schemas.microsoft.com/office/drawing/2014/main" id="{95396822-1CC9-42CD-B3D8-D6B385AE38B9}"/>
              </a:ext>
            </a:extLst>
          </p:cNvPr>
          <p:cNvSpPr/>
          <p:nvPr/>
        </p:nvSpPr>
        <p:spPr>
          <a:xfrm rot="15747284">
            <a:off x="559284" y="1544470"/>
            <a:ext cx="4403174" cy="4403177"/>
          </a:xfrm>
          <a:prstGeom prst="donut">
            <a:avLst>
              <a:gd name="adj" fmla="val 17121"/>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pic>
        <p:nvPicPr>
          <p:cNvPr id="30" name="图片 29" descr="图片包含 物体, 桌子, 盒子, 男人&#10;&#10;描述已自动生成">
            <a:extLst>
              <a:ext uri="{FF2B5EF4-FFF2-40B4-BE49-F238E27FC236}">
                <a16:creationId xmlns:a16="http://schemas.microsoft.com/office/drawing/2014/main" id="{D1F0F70A-8090-42A6-91E4-42142EE77DE4}"/>
              </a:ext>
            </a:extLst>
          </p:cNvPr>
          <p:cNvPicPr>
            <a:picLocks noChangeAspect="1"/>
          </p:cNvPicPr>
          <p:nvPr/>
        </p:nvPicPr>
        <p:blipFill rotWithShape="1">
          <a:blip r:embed="rId14">
            <a:extLst>
              <a:ext uri="{28A0092B-C50C-407E-A947-70E740481C1C}">
                <a14:useLocalDpi xmlns:a14="http://schemas.microsoft.com/office/drawing/2010/main" val="0"/>
              </a:ext>
            </a:extLst>
          </a:blip>
          <a:srcRect b="5053"/>
          <a:stretch/>
        </p:blipFill>
        <p:spPr>
          <a:xfrm>
            <a:off x="505098" y="1130300"/>
            <a:ext cx="2992512" cy="5434534"/>
          </a:xfrm>
          <a:prstGeom prst="rect">
            <a:avLst/>
          </a:prstGeom>
        </p:spPr>
      </p:pic>
      <p:grpSp>
        <p:nvGrpSpPr>
          <p:cNvPr id="34" name="组合 33">
            <a:extLst>
              <a:ext uri="{FF2B5EF4-FFF2-40B4-BE49-F238E27FC236}">
                <a16:creationId xmlns:a16="http://schemas.microsoft.com/office/drawing/2014/main" id="{649748D7-CA40-4D7A-908C-12A4E0B42A53}"/>
              </a:ext>
            </a:extLst>
          </p:cNvPr>
          <p:cNvGrpSpPr/>
          <p:nvPr/>
        </p:nvGrpSpPr>
        <p:grpSpPr>
          <a:xfrm>
            <a:off x="2933499" y="1625189"/>
            <a:ext cx="8607203" cy="1424005"/>
            <a:chOff x="2933499" y="1625189"/>
            <a:chExt cx="8607203" cy="1424005"/>
          </a:xfrm>
        </p:grpSpPr>
        <p:sp>
          <p:nvSpPr>
            <p:cNvPr id="27" name="矩形: 圆角 26">
              <a:extLst>
                <a:ext uri="{FF2B5EF4-FFF2-40B4-BE49-F238E27FC236}">
                  <a16:creationId xmlns:a16="http://schemas.microsoft.com/office/drawing/2014/main" id="{4F71046F-6FC2-46E5-A469-E95BC7A78984}"/>
                </a:ext>
              </a:extLst>
            </p:cNvPr>
            <p:cNvSpPr/>
            <p:nvPr>
              <p:custDataLst>
                <p:tags r:id="rId7"/>
              </p:custDataLst>
            </p:nvPr>
          </p:nvSpPr>
          <p:spPr>
            <a:xfrm>
              <a:off x="3377604" y="1800168"/>
              <a:ext cx="8163098" cy="1064871"/>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32" name="组合 31">
              <a:extLst>
                <a:ext uri="{FF2B5EF4-FFF2-40B4-BE49-F238E27FC236}">
                  <a16:creationId xmlns:a16="http://schemas.microsoft.com/office/drawing/2014/main" id="{36CAB59F-A0F5-4207-97A7-F29D2DE31DF2}"/>
                </a:ext>
              </a:extLst>
            </p:cNvPr>
            <p:cNvGrpSpPr/>
            <p:nvPr/>
          </p:nvGrpSpPr>
          <p:grpSpPr>
            <a:xfrm>
              <a:off x="2933499" y="1625189"/>
              <a:ext cx="1424003" cy="1424005"/>
              <a:chOff x="2933499" y="1625189"/>
              <a:chExt cx="1424003" cy="1424005"/>
            </a:xfrm>
          </p:grpSpPr>
          <p:sp>
            <p:nvSpPr>
              <p:cNvPr id="21" name="椭圆 20">
                <a:extLst>
                  <a:ext uri="{FF2B5EF4-FFF2-40B4-BE49-F238E27FC236}">
                    <a16:creationId xmlns:a16="http://schemas.microsoft.com/office/drawing/2014/main" id="{E615B02A-E076-466E-BB03-7E60102D83D8}"/>
                  </a:ext>
                </a:extLst>
              </p:cNvPr>
              <p:cNvSpPr/>
              <p:nvPr>
                <p:custDataLst>
                  <p:tags r:id="rId8"/>
                </p:custDataLst>
              </p:nvPr>
            </p:nvSpPr>
            <p:spPr>
              <a:xfrm rot="10384704">
                <a:off x="2933499" y="1625189"/>
                <a:ext cx="1424003" cy="1424005"/>
              </a:xfrm>
              <a:prstGeom prst="ellipse">
                <a:avLst/>
              </a:prstGeom>
              <a:gradFill flip="none" rotWithShape="1">
                <a:gsLst>
                  <a:gs pos="0">
                    <a:schemeClr val="accent6">
                      <a:alpha val="0"/>
                    </a:schemeClr>
                  </a:gs>
                  <a:gs pos="83000">
                    <a:schemeClr val="accent1">
                      <a:alpha val="11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31" name="组合 30">
                <a:extLst>
                  <a:ext uri="{FF2B5EF4-FFF2-40B4-BE49-F238E27FC236}">
                    <a16:creationId xmlns:a16="http://schemas.microsoft.com/office/drawing/2014/main" id="{D3161F94-5C1A-4B88-8FAE-9445A13D7ADE}"/>
                  </a:ext>
                </a:extLst>
              </p:cNvPr>
              <p:cNvGrpSpPr/>
              <p:nvPr/>
            </p:nvGrpSpPr>
            <p:grpSpPr>
              <a:xfrm>
                <a:off x="3046414" y="1723994"/>
                <a:ext cx="1198172" cy="1198170"/>
                <a:chOff x="3055426" y="1723994"/>
                <a:chExt cx="1198172" cy="1198170"/>
              </a:xfrm>
            </p:grpSpPr>
            <p:sp>
              <p:nvSpPr>
                <p:cNvPr id="18" name="椭圆 17">
                  <a:extLst>
                    <a:ext uri="{FF2B5EF4-FFF2-40B4-BE49-F238E27FC236}">
                      <a16:creationId xmlns:a16="http://schemas.microsoft.com/office/drawing/2014/main" id="{88F3904F-20B8-4B48-8A69-F5752E276992}"/>
                    </a:ext>
                  </a:extLst>
                </p:cNvPr>
                <p:cNvSpPr/>
                <p:nvPr/>
              </p:nvSpPr>
              <p:spPr>
                <a:xfrm rot="18973306">
                  <a:off x="3055426" y="1723994"/>
                  <a:ext cx="1198172" cy="1198170"/>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4" name="文本框 23">
                  <a:extLst>
                    <a:ext uri="{FF2B5EF4-FFF2-40B4-BE49-F238E27FC236}">
                      <a16:creationId xmlns:a16="http://schemas.microsoft.com/office/drawing/2014/main" id="{4BDBED4B-3798-40FC-9185-1B06D3A86D61}"/>
                    </a:ext>
                  </a:extLst>
                </p:cNvPr>
                <p:cNvSpPr txBox="1"/>
                <p:nvPr>
                  <p:custDataLst>
                    <p:tags r:id="rId9"/>
                  </p:custDataLst>
                </p:nvPr>
              </p:nvSpPr>
              <p:spPr>
                <a:xfrm>
                  <a:off x="3174660" y="2086836"/>
                  <a:ext cx="886184" cy="363455"/>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dirty="0">
                      <a:gradFill>
                        <a:gsLst>
                          <a:gs pos="0">
                            <a:schemeClr val="bg1"/>
                          </a:gs>
                          <a:gs pos="100000">
                            <a:schemeClr val="accent3"/>
                          </a:gs>
                        </a:gsLst>
                        <a:lin ang="5400000" scaled="1"/>
                      </a:gradFill>
                      <a:effectLst>
                        <a:outerShdw blurRad="19910" dist="19909" dir="2700064" algn="tl">
                          <a:srgbClr val="000000">
                            <a:alpha val="43137"/>
                          </a:srgbClr>
                        </a:outerShdw>
                      </a:effectLst>
                    </a:rPr>
                    <a:t>小标题</a:t>
                  </a:r>
                </a:p>
              </p:txBody>
            </p:sp>
          </p:grpSp>
        </p:grpSp>
        <p:sp>
          <p:nvSpPr>
            <p:cNvPr id="33" name="文本框 32">
              <a:extLst>
                <a:ext uri="{FF2B5EF4-FFF2-40B4-BE49-F238E27FC236}">
                  <a16:creationId xmlns:a16="http://schemas.microsoft.com/office/drawing/2014/main" id="{F1B40372-45A7-4B55-8F4D-C01A6814B1F6}"/>
                </a:ext>
              </a:extLst>
            </p:cNvPr>
            <p:cNvSpPr txBox="1"/>
            <p:nvPr/>
          </p:nvSpPr>
          <p:spPr>
            <a:xfrm>
              <a:off x="4546969" y="2026071"/>
              <a:ext cx="5743931"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a:t>
              </a:r>
              <a:endParaRPr lang="en-US" altLang="zh-CN" dirty="0">
                <a:latin typeface="+mn-ea"/>
                <a:ea typeface="+mn-ea"/>
              </a:endParaRPr>
            </a:p>
            <a:p>
              <a:pPr algn="l"/>
              <a:r>
                <a:rPr lang="zh-CN" altLang="en-US" dirty="0">
                  <a:latin typeface="+mn-ea"/>
                  <a:ea typeface="+mn-ea"/>
                </a:rPr>
                <a:t>全国重点大学</a:t>
              </a:r>
              <a:r>
                <a:rPr lang="en-US" altLang="zh-CN" dirty="0">
                  <a:latin typeface="+mn-ea"/>
                  <a:ea typeface="+mn-ea"/>
                </a:rPr>
                <a:t>,</a:t>
              </a:r>
              <a:r>
                <a:rPr lang="zh-CN" altLang="en-US" dirty="0">
                  <a:latin typeface="+mn-ea"/>
                  <a:ea typeface="+mn-ea"/>
                </a:rPr>
                <a:t>是我国最早兴办、享誉海内外的著名高等学府。</a:t>
              </a:r>
            </a:p>
          </p:txBody>
        </p:sp>
      </p:grpSp>
      <p:grpSp>
        <p:nvGrpSpPr>
          <p:cNvPr id="35" name="组合 34">
            <a:extLst>
              <a:ext uri="{FF2B5EF4-FFF2-40B4-BE49-F238E27FC236}">
                <a16:creationId xmlns:a16="http://schemas.microsoft.com/office/drawing/2014/main" id="{C9F80B85-E419-4282-94B4-71269F3CD264}"/>
              </a:ext>
            </a:extLst>
          </p:cNvPr>
          <p:cNvGrpSpPr/>
          <p:nvPr/>
        </p:nvGrpSpPr>
        <p:grpSpPr>
          <a:xfrm>
            <a:off x="2933499" y="3034055"/>
            <a:ext cx="8607203" cy="1424005"/>
            <a:chOff x="2933499" y="1625189"/>
            <a:chExt cx="8607203" cy="1424005"/>
          </a:xfrm>
        </p:grpSpPr>
        <p:sp>
          <p:nvSpPr>
            <p:cNvPr id="36" name="矩形: 圆角 35">
              <a:extLst>
                <a:ext uri="{FF2B5EF4-FFF2-40B4-BE49-F238E27FC236}">
                  <a16:creationId xmlns:a16="http://schemas.microsoft.com/office/drawing/2014/main" id="{A1F6F75D-3C33-4647-9C72-991B05905E02}"/>
                </a:ext>
              </a:extLst>
            </p:cNvPr>
            <p:cNvSpPr/>
            <p:nvPr>
              <p:custDataLst>
                <p:tags r:id="rId4"/>
              </p:custDataLst>
            </p:nvPr>
          </p:nvSpPr>
          <p:spPr>
            <a:xfrm>
              <a:off x="3377604" y="1800168"/>
              <a:ext cx="8163098" cy="1064871"/>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37" name="组合 36">
              <a:extLst>
                <a:ext uri="{FF2B5EF4-FFF2-40B4-BE49-F238E27FC236}">
                  <a16:creationId xmlns:a16="http://schemas.microsoft.com/office/drawing/2014/main" id="{A828EE2B-47CB-45D6-B55B-9B12482E52BE}"/>
                </a:ext>
              </a:extLst>
            </p:cNvPr>
            <p:cNvGrpSpPr/>
            <p:nvPr/>
          </p:nvGrpSpPr>
          <p:grpSpPr>
            <a:xfrm>
              <a:off x="2933499" y="1625189"/>
              <a:ext cx="1424003" cy="1424005"/>
              <a:chOff x="2933499" y="1625189"/>
              <a:chExt cx="1424003" cy="1424005"/>
            </a:xfrm>
          </p:grpSpPr>
          <p:sp>
            <p:nvSpPr>
              <p:cNvPr id="39" name="椭圆 38">
                <a:extLst>
                  <a:ext uri="{FF2B5EF4-FFF2-40B4-BE49-F238E27FC236}">
                    <a16:creationId xmlns:a16="http://schemas.microsoft.com/office/drawing/2014/main" id="{BE94EF4D-EE37-41FB-8AD8-0A678DAF6A2F}"/>
                  </a:ext>
                </a:extLst>
              </p:cNvPr>
              <p:cNvSpPr/>
              <p:nvPr>
                <p:custDataLst>
                  <p:tags r:id="rId5"/>
                </p:custDataLst>
              </p:nvPr>
            </p:nvSpPr>
            <p:spPr>
              <a:xfrm rot="10384704">
                <a:off x="2933499" y="1625189"/>
                <a:ext cx="1424003" cy="1424005"/>
              </a:xfrm>
              <a:prstGeom prst="ellipse">
                <a:avLst/>
              </a:prstGeom>
              <a:gradFill flip="none" rotWithShape="1">
                <a:gsLst>
                  <a:gs pos="0">
                    <a:schemeClr val="accent6">
                      <a:alpha val="0"/>
                    </a:schemeClr>
                  </a:gs>
                  <a:gs pos="83000">
                    <a:schemeClr val="accent1">
                      <a:alpha val="11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40" name="组合 39">
                <a:extLst>
                  <a:ext uri="{FF2B5EF4-FFF2-40B4-BE49-F238E27FC236}">
                    <a16:creationId xmlns:a16="http://schemas.microsoft.com/office/drawing/2014/main" id="{5FE8D04F-6617-4C9D-BD1D-C1E213B981D4}"/>
                  </a:ext>
                </a:extLst>
              </p:cNvPr>
              <p:cNvGrpSpPr/>
              <p:nvPr/>
            </p:nvGrpSpPr>
            <p:grpSpPr>
              <a:xfrm>
                <a:off x="3046414" y="1723994"/>
                <a:ext cx="1198172" cy="1198170"/>
                <a:chOff x="3055426" y="1723994"/>
                <a:chExt cx="1198172" cy="1198170"/>
              </a:xfrm>
            </p:grpSpPr>
            <p:sp>
              <p:nvSpPr>
                <p:cNvPr id="41" name="椭圆 40">
                  <a:extLst>
                    <a:ext uri="{FF2B5EF4-FFF2-40B4-BE49-F238E27FC236}">
                      <a16:creationId xmlns:a16="http://schemas.microsoft.com/office/drawing/2014/main" id="{487D219B-C034-439F-84A6-89CE47E2321E}"/>
                    </a:ext>
                  </a:extLst>
                </p:cNvPr>
                <p:cNvSpPr/>
                <p:nvPr/>
              </p:nvSpPr>
              <p:spPr>
                <a:xfrm rot="18973306">
                  <a:off x="3055426" y="1723994"/>
                  <a:ext cx="1198172" cy="1198170"/>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2" name="文本框 41">
                  <a:extLst>
                    <a:ext uri="{FF2B5EF4-FFF2-40B4-BE49-F238E27FC236}">
                      <a16:creationId xmlns:a16="http://schemas.microsoft.com/office/drawing/2014/main" id="{925724AE-DF4F-4578-8C6B-F75B01E0E52F}"/>
                    </a:ext>
                  </a:extLst>
                </p:cNvPr>
                <p:cNvSpPr txBox="1"/>
                <p:nvPr>
                  <p:custDataLst>
                    <p:tags r:id="rId6"/>
                  </p:custDataLst>
                </p:nvPr>
              </p:nvSpPr>
              <p:spPr>
                <a:xfrm>
                  <a:off x="3174660" y="2086836"/>
                  <a:ext cx="886184" cy="363455"/>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dirty="0">
                      <a:gradFill>
                        <a:gsLst>
                          <a:gs pos="0">
                            <a:schemeClr val="bg1"/>
                          </a:gs>
                          <a:gs pos="100000">
                            <a:schemeClr val="accent3"/>
                          </a:gs>
                        </a:gsLst>
                        <a:lin ang="5400000" scaled="1"/>
                      </a:gradFill>
                      <a:effectLst>
                        <a:outerShdw blurRad="19910" dist="19909" dir="2700064" algn="tl">
                          <a:srgbClr val="000000">
                            <a:alpha val="43137"/>
                          </a:srgbClr>
                        </a:outerShdw>
                      </a:effectLst>
                    </a:rPr>
                    <a:t>小标题</a:t>
                  </a:r>
                </a:p>
              </p:txBody>
            </p:sp>
          </p:grpSp>
        </p:grpSp>
        <p:sp>
          <p:nvSpPr>
            <p:cNvPr id="38" name="文本框 37">
              <a:extLst>
                <a:ext uri="{FF2B5EF4-FFF2-40B4-BE49-F238E27FC236}">
                  <a16:creationId xmlns:a16="http://schemas.microsoft.com/office/drawing/2014/main" id="{A9C94269-6105-4661-A055-28E2BE2ECF47}"/>
                </a:ext>
              </a:extLst>
            </p:cNvPr>
            <p:cNvSpPr txBox="1"/>
            <p:nvPr/>
          </p:nvSpPr>
          <p:spPr>
            <a:xfrm>
              <a:off x="4546969" y="2026071"/>
              <a:ext cx="5743931"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a:t>
              </a:r>
              <a:endParaRPr lang="en-US" altLang="zh-CN" dirty="0">
                <a:latin typeface="+mn-ea"/>
                <a:ea typeface="+mn-ea"/>
              </a:endParaRPr>
            </a:p>
            <a:p>
              <a:pPr algn="l"/>
              <a:r>
                <a:rPr lang="zh-CN" altLang="en-US" dirty="0">
                  <a:latin typeface="+mn-ea"/>
                  <a:ea typeface="+mn-ea"/>
                </a:rPr>
                <a:t>全国重点大学</a:t>
              </a:r>
              <a:r>
                <a:rPr lang="en-US" altLang="zh-CN" dirty="0">
                  <a:latin typeface="+mn-ea"/>
                  <a:ea typeface="+mn-ea"/>
                </a:rPr>
                <a:t>,</a:t>
              </a:r>
              <a:r>
                <a:rPr lang="zh-CN" altLang="en-US" dirty="0">
                  <a:latin typeface="+mn-ea"/>
                  <a:ea typeface="+mn-ea"/>
                </a:rPr>
                <a:t>是我国最早兴办、享誉海内外的著名高等学府。</a:t>
              </a:r>
            </a:p>
          </p:txBody>
        </p:sp>
      </p:grpSp>
      <p:grpSp>
        <p:nvGrpSpPr>
          <p:cNvPr id="43" name="组合 42">
            <a:extLst>
              <a:ext uri="{FF2B5EF4-FFF2-40B4-BE49-F238E27FC236}">
                <a16:creationId xmlns:a16="http://schemas.microsoft.com/office/drawing/2014/main" id="{AD740D32-62F7-4D6B-9D76-4F74B768582C}"/>
              </a:ext>
            </a:extLst>
          </p:cNvPr>
          <p:cNvGrpSpPr/>
          <p:nvPr/>
        </p:nvGrpSpPr>
        <p:grpSpPr>
          <a:xfrm>
            <a:off x="2933499" y="4442921"/>
            <a:ext cx="8607203" cy="1424005"/>
            <a:chOff x="2933499" y="1625189"/>
            <a:chExt cx="8607203" cy="1424005"/>
          </a:xfrm>
        </p:grpSpPr>
        <p:sp>
          <p:nvSpPr>
            <p:cNvPr id="44" name="矩形: 圆角 43">
              <a:extLst>
                <a:ext uri="{FF2B5EF4-FFF2-40B4-BE49-F238E27FC236}">
                  <a16:creationId xmlns:a16="http://schemas.microsoft.com/office/drawing/2014/main" id="{37CB5FD8-7A43-4226-B57F-D44752F67EF7}"/>
                </a:ext>
              </a:extLst>
            </p:cNvPr>
            <p:cNvSpPr/>
            <p:nvPr>
              <p:custDataLst>
                <p:tags r:id="rId1"/>
              </p:custDataLst>
            </p:nvPr>
          </p:nvSpPr>
          <p:spPr>
            <a:xfrm>
              <a:off x="3377604" y="1800168"/>
              <a:ext cx="8163098" cy="1064871"/>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45" name="组合 44">
              <a:extLst>
                <a:ext uri="{FF2B5EF4-FFF2-40B4-BE49-F238E27FC236}">
                  <a16:creationId xmlns:a16="http://schemas.microsoft.com/office/drawing/2014/main" id="{AC469F20-7B11-47AE-93A6-1DC3674F0CA4}"/>
                </a:ext>
              </a:extLst>
            </p:cNvPr>
            <p:cNvGrpSpPr/>
            <p:nvPr/>
          </p:nvGrpSpPr>
          <p:grpSpPr>
            <a:xfrm>
              <a:off x="2933499" y="1625189"/>
              <a:ext cx="1424003" cy="1424005"/>
              <a:chOff x="2933499" y="1625189"/>
              <a:chExt cx="1424003" cy="1424005"/>
            </a:xfrm>
          </p:grpSpPr>
          <p:sp>
            <p:nvSpPr>
              <p:cNvPr id="47" name="椭圆 46">
                <a:extLst>
                  <a:ext uri="{FF2B5EF4-FFF2-40B4-BE49-F238E27FC236}">
                    <a16:creationId xmlns:a16="http://schemas.microsoft.com/office/drawing/2014/main" id="{0236DF35-85E8-4B91-BA08-55181314C1D4}"/>
                  </a:ext>
                </a:extLst>
              </p:cNvPr>
              <p:cNvSpPr/>
              <p:nvPr>
                <p:custDataLst>
                  <p:tags r:id="rId2"/>
                </p:custDataLst>
              </p:nvPr>
            </p:nvSpPr>
            <p:spPr>
              <a:xfrm rot="10384704">
                <a:off x="2933499" y="1625189"/>
                <a:ext cx="1424003" cy="1424005"/>
              </a:xfrm>
              <a:prstGeom prst="ellipse">
                <a:avLst/>
              </a:prstGeom>
              <a:gradFill flip="none" rotWithShape="1">
                <a:gsLst>
                  <a:gs pos="0">
                    <a:schemeClr val="accent6">
                      <a:alpha val="0"/>
                    </a:schemeClr>
                  </a:gs>
                  <a:gs pos="83000">
                    <a:schemeClr val="accent1">
                      <a:alpha val="11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1941" tIns="45971" rIns="91941" bIns="45971" rtlCol="0" anchor="ctr">
                <a:noAutofit/>
              </a:bodyPr>
              <a:lstStyle/>
              <a:p>
                <a:pPr algn="ctr"/>
                <a:endParaRPr lang="zh-CN" altLang="en-US" sz="1810" dirty="0"/>
              </a:p>
            </p:txBody>
          </p:sp>
          <p:grpSp>
            <p:nvGrpSpPr>
              <p:cNvPr id="48" name="组合 47">
                <a:extLst>
                  <a:ext uri="{FF2B5EF4-FFF2-40B4-BE49-F238E27FC236}">
                    <a16:creationId xmlns:a16="http://schemas.microsoft.com/office/drawing/2014/main" id="{5EE455D6-C16D-429B-91EF-E9D26ED15AF7}"/>
                  </a:ext>
                </a:extLst>
              </p:cNvPr>
              <p:cNvGrpSpPr/>
              <p:nvPr/>
            </p:nvGrpSpPr>
            <p:grpSpPr>
              <a:xfrm>
                <a:off x="3046414" y="1723994"/>
                <a:ext cx="1198172" cy="1198170"/>
                <a:chOff x="3055426" y="1723994"/>
                <a:chExt cx="1198172" cy="1198170"/>
              </a:xfrm>
            </p:grpSpPr>
            <p:sp>
              <p:nvSpPr>
                <p:cNvPr id="49" name="椭圆 48">
                  <a:extLst>
                    <a:ext uri="{FF2B5EF4-FFF2-40B4-BE49-F238E27FC236}">
                      <a16:creationId xmlns:a16="http://schemas.microsoft.com/office/drawing/2014/main" id="{040B0614-7F28-489E-9EF4-793129F50162}"/>
                    </a:ext>
                  </a:extLst>
                </p:cNvPr>
                <p:cNvSpPr/>
                <p:nvPr/>
              </p:nvSpPr>
              <p:spPr>
                <a:xfrm rot="18973306">
                  <a:off x="3055426" y="1723994"/>
                  <a:ext cx="1198172" cy="1198170"/>
                </a:xfrm>
                <a:prstGeom prst="ellipse">
                  <a:avLst/>
                </a:pr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0" name="文本框 49">
                  <a:extLst>
                    <a:ext uri="{FF2B5EF4-FFF2-40B4-BE49-F238E27FC236}">
                      <a16:creationId xmlns:a16="http://schemas.microsoft.com/office/drawing/2014/main" id="{3D6D11FF-2E29-4714-B66F-20905EE08A13}"/>
                    </a:ext>
                  </a:extLst>
                </p:cNvPr>
                <p:cNvSpPr txBox="1"/>
                <p:nvPr>
                  <p:custDataLst>
                    <p:tags r:id="rId3"/>
                  </p:custDataLst>
                </p:nvPr>
              </p:nvSpPr>
              <p:spPr>
                <a:xfrm>
                  <a:off x="3174660" y="2086836"/>
                  <a:ext cx="886184" cy="363455"/>
                </a:xfrm>
                <a:prstGeom prst="rect">
                  <a:avLst/>
                </a:prstGeom>
                <a:noFill/>
                <a:effectLst/>
              </p:spPr>
              <p:txBody>
                <a:bodyPr wrap="non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zh-CN" altLang="en-US" sz="2045" dirty="0">
                      <a:gradFill>
                        <a:gsLst>
                          <a:gs pos="0">
                            <a:schemeClr val="bg1"/>
                          </a:gs>
                          <a:gs pos="100000">
                            <a:schemeClr val="accent3"/>
                          </a:gs>
                        </a:gsLst>
                        <a:lin ang="5400000" scaled="1"/>
                      </a:gradFill>
                      <a:effectLst>
                        <a:outerShdw blurRad="19910" dist="19909" dir="2700064" algn="tl">
                          <a:srgbClr val="000000">
                            <a:alpha val="43137"/>
                          </a:srgbClr>
                        </a:outerShdw>
                      </a:effectLst>
                    </a:rPr>
                    <a:t>小标题</a:t>
                  </a:r>
                </a:p>
              </p:txBody>
            </p:sp>
          </p:grpSp>
        </p:grpSp>
        <p:sp>
          <p:nvSpPr>
            <p:cNvPr id="46" name="文本框 45">
              <a:extLst>
                <a:ext uri="{FF2B5EF4-FFF2-40B4-BE49-F238E27FC236}">
                  <a16:creationId xmlns:a16="http://schemas.microsoft.com/office/drawing/2014/main" id="{D9F8F3ED-D170-4AD4-8B46-684169E51FAB}"/>
                </a:ext>
              </a:extLst>
            </p:cNvPr>
            <p:cNvSpPr txBox="1"/>
            <p:nvPr/>
          </p:nvSpPr>
          <p:spPr>
            <a:xfrm>
              <a:off x="4546969" y="2026071"/>
              <a:ext cx="5743931"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a:t>
              </a:r>
              <a:endParaRPr lang="en-US" altLang="zh-CN" dirty="0">
                <a:latin typeface="+mn-ea"/>
                <a:ea typeface="+mn-ea"/>
              </a:endParaRPr>
            </a:p>
            <a:p>
              <a:pPr algn="l"/>
              <a:r>
                <a:rPr lang="zh-CN" altLang="en-US" dirty="0">
                  <a:latin typeface="+mn-ea"/>
                  <a:ea typeface="+mn-ea"/>
                </a:rPr>
                <a:t>全国重点大学</a:t>
              </a:r>
              <a:r>
                <a:rPr lang="en-US" altLang="zh-CN" dirty="0">
                  <a:latin typeface="+mn-ea"/>
                  <a:ea typeface="+mn-ea"/>
                </a:rPr>
                <a:t>,</a:t>
              </a:r>
              <a:r>
                <a:rPr lang="zh-CN" altLang="en-US" dirty="0">
                  <a:latin typeface="+mn-ea"/>
                  <a:ea typeface="+mn-ea"/>
                </a:rPr>
                <a:t>是我国最早兴办、享誉海内外的著名高等学府。</a:t>
              </a:r>
            </a:p>
          </p:txBody>
        </p:sp>
      </p:grpSp>
      <p:grpSp>
        <p:nvGrpSpPr>
          <p:cNvPr id="51" name="组合 50">
            <a:extLst>
              <a:ext uri="{FF2B5EF4-FFF2-40B4-BE49-F238E27FC236}">
                <a16:creationId xmlns:a16="http://schemas.microsoft.com/office/drawing/2014/main" id="{C85FECD7-C954-48A1-B477-970B1EECCB72}"/>
              </a:ext>
            </a:extLst>
          </p:cNvPr>
          <p:cNvGrpSpPr/>
          <p:nvPr/>
        </p:nvGrpSpPr>
        <p:grpSpPr>
          <a:xfrm>
            <a:off x="0" y="5656110"/>
            <a:ext cx="12192000" cy="1201891"/>
            <a:chOff x="0" y="5656110"/>
            <a:chExt cx="12192000" cy="1201891"/>
          </a:xfrm>
        </p:grpSpPr>
        <p:sp>
          <p:nvSpPr>
            <p:cNvPr id="52" name="任意多边形: 形状 51">
              <a:extLst>
                <a:ext uri="{FF2B5EF4-FFF2-40B4-BE49-F238E27FC236}">
                  <a16:creationId xmlns:a16="http://schemas.microsoft.com/office/drawing/2014/main" id="{9A953715-F39D-49F7-8A77-64366C9B3DCA}"/>
                </a:ext>
              </a:extLst>
            </p:cNvPr>
            <p:cNvSpPr/>
            <p:nvPr/>
          </p:nvSpPr>
          <p:spPr>
            <a:xfrm>
              <a:off x="0" y="5656110"/>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3" name="任意多边形: 形状 52">
              <a:extLst>
                <a:ext uri="{FF2B5EF4-FFF2-40B4-BE49-F238E27FC236}">
                  <a16:creationId xmlns:a16="http://schemas.microsoft.com/office/drawing/2014/main" id="{CF7443CF-B8D1-41AA-8351-8B08405690CA}"/>
                </a:ext>
              </a:extLst>
            </p:cNvPr>
            <p:cNvSpPr/>
            <p:nvPr/>
          </p:nvSpPr>
          <p:spPr>
            <a:xfrm>
              <a:off x="0" y="5918274"/>
              <a:ext cx="12192000" cy="939727"/>
            </a:xfrm>
            <a:custGeom>
              <a:avLst/>
              <a:gdLst>
                <a:gd name="connsiteX0" fmla="*/ 12192000 w 12192000"/>
                <a:gd name="connsiteY0" fmla="*/ 0 h 939727"/>
                <a:gd name="connsiteX1" fmla="*/ 12192000 w 12192000"/>
                <a:gd name="connsiteY1" fmla="*/ 939727 h 939727"/>
                <a:gd name="connsiteX2" fmla="*/ 0 w 12192000"/>
                <a:gd name="connsiteY2" fmla="*/ 939727 h 939727"/>
                <a:gd name="connsiteX3" fmla="*/ 0 w 12192000"/>
                <a:gd name="connsiteY3" fmla="*/ 15471 h 939727"/>
                <a:gd name="connsiteX4" fmla="*/ 7114 w 12192000"/>
                <a:gd name="connsiteY4" fmla="*/ 17607 h 939727"/>
                <a:gd name="connsiteX5" fmla="*/ 6070277 w 12192000"/>
                <a:gd name="connsiteY5" fmla="*/ 610411 h 939727"/>
                <a:gd name="connsiteX6" fmla="*/ 11973870 w 12192000"/>
                <a:gd name="connsiteY6" fmla="*/ 59853 h 93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939727">
                  <a:moveTo>
                    <a:pt x="12192000" y="0"/>
                  </a:moveTo>
                  <a:lnTo>
                    <a:pt x="12192000" y="939727"/>
                  </a:lnTo>
                  <a:lnTo>
                    <a:pt x="0" y="939727"/>
                  </a:lnTo>
                  <a:lnTo>
                    <a:pt x="0" y="15471"/>
                  </a:lnTo>
                  <a:lnTo>
                    <a:pt x="7114" y="17607"/>
                  </a:lnTo>
                  <a:cubicBezTo>
                    <a:pt x="1299591" y="374562"/>
                    <a:pt x="3532427" y="610411"/>
                    <a:pt x="6070277" y="610411"/>
                  </a:cubicBezTo>
                  <a:cubicBezTo>
                    <a:pt x="8506614" y="610411"/>
                    <a:pt x="10661849" y="393053"/>
                    <a:pt x="11973870" y="59853"/>
                  </a:cubicBezTo>
                  <a:close/>
                </a:path>
              </a:pathLst>
            </a:cu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Tree>
    <p:extLst>
      <p:ext uri="{BB962C8B-B14F-4D97-AF65-F5344CB8AC3E}">
        <p14:creationId xmlns:p14="http://schemas.microsoft.com/office/powerpoint/2010/main" val="2419242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5B1D75C-FACB-4252-8C9E-74A04956071E}"/>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9618ADB6-466D-401C-BAFC-0373AD3AC130}"/>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AA96888F-E73C-4879-AA77-B586EEF65652}"/>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1D186568-11EA-4450-913C-F0FF38B9FFFF}"/>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662E9484-2B8B-4D36-B6CD-22B56CD823A0}"/>
                  </a:ext>
                </a:extLst>
              </p:cNvPr>
              <p:cNvSpPr/>
              <p:nvPr>
                <p:custDataLst>
                  <p:tags r:id="rId7"/>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B84D052B-E4B4-4181-A0E5-E97C92EC96AC}"/>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E9D09700-8CC3-4AA3-AF60-E4D5DF86F61D}"/>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7D873462-05C0-4855-AF72-4AB8B9C48E0C}"/>
                  </a:ext>
                </a:extLst>
              </p:cNvPr>
              <p:cNvSpPr/>
              <p:nvPr>
                <p:custDataLst>
                  <p:tags r:id="rId5"/>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01BAD0BE-E988-4716-9DB1-3C27FB0DB047}"/>
                  </a:ext>
                </a:extLst>
              </p:cNvPr>
              <p:cNvSpPr txBox="1"/>
              <p:nvPr>
                <p:custDataLst>
                  <p:tags r:id="rId6"/>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1" name="矩形: 圆角 10">
            <a:extLst>
              <a:ext uri="{FF2B5EF4-FFF2-40B4-BE49-F238E27FC236}">
                <a16:creationId xmlns:a16="http://schemas.microsoft.com/office/drawing/2014/main" id="{D799BB4C-F979-4CD7-9CA9-24BF36E57793}"/>
              </a:ext>
            </a:extLst>
          </p:cNvPr>
          <p:cNvSpPr/>
          <p:nvPr>
            <p:custDataLst>
              <p:tags r:id="rId1"/>
            </p:custDataLst>
          </p:nvPr>
        </p:nvSpPr>
        <p:spPr>
          <a:xfrm>
            <a:off x="660400" y="2114526"/>
            <a:ext cx="5232400" cy="2023738"/>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12" name="矩形: 圆角 11">
            <a:extLst>
              <a:ext uri="{FF2B5EF4-FFF2-40B4-BE49-F238E27FC236}">
                <a16:creationId xmlns:a16="http://schemas.microsoft.com/office/drawing/2014/main" id="{BE50CEDA-54BF-404D-A15E-8D74A55586B9}"/>
              </a:ext>
            </a:extLst>
          </p:cNvPr>
          <p:cNvSpPr/>
          <p:nvPr>
            <p:custDataLst>
              <p:tags r:id="rId2"/>
            </p:custDataLst>
          </p:nvPr>
        </p:nvSpPr>
        <p:spPr>
          <a:xfrm>
            <a:off x="660400" y="4295578"/>
            <a:ext cx="5232400" cy="1446237"/>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5F2BE4D-63E1-45CE-955C-584B1BB3754C}"/>
                  </a:ext>
                </a:extLst>
              </p:cNvPr>
              <p:cNvSpPr txBox="1"/>
              <p:nvPr/>
            </p:nvSpPr>
            <p:spPr>
              <a:xfrm>
                <a:off x="1232564" y="4711966"/>
                <a:ext cx="413807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pt-BR" altLang="zh-CN" i="1" smtClean="0">
                              <a:latin typeface="Cambria Math" panose="02040503050406030204" pitchFamily="18" charset="0"/>
                              <a:sym typeface="江城黑体 300W" panose="020B0400000000000000" pitchFamily="34" charset="-122"/>
                            </a:rPr>
                          </m:ctrlPr>
                        </m:sSupPr>
                        <m:e>
                          <m:d>
                            <m:dPr>
                              <m:ctrlPr>
                                <a:rPr lang="pt-BR" altLang="zh-CN" i="1" smtClean="0">
                                  <a:latin typeface="Cambria Math" panose="02040503050406030204" pitchFamily="18" charset="0"/>
                                  <a:sym typeface="江城黑体 300W" panose="020B0400000000000000" pitchFamily="34" charset="-122"/>
                                </a:rPr>
                              </m:ctrlPr>
                            </m:dPr>
                            <m:e>
                              <m:r>
                                <a:rPr lang="pt-BR" altLang="zh-CN" i="1" smtClean="0">
                                  <a:latin typeface="Cambria Math" panose="02040503050406030204" pitchFamily="18" charset="0"/>
                                  <a:sym typeface="江城黑体 300W" panose="020B0400000000000000" pitchFamily="34" charset="-122"/>
                                </a:rPr>
                                <m:t>1+</m:t>
                              </m:r>
                              <m:r>
                                <a:rPr lang="pt-BR" altLang="zh-CN" i="1" smtClean="0">
                                  <a:latin typeface="Cambria Math" panose="02040503050406030204" pitchFamily="18" charset="0"/>
                                  <a:sym typeface="江城黑体 300W" panose="020B0400000000000000" pitchFamily="34" charset="-122"/>
                                </a:rPr>
                                <m:t>𝑥</m:t>
                              </m:r>
                            </m:e>
                          </m:d>
                        </m:e>
                        <m:sup>
                          <m:r>
                            <a:rPr lang="pt-BR" altLang="zh-CN" i="1" smtClean="0">
                              <a:latin typeface="Cambria Math" panose="02040503050406030204" pitchFamily="18" charset="0"/>
                              <a:sym typeface="江城黑体 300W" panose="020B0400000000000000" pitchFamily="34" charset="-122"/>
                            </a:rPr>
                            <m:t>𝑛</m:t>
                          </m:r>
                        </m:sup>
                      </m:sSup>
                      <m:r>
                        <a:rPr lang="pt-BR" altLang="zh-CN" i="1" smtClean="0">
                          <a:latin typeface="Cambria Math" panose="02040503050406030204" pitchFamily="18" charset="0"/>
                          <a:sym typeface="江城黑体 300W" panose="020B0400000000000000" pitchFamily="34" charset="-122"/>
                        </a:rPr>
                        <m:t>=1+</m:t>
                      </m:r>
                      <m:f>
                        <m:fPr>
                          <m:ctrlPr>
                            <a:rPr lang="pt-BR" altLang="zh-CN" i="1" smtClean="0">
                              <a:latin typeface="Cambria Math" panose="02040503050406030204" pitchFamily="18" charset="0"/>
                              <a:sym typeface="江城黑体 300W" panose="020B0400000000000000" pitchFamily="34" charset="-122"/>
                            </a:rPr>
                          </m:ctrlPr>
                        </m:fPr>
                        <m:num>
                          <m:r>
                            <a:rPr lang="pt-BR" altLang="zh-CN" i="1" smtClean="0">
                              <a:latin typeface="Cambria Math" panose="02040503050406030204" pitchFamily="18" charset="0"/>
                              <a:sym typeface="江城黑体 300W" panose="020B0400000000000000" pitchFamily="34" charset="-122"/>
                            </a:rPr>
                            <m:t>𝑛𝑥</m:t>
                          </m:r>
                        </m:num>
                        <m:den>
                          <m:r>
                            <a:rPr lang="pt-BR" altLang="zh-CN" i="1" smtClean="0">
                              <a:latin typeface="Cambria Math" panose="02040503050406030204" pitchFamily="18" charset="0"/>
                              <a:sym typeface="江城黑体 300W" panose="020B0400000000000000" pitchFamily="34" charset="-122"/>
                            </a:rPr>
                            <m:t>1!</m:t>
                          </m:r>
                        </m:den>
                      </m:f>
                      <m:r>
                        <a:rPr lang="pt-BR" altLang="zh-CN" i="1" smtClean="0">
                          <a:latin typeface="Cambria Math" panose="02040503050406030204" pitchFamily="18" charset="0"/>
                          <a:sym typeface="江城黑体 300W" panose="020B0400000000000000" pitchFamily="34" charset="-122"/>
                        </a:rPr>
                        <m:t>+</m:t>
                      </m:r>
                      <m:f>
                        <m:fPr>
                          <m:ctrlPr>
                            <a:rPr lang="pt-BR" altLang="zh-CN" i="1" smtClean="0">
                              <a:latin typeface="Cambria Math" panose="02040503050406030204" pitchFamily="18" charset="0"/>
                              <a:sym typeface="江城黑体 300W" panose="020B0400000000000000" pitchFamily="34" charset="-122"/>
                            </a:rPr>
                          </m:ctrlPr>
                        </m:fPr>
                        <m:num>
                          <m:r>
                            <a:rPr lang="pt-BR" altLang="zh-CN" i="1" smtClean="0">
                              <a:latin typeface="Cambria Math" panose="02040503050406030204" pitchFamily="18" charset="0"/>
                              <a:sym typeface="江城黑体 300W" panose="020B0400000000000000" pitchFamily="34" charset="-122"/>
                            </a:rPr>
                            <m:t>𝑛</m:t>
                          </m:r>
                          <m:d>
                            <m:dPr>
                              <m:ctrlPr>
                                <a:rPr lang="pt-BR" altLang="zh-CN" i="1" smtClean="0">
                                  <a:latin typeface="Cambria Math" panose="02040503050406030204" pitchFamily="18" charset="0"/>
                                  <a:sym typeface="江城黑体 300W" panose="020B0400000000000000" pitchFamily="34" charset="-122"/>
                                </a:rPr>
                              </m:ctrlPr>
                            </m:dPr>
                            <m:e>
                              <m:r>
                                <a:rPr lang="pt-BR" altLang="zh-CN" i="1" smtClean="0">
                                  <a:latin typeface="Cambria Math" panose="02040503050406030204" pitchFamily="18" charset="0"/>
                                  <a:sym typeface="江城黑体 300W" panose="020B0400000000000000" pitchFamily="34" charset="-122"/>
                                </a:rPr>
                                <m:t>𝑛</m:t>
                              </m:r>
                              <m:r>
                                <a:rPr lang="pt-BR" altLang="zh-CN" i="1" smtClean="0">
                                  <a:latin typeface="Cambria Math" panose="02040503050406030204" pitchFamily="18" charset="0"/>
                                  <a:sym typeface="江城黑体 300W" panose="020B0400000000000000" pitchFamily="34" charset="-122"/>
                                </a:rPr>
                                <m:t>−1</m:t>
                              </m:r>
                            </m:e>
                          </m:d>
                          <m:sSup>
                            <m:sSupPr>
                              <m:ctrlPr>
                                <a:rPr lang="pt-BR" altLang="zh-CN" i="1" smtClean="0">
                                  <a:latin typeface="Cambria Math" panose="02040503050406030204" pitchFamily="18" charset="0"/>
                                  <a:sym typeface="江城黑体 300W" panose="020B0400000000000000" pitchFamily="34" charset="-122"/>
                                </a:rPr>
                              </m:ctrlPr>
                            </m:sSupPr>
                            <m:e>
                              <m:r>
                                <a:rPr lang="pt-BR" altLang="zh-CN" i="1" smtClean="0">
                                  <a:latin typeface="Cambria Math" panose="02040503050406030204" pitchFamily="18" charset="0"/>
                                  <a:sym typeface="江城黑体 300W" panose="020B0400000000000000" pitchFamily="34" charset="-122"/>
                                </a:rPr>
                                <m:t>𝑥</m:t>
                              </m:r>
                            </m:e>
                            <m:sup>
                              <m:r>
                                <a:rPr lang="pt-BR" altLang="zh-CN" i="1" smtClean="0">
                                  <a:latin typeface="Cambria Math" panose="02040503050406030204" pitchFamily="18" charset="0"/>
                                  <a:sym typeface="江城黑体 300W" panose="020B0400000000000000" pitchFamily="34" charset="-122"/>
                                </a:rPr>
                                <m:t>2</m:t>
                              </m:r>
                            </m:sup>
                          </m:sSup>
                        </m:num>
                        <m:den>
                          <m:r>
                            <a:rPr lang="pt-BR" altLang="zh-CN" i="1" smtClean="0">
                              <a:latin typeface="Cambria Math" panose="02040503050406030204" pitchFamily="18" charset="0"/>
                              <a:sym typeface="江城黑体 300W" panose="020B0400000000000000" pitchFamily="34" charset="-122"/>
                            </a:rPr>
                            <m:t>2!</m:t>
                          </m:r>
                        </m:den>
                      </m:f>
                      <m:r>
                        <a:rPr lang="pt-BR" altLang="zh-CN" i="1" smtClean="0">
                          <a:latin typeface="Cambria Math" panose="02040503050406030204" pitchFamily="18" charset="0"/>
                          <a:sym typeface="江城黑体 300W" panose="020B0400000000000000" pitchFamily="34" charset="-122"/>
                        </a:rPr>
                        <m:t>+…</m:t>
                      </m:r>
                    </m:oMath>
                  </m:oMathPara>
                </a14:m>
                <a:endParaRPr lang="zh-CN" altLang="en-US" dirty="0">
                  <a:latin typeface="江城黑体 300W" panose="020B0400000000000000" pitchFamily="34" charset="-122"/>
                  <a:ea typeface="江城黑体 300W" panose="020B0400000000000000" pitchFamily="34" charset="-122"/>
                  <a:sym typeface="江城黑体 300W" panose="020B0400000000000000" pitchFamily="34" charset="-122"/>
                </a:endParaRPr>
              </a:p>
            </p:txBody>
          </p:sp>
        </mc:Choice>
        <mc:Fallback xmlns="">
          <p:sp>
            <p:nvSpPr>
              <p:cNvPr id="13" name="文本框 12">
                <a:extLst>
                  <a:ext uri="{FF2B5EF4-FFF2-40B4-BE49-F238E27FC236}">
                    <a16:creationId xmlns:a16="http://schemas.microsoft.com/office/drawing/2014/main" id="{05F2BE4D-63E1-45CE-955C-584B1BB3754C}"/>
                  </a:ext>
                </a:extLst>
              </p:cNvPr>
              <p:cNvSpPr txBox="1">
                <a:spLocks noRot="1" noChangeAspect="1" noMove="1" noResize="1" noEditPoints="1" noAdjustHandles="1" noChangeArrowheads="1" noChangeShapeType="1" noTextEdit="1"/>
              </p:cNvSpPr>
              <p:nvPr/>
            </p:nvSpPr>
            <p:spPr>
              <a:xfrm>
                <a:off x="1232564" y="4711966"/>
                <a:ext cx="4138073" cy="553998"/>
              </a:xfrm>
              <a:prstGeom prst="rect">
                <a:avLst/>
              </a:prstGeom>
              <a:blipFill>
                <a:blip r:embed="rId9"/>
                <a:stretch>
                  <a:fillRect/>
                </a:stretch>
              </a:blipFill>
            </p:spPr>
            <p:txBody>
              <a:bodyPr/>
              <a:lstStyle/>
              <a:p>
                <a:r>
                  <a:rPr lang="zh-CN" altLang="en-US">
                    <a:noFill/>
                  </a:rPr>
                  <a:t> </a:t>
                </a:r>
              </a:p>
            </p:txBody>
          </p:sp>
        </mc:Fallback>
      </mc:AlternateContent>
      <p:sp>
        <p:nvSpPr>
          <p:cNvPr id="14" name="矩形: 圆角 13">
            <a:extLst>
              <a:ext uri="{FF2B5EF4-FFF2-40B4-BE49-F238E27FC236}">
                <a16:creationId xmlns:a16="http://schemas.microsoft.com/office/drawing/2014/main" id="{46C8E613-FA31-4615-AA39-898A336F4082}"/>
              </a:ext>
            </a:extLst>
          </p:cNvPr>
          <p:cNvSpPr/>
          <p:nvPr>
            <p:custDataLst>
              <p:tags r:id="rId3"/>
            </p:custDataLst>
          </p:nvPr>
        </p:nvSpPr>
        <p:spPr>
          <a:xfrm>
            <a:off x="6286500" y="4295578"/>
            <a:ext cx="5232400" cy="1446237"/>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BE99A37-2127-4B13-8D2D-AB2A0410C878}"/>
                  </a:ext>
                </a:extLst>
              </p:cNvPr>
              <p:cNvSpPr txBox="1"/>
              <p:nvPr/>
            </p:nvSpPr>
            <p:spPr>
              <a:xfrm>
                <a:off x="6741893" y="4588068"/>
                <a:ext cx="4217543" cy="7479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t-BR" altLang="zh-CN" i="1" smtClean="0">
                          <a:latin typeface="Cambria Math" panose="02040503050406030204" pitchFamily="18" charset="0"/>
                          <a:sym typeface="江城黑体 300W" panose="020B0400000000000000" pitchFamily="34" charset="-122"/>
                        </a:rPr>
                        <m:t>𝑓</m:t>
                      </m:r>
                      <m:d>
                        <m:dPr>
                          <m:ctrlPr>
                            <a:rPr lang="pt-BR" altLang="zh-CN" i="1" smtClean="0">
                              <a:latin typeface="Cambria Math" panose="02040503050406030204" pitchFamily="18" charset="0"/>
                              <a:sym typeface="江城黑体 300W" panose="020B0400000000000000" pitchFamily="34" charset="-122"/>
                            </a:rPr>
                          </m:ctrlPr>
                        </m:dPr>
                        <m:e>
                          <m:r>
                            <a:rPr lang="pt-BR" altLang="zh-CN" i="1" smtClean="0">
                              <a:latin typeface="Cambria Math" panose="02040503050406030204" pitchFamily="18" charset="0"/>
                              <a:sym typeface="江城黑体 300W" panose="020B0400000000000000" pitchFamily="34" charset="-122"/>
                            </a:rPr>
                            <m:t>𝑥</m:t>
                          </m:r>
                        </m:e>
                      </m:d>
                      <m:r>
                        <a:rPr lang="pt-BR" altLang="zh-CN" i="1" smtClean="0">
                          <a:latin typeface="Cambria Math" panose="02040503050406030204" pitchFamily="18" charset="0"/>
                          <a:sym typeface="江城黑体 300W" panose="020B0400000000000000" pitchFamily="34" charset="-122"/>
                        </a:rPr>
                        <m:t>=</m:t>
                      </m:r>
                      <m:sSub>
                        <m:sSubPr>
                          <m:ctrlPr>
                            <a:rPr lang="pt-BR" altLang="zh-CN" i="1" smtClean="0">
                              <a:latin typeface="Cambria Math" panose="02040503050406030204" pitchFamily="18" charset="0"/>
                              <a:sym typeface="江城黑体 300W" panose="020B0400000000000000" pitchFamily="34" charset="-122"/>
                            </a:rPr>
                          </m:ctrlPr>
                        </m:sSubPr>
                        <m:e>
                          <m:r>
                            <a:rPr lang="pt-BR" altLang="zh-CN" i="1" smtClean="0">
                              <a:latin typeface="Cambria Math" panose="02040503050406030204" pitchFamily="18" charset="0"/>
                              <a:sym typeface="江城黑体 300W" panose="020B0400000000000000" pitchFamily="34" charset="-122"/>
                            </a:rPr>
                            <m:t>𝑎</m:t>
                          </m:r>
                        </m:e>
                        <m:sub>
                          <m:r>
                            <a:rPr lang="pt-BR" altLang="zh-CN" i="1" smtClean="0">
                              <a:latin typeface="Cambria Math" panose="02040503050406030204" pitchFamily="18" charset="0"/>
                              <a:sym typeface="江城黑体 300W" panose="020B0400000000000000" pitchFamily="34" charset="-122"/>
                            </a:rPr>
                            <m:t>0</m:t>
                          </m:r>
                        </m:sub>
                      </m:sSub>
                      <m:r>
                        <a:rPr lang="pt-BR" altLang="zh-CN" i="1" smtClean="0">
                          <a:latin typeface="Cambria Math" panose="02040503050406030204" pitchFamily="18" charset="0"/>
                          <a:sym typeface="江城黑体 300W" panose="020B0400000000000000" pitchFamily="34" charset="-122"/>
                        </a:rPr>
                        <m:t>+</m:t>
                      </m:r>
                      <m:nary>
                        <m:naryPr>
                          <m:chr m:val="∑"/>
                          <m:ctrlPr>
                            <a:rPr lang="pt-BR" altLang="zh-CN" i="1" smtClean="0">
                              <a:latin typeface="Cambria Math" panose="02040503050406030204" pitchFamily="18" charset="0"/>
                              <a:sym typeface="江城黑体 300W" panose="020B0400000000000000" pitchFamily="34" charset="-122"/>
                            </a:rPr>
                          </m:ctrlPr>
                        </m:naryPr>
                        <m:sub>
                          <m:r>
                            <a:rPr lang="pt-BR" altLang="zh-CN" i="1" smtClean="0">
                              <a:latin typeface="Cambria Math" panose="02040503050406030204" pitchFamily="18" charset="0"/>
                              <a:sym typeface="江城黑体 300W" panose="020B0400000000000000" pitchFamily="34" charset="-122"/>
                            </a:rPr>
                            <m:t>𝑛</m:t>
                          </m:r>
                          <m:r>
                            <a:rPr lang="pt-BR" altLang="zh-CN" i="1" smtClean="0">
                              <a:latin typeface="Cambria Math" panose="02040503050406030204" pitchFamily="18" charset="0"/>
                              <a:sym typeface="江城黑体 300W" panose="020B0400000000000000" pitchFamily="34" charset="-122"/>
                            </a:rPr>
                            <m:t>=1</m:t>
                          </m:r>
                        </m:sub>
                        <m:sup>
                          <m:r>
                            <a:rPr lang="pt-BR" altLang="zh-CN" i="1" smtClean="0">
                              <a:latin typeface="Cambria Math" panose="02040503050406030204" pitchFamily="18" charset="0"/>
                              <a:sym typeface="江城黑体 300W" panose="020B0400000000000000" pitchFamily="34" charset="-122"/>
                            </a:rPr>
                            <m:t>∞</m:t>
                          </m:r>
                        </m:sup>
                        <m:e>
                          <m:d>
                            <m:dPr>
                              <m:ctrlPr>
                                <a:rPr lang="pt-BR" altLang="zh-CN" i="1" smtClean="0">
                                  <a:latin typeface="Cambria Math" panose="02040503050406030204" pitchFamily="18" charset="0"/>
                                  <a:sym typeface="江城黑体 300W" panose="020B0400000000000000" pitchFamily="34" charset="-122"/>
                                </a:rPr>
                              </m:ctrlPr>
                            </m:dPr>
                            <m:e>
                              <m:sSub>
                                <m:sSubPr>
                                  <m:ctrlPr>
                                    <a:rPr lang="pt-BR" altLang="zh-CN" i="1" smtClean="0">
                                      <a:latin typeface="Cambria Math" panose="02040503050406030204" pitchFamily="18" charset="0"/>
                                      <a:sym typeface="江城黑体 300W" panose="020B0400000000000000" pitchFamily="34" charset="-122"/>
                                    </a:rPr>
                                  </m:ctrlPr>
                                </m:sSubPr>
                                <m:e>
                                  <m:r>
                                    <a:rPr lang="pt-BR" altLang="zh-CN" i="1" smtClean="0">
                                      <a:latin typeface="Cambria Math" panose="02040503050406030204" pitchFamily="18" charset="0"/>
                                      <a:sym typeface="江城黑体 300W" panose="020B0400000000000000" pitchFamily="34" charset="-122"/>
                                    </a:rPr>
                                    <m:t>𝑎</m:t>
                                  </m:r>
                                </m:e>
                                <m:sub>
                                  <m:r>
                                    <a:rPr lang="pt-BR" altLang="zh-CN" i="1" smtClean="0">
                                      <a:latin typeface="Cambria Math" panose="02040503050406030204" pitchFamily="18" charset="0"/>
                                      <a:sym typeface="江城黑体 300W" panose="020B0400000000000000" pitchFamily="34" charset="-122"/>
                                    </a:rPr>
                                    <m:t>𝑛</m:t>
                                  </m:r>
                                </m:sub>
                              </m:sSub>
                              <m:func>
                                <m:funcPr>
                                  <m:ctrlPr>
                                    <a:rPr lang="pt-BR" altLang="zh-CN" i="1" smtClean="0">
                                      <a:latin typeface="Cambria Math" panose="02040503050406030204" pitchFamily="18" charset="0"/>
                                      <a:sym typeface="江城黑体 300W" panose="020B0400000000000000" pitchFamily="34" charset="-122"/>
                                    </a:rPr>
                                  </m:ctrlPr>
                                </m:funcPr>
                                <m:fName>
                                  <m:r>
                                    <m:rPr>
                                      <m:sty m:val="p"/>
                                    </m:rPr>
                                    <a:rPr lang="pt-BR" altLang="zh-CN" i="0" smtClean="0">
                                      <a:latin typeface="Cambria Math" panose="02040503050406030204" pitchFamily="18" charset="0"/>
                                      <a:sym typeface="江城黑体 300W" panose="020B0400000000000000" pitchFamily="34" charset="-122"/>
                                    </a:rPr>
                                    <m:t>cos</m:t>
                                  </m:r>
                                </m:fName>
                                <m:e>
                                  <m:f>
                                    <m:fPr>
                                      <m:ctrlPr>
                                        <a:rPr lang="pt-BR" altLang="zh-CN" i="1" smtClean="0">
                                          <a:latin typeface="Cambria Math" panose="02040503050406030204" pitchFamily="18" charset="0"/>
                                          <a:sym typeface="江城黑体 300W" panose="020B0400000000000000" pitchFamily="34" charset="-122"/>
                                        </a:rPr>
                                      </m:ctrlPr>
                                    </m:fPr>
                                    <m:num>
                                      <m:r>
                                        <a:rPr lang="pt-BR" altLang="zh-CN" i="1" smtClean="0">
                                          <a:latin typeface="Cambria Math" panose="02040503050406030204" pitchFamily="18" charset="0"/>
                                          <a:sym typeface="江城黑体 300W" panose="020B0400000000000000" pitchFamily="34" charset="-122"/>
                                        </a:rPr>
                                        <m:t>𝑛</m:t>
                                      </m:r>
                                      <m:r>
                                        <a:rPr lang="pt-BR" altLang="zh-CN" i="1" smtClean="0">
                                          <a:latin typeface="Cambria Math" panose="02040503050406030204" pitchFamily="18" charset="0"/>
                                          <a:sym typeface="江城黑体 300W" panose="020B0400000000000000" pitchFamily="34" charset="-122"/>
                                        </a:rPr>
                                        <m:t>𝜋</m:t>
                                      </m:r>
                                      <m:r>
                                        <a:rPr lang="pt-BR" altLang="zh-CN" i="1" smtClean="0">
                                          <a:latin typeface="Cambria Math" panose="02040503050406030204" pitchFamily="18" charset="0"/>
                                          <a:sym typeface="江城黑体 300W" panose="020B0400000000000000" pitchFamily="34" charset="-122"/>
                                        </a:rPr>
                                        <m:t>𝑥</m:t>
                                      </m:r>
                                    </m:num>
                                    <m:den>
                                      <m:r>
                                        <a:rPr lang="pt-BR" altLang="zh-CN" i="1" smtClean="0">
                                          <a:latin typeface="Cambria Math" panose="02040503050406030204" pitchFamily="18" charset="0"/>
                                          <a:sym typeface="江城黑体 300W" panose="020B0400000000000000" pitchFamily="34" charset="-122"/>
                                        </a:rPr>
                                        <m:t>𝐿</m:t>
                                      </m:r>
                                    </m:den>
                                  </m:f>
                                </m:e>
                              </m:func>
                              <m:r>
                                <a:rPr lang="pt-BR" altLang="zh-CN" i="1" smtClean="0">
                                  <a:latin typeface="Cambria Math" panose="02040503050406030204" pitchFamily="18" charset="0"/>
                                  <a:sym typeface="江城黑体 300W" panose="020B0400000000000000" pitchFamily="34" charset="-122"/>
                                </a:rPr>
                                <m:t>+</m:t>
                              </m:r>
                              <m:sSub>
                                <m:sSubPr>
                                  <m:ctrlPr>
                                    <a:rPr lang="pt-BR" altLang="zh-CN" i="1" smtClean="0">
                                      <a:latin typeface="Cambria Math" panose="02040503050406030204" pitchFamily="18" charset="0"/>
                                      <a:sym typeface="江城黑体 300W" panose="020B0400000000000000" pitchFamily="34" charset="-122"/>
                                    </a:rPr>
                                  </m:ctrlPr>
                                </m:sSubPr>
                                <m:e>
                                  <m:r>
                                    <a:rPr lang="pt-BR" altLang="zh-CN" i="1" smtClean="0">
                                      <a:latin typeface="Cambria Math" panose="02040503050406030204" pitchFamily="18" charset="0"/>
                                      <a:sym typeface="江城黑体 300W" panose="020B0400000000000000" pitchFamily="34" charset="-122"/>
                                    </a:rPr>
                                    <m:t>𝑏</m:t>
                                  </m:r>
                                </m:e>
                                <m:sub>
                                  <m:r>
                                    <a:rPr lang="pt-BR" altLang="zh-CN" i="1" smtClean="0">
                                      <a:latin typeface="Cambria Math" panose="02040503050406030204" pitchFamily="18" charset="0"/>
                                      <a:sym typeface="江城黑体 300W" panose="020B0400000000000000" pitchFamily="34" charset="-122"/>
                                    </a:rPr>
                                    <m:t>𝑛</m:t>
                                  </m:r>
                                </m:sub>
                              </m:sSub>
                              <m:func>
                                <m:funcPr>
                                  <m:ctrlPr>
                                    <a:rPr lang="pt-BR" altLang="zh-CN" i="1" smtClean="0">
                                      <a:latin typeface="Cambria Math" panose="02040503050406030204" pitchFamily="18" charset="0"/>
                                      <a:sym typeface="江城黑体 300W" panose="020B0400000000000000" pitchFamily="34" charset="-122"/>
                                    </a:rPr>
                                  </m:ctrlPr>
                                </m:funcPr>
                                <m:fName>
                                  <m:r>
                                    <m:rPr>
                                      <m:sty m:val="p"/>
                                    </m:rPr>
                                    <a:rPr lang="pt-BR" altLang="zh-CN" i="0" smtClean="0">
                                      <a:latin typeface="Cambria Math" panose="02040503050406030204" pitchFamily="18" charset="0"/>
                                      <a:sym typeface="江城黑体 300W" panose="020B0400000000000000" pitchFamily="34" charset="-122"/>
                                    </a:rPr>
                                    <m:t>sin</m:t>
                                  </m:r>
                                </m:fName>
                                <m:e>
                                  <m:f>
                                    <m:fPr>
                                      <m:ctrlPr>
                                        <a:rPr lang="pt-BR" altLang="zh-CN" i="1" smtClean="0">
                                          <a:latin typeface="Cambria Math" panose="02040503050406030204" pitchFamily="18" charset="0"/>
                                          <a:sym typeface="江城黑体 300W" panose="020B0400000000000000" pitchFamily="34" charset="-122"/>
                                        </a:rPr>
                                      </m:ctrlPr>
                                    </m:fPr>
                                    <m:num>
                                      <m:r>
                                        <a:rPr lang="pt-BR" altLang="zh-CN" i="1" smtClean="0">
                                          <a:latin typeface="Cambria Math" panose="02040503050406030204" pitchFamily="18" charset="0"/>
                                          <a:sym typeface="江城黑体 300W" panose="020B0400000000000000" pitchFamily="34" charset="-122"/>
                                        </a:rPr>
                                        <m:t>𝑛</m:t>
                                      </m:r>
                                      <m:r>
                                        <a:rPr lang="pt-BR" altLang="zh-CN" i="1" smtClean="0">
                                          <a:latin typeface="Cambria Math" panose="02040503050406030204" pitchFamily="18" charset="0"/>
                                          <a:sym typeface="江城黑体 300W" panose="020B0400000000000000" pitchFamily="34" charset="-122"/>
                                        </a:rPr>
                                        <m:t>𝜋</m:t>
                                      </m:r>
                                      <m:r>
                                        <a:rPr lang="pt-BR" altLang="zh-CN" i="1" smtClean="0">
                                          <a:latin typeface="Cambria Math" panose="02040503050406030204" pitchFamily="18" charset="0"/>
                                          <a:sym typeface="江城黑体 300W" panose="020B0400000000000000" pitchFamily="34" charset="-122"/>
                                        </a:rPr>
                                        <m:t>𝑥</m:t>
                                      </m:r>
                                    </m:num>
                                    <m:den>
                                      <m:r>
                                        <a:rPr lang="pt-BR" altLang="zh-CN" i="1" smtClean="0">
                                          <a:latin typeface="Cambria Math" panose="02040503050406030204" pitchFamily="18" charset="0"/>
                                          <a:sym typeface="江城黑体 300W" panose="020B0400000000000000" pitchFamily="34" charset="-122"/>
                                        </a:rPr>
                                        <m:t>𝐿</m:t>
                                      </m:r>
                                    </m:den>
                                  </m:f>
                                </m:e>
                              </m:func>
                            </m:e>
                          </m:d>
                        </m:e>
                      </m:nary>
                    </m:oMath>
                  </m:oMathPara>
                </a14:m>
                <a:endParaRPr lang="zh-CN" altLang="en-US" dirty="0">
                  <a:latin typeface="江城黑体 300W" panose="020B0400000000000000" pitchFamily="34" charset="-122"/>
                  <a:ea typeface="江城黑体 300W" panose="020B0400000000000000" pitchFamily="34" charset="-122"/>
                  <a:sym typeface="江城黑体 300W" panose="020B0400000000000000" pitchFamily="34" charset="-122"/>
                </a:endParaRPr>
              </a:p>
            </p:txBody>
          </p:sp>
        </mc:Choice>
        <mc:Fallback xmlns="">
          <p:sp>
            <p:nvSpPr>
              <p:cNvPr id="15" name="文本框 14">
                <a:extLst>
                  <a:ext uri="{FF2B5EF4-FFF2-40B4-BE49-F238E27FC236}">
                    <a16:creationId xmlns:a16="http://schemas.microsoft.com/office/drawing/2014/main" id="{FBE99A37-2127-4B13-8D2D-AB2A0410C878}"/>
                  </a:ext>
                </a:extLst>
              </p:cNvPr>
              <p:cNvSpPr txBox="1">
                <a:spLocks noRot="1" noChangeAspect="1" noMove="1" noResize="1" noEditPoints="1" noAdjustHandles="1" noChangeArrowheads="1" noChangeShapeType="1" noTextEdit="1"/>
              </p:cNvSpPr>
              <p:nvPr/>
            </p:nvSpPr>
            <p:spPr>
              <a:xfrm>
                <a:off x="6741893" y="4588068"/>
                <a:ext cx="4217543" cy="747967"/>
              </a:xfrm>
              <a:prstGeom prst="rect">
                <a:avLst/>
              </a:prstGeom>
              <a:blipFill>
                <a:blip r:embed="rId10"/>
                <a:stretch>
                  <a:fillRect b="-820"/>
                </a:stretch>
              </a:blipFill>
            </p:spPr>
            <p:txBody>
              <a:bodyPr/>
              <a:lstStyle/>
              <a:p>
                <a:r>
                  <a:rPr lang="zh-CN" altLang="en-US">
                    <a:noFill/>
                  </a:rPr>
                  <a:t> </a:t>
                </a:r>
              </a:p>
            </p:txBody>
          </p:sp>
        </mc:Fallback>
      </mc:AlternateContent>
      <p:grpSp>
        <p:nvGrpSpPr>
          <p:cNvPr id="17" name="组合 16">
            <a:extLst>
              <a:ext uri="{FF2B5EF4-FFF2-40B4-BE49-F238E27FC236}">
                <a16:creationId xmlns:a16="http://schemas.microsoft.com/office/drawing/2014/main" id="{2C8EFCC2-4EEE-4DBB-892C-9D009D2FA0E9}"/>
              </a:ext>
            </a:extLst>
          </p:cNvPr>
          <p:cNvGrpSpPr/>
          <p:nvPr/>
        </p:nvGrpSpPr>
        <p:grpSpPr>
          <a:xfrm>
            <a:off x="660400" y="1342152"/>
            <a:ext cx="5232400" cy="637747"/>
            <a:chOff x="732970" y="1498334"/>
            <a:chExt cx="5158774" cy="637747"/>
          </a:xfrm>
        </p:grpSpPr>
        <p:sp>
          <p:nvSpPr>
            <p:cNvPr id="21" name="矩形: 圆角 20">
              <a:extLst>
                <a:ext uri="{FF2B5EF4-FFF2-40B4-BE49-F238E27FC236}">
                  <a16:creationId xmlns:a16="http://schemas.microsoft.com/office/drawing/2014/main" id="{0119A563-72C6-4A6F-BCD2-C8E39BDD3998}"/>
                </a:ext>
              </a:extLst>
            </p:cNvPr>
            <p:cNvSpPr/>
            <p:nvPr/>
          </p:nvSpPr>
          <p:spPr>
            <a:xfrm>
              <a:off x="732970" y="1498334"/>
              <a:ext cx="5158774" cy="637747"/>
            </a:xfrm>
            <a:prstGeom prst="roundRect">
              <a:avLst>
                <a:gd name="adj" fmla="val 6754"/>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22" name="文本框 21">
              <a:extLst>
                <a:ext uri="{FF2B5EF4-FFF2-40B4-BE49-F238E27FC236}">
                  <a16:creationId xmlns:a16="http://schemas.microsoft.com/office/drawing/2014/main" id="{8A4DF5E4-986D-4E88-BB07-C9C0C7F962D7}"/>
                </a:ext>
              </a:extLst>
            </p:cNvPr>
            <p:cNvSpPr txBox="1"/>
            <p:nvPr/>
          </p:nvSpPr>
          <p:spPr>
            <a:xfrm>
              <a:off x="2099196" y="1622818"/>
              <a:ext cx="2426321"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请在此处输入小标题</a:t>
              </a:r>
            </a:p>
          </p:txBody>
        </p:sp>
      </p:grpSp>
      <p:sp>
        <p:nvSpPr>
          <p:cNvPr id="19" name="矩形: 圆角 18">
            <a:extLst>
              <a:ext uri="{FF2B5EF4-FFF2-40B4-BE49-F238E27FC236}">
                <a16:creationId xmlns:a16="http://schemas.microsoft.com/office/drawing/2014/main" id="{003F71A5-8022-4A5E-8089-BB20DB9670E3}"/>
              </a:ext>
            </a:extLst>
          </p:cNvPr>
          <p:cNvSpPr/>
          <p:nvPr/>
        </p:nvSpPr>
        <p:spPr>
          <a:xfrm>
            <a:off x="6285350" y="1342152"/>
            <a:ext cx="5232400" cy="637747"/>
          </a:xfrm>
          <a:prstGeom prst="roundRect">
            <a:avLst>
              <a:gd name="adj" fmla="val 6754"/>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20" name="文本框 19">
            <a:extLst>
              <a:ext uri="{FF2B5EF4-FFF2-40B4-BE49-F238E27FC236}">
                <a16:creationId xmlns:a16="http://schemas.microsoft.com/office/drawing/2014/main" id="{8355C2A3-47DE-4162-BBE5-18E5B4AF3A72}"/>
              </a:ext>
            </a:extLst>
          </p:cNvPr>
          <p:cNvSpPr txBox="1"/>
          <p:nvPr/>
        </p:nvSpPr>
        <p:spPr>
          <a:xfrm>
            <a:off x="7671075" y="1466636"/>
            <a:ext cx="2460949"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请在此处输入小标题</a:t>
            </a:r>
          </a:p>
        </p:txBody>
      </p:sp>
      <p:sp>
        <p:nvSpPr>
          <p:cNvPr id="23" name="矩形: 圆角 22">
            <a:extLst>
              <a:ext uri="{FF2B5EF4-FFF2-40B4-BE49-F238E27FC236}">
                <a16:creationId xmlns:a16="http://schemas.microsoft.com/office/drawing/2014/main" id="{BCE782FB-B8D6-44DE-B823-47360405D899}"/>
              </a:ext>
            </a:extLst>
          </p:cNvPr>
          <p:cNvSpPr/>
          <p:nvPr>
            <p:custDataLst>
              <p:tags r:id="rId4"/>
            </p:custDataLst>
          </p:nvPr>
        </p:nvSpPr>
        <p:spPr>
          <a:xfrm>
            <a:off x="6285349" y="2114526"/>
            <a:ext cx="5232400" cy="2023738"/>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cxnSp>
        <p:nvCxnSpPr>
          <p:cNvPr id="25" name="直接连接符 24">
            <a:extLst>
              <a:ext uri="{FF2B5EF4-FFF2-40B4-BE49-F238E27FC236}">
                <a16:creationId xmlns:a16="http://schemas.microsoft.com/office/drawing/2014/main" id="{85C888F0-571A-4747-A054-B82B2D6AD735}"/>
              </a:ext>
            </a:extLst>
          </p:cNvPr>
          <p:cNvCxnSpPr>
            <a:cxnSpLocks/>
          </p:cNvCxnSpPr>
          <p:nvPr/>
        </p:nvCxnSpPr>
        <p:spPr>
          <a:xfrm>
            <a:off x="2268935" y="2601521"/>
            <a:ext cx="0" cy="1063176"/>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157D0249-691B-43A5-8BA8-573540AE5463}"/>
              </a:ext>
            </a:extLst>
          </p:cNvPr>
          <p:cNvCxnSpPr>
            <a:cxnSpLocks/>
          </p:cNvCxnSpPr>
          <p:nvPr/>
        </p:nvCxnSpPr>
        <p:spPr>
          <a:xfrm>
            <a:off x="7882878" y="2601521"/>
            <a:ext cx="0" cy="1063176"/>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8" name="圆: 空心 27">
            <a:extLst>
              <a:ext uri="{FF2B5EF4-FFF2-40B4-BE49-F238E27FC236}">
                <a16:creationId xmlns:a16="http://schemas.microsoft.com/office/drawing/2014/main" id="{9D94ECEA-B93F-4877-B240-E42BC53F44C3}"/>
              </a:ext>
            </a:extLst>
          </p:cNvPr>
          <p:cNvSpPr/>
          <p:nvPr/>
        </p:nvSpPr>
        <p:spPr>
          <a:xfrm>
            <a:off x="1061712" y="2557356"/>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r>
              <a:rPr lang="en-US" altLang="zh-CN" sz="1385" dirty="0"/>
              <a:t>z</a:t>
            </a:r>
            <a:endParaRPr lang="zh-CN" altLang="en-US" sz="1385" dirty="0"/>
          </a:p>
        </p:txBody>
      </p:sp>
      <p:sp>
        <p:nvSpPr>
          <p:cNvPr id="29" name="圆: 空心 28">
            <a:extLst>
              <a:ext uri="{FF2B5EF4-FFF2-40B4-BE49-F238E27FC236}">
                <a16:creationId xmlns:a16="http://schemas.microsoft.com/office/drawing/2014/main" id="{3C226E89-5745-413F-99FB-889C2CA28B04}"/>
              </a:ext>
            </a:extLst>
          </p:cNvPr>
          <p:cNvSpPr/>
          <p:nvPr/>
        </p:nvSpPr>
        <p:spPr>
          <a:xfrm>
            <a:off x="6643968" y="2601521"/>
            <a:ext cx="1048680" cy="1048682"/>
          </a:xfrm>
          <a:prstGeom prst="donut">
            <a:avLst>
              <a:gd name="adj" fmla="val 12090"/>
            </a:avLst>
          </a:prstGeom>
          <a:gradFill>
            <a:gsLst>
              <a:gs pos="100000">
                <a:schemeClr val="accent2">
                  <a:lumMod val="20000"/>
                  <a:lumOff val="80000"/>
                  <a:alpha val="0"/>
                </a:schemeClr>
              </a:gs>
              <a:gs pos="0">
                <a:schemeClr val="accent1">
                  <a:alpha val="4000"/>
                </a:schemeClr>
              </a:gs>
            </a:gsLst>
            <a:lin ang="5400000" scaled="1"/>
          </a:gradFill>
          <a:ln w="9525">
            <a:gradFill>
              <a:gsLst>
                <a:gs pos="71000">
                  <a:schemeClr val="accent6">
                    <a:alpha val="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0363" tIns="35181" rIns="70363" bIns="35181" rtlCol="0" anchor="ctr"/>
          <a:lstStyle/>
          <a:p>
            <a:pPr algn="ctr"/>
            <a:endParaRPr lang="zh-CN" altLang="en-US" sz="1385"/>
          </a:p>
        </p:txBody>
      </p:sp>
      <p:pic>
        <p:nvPicPr>
          <p:cNvPr id="30" name="图形 29" descr="组织结构图演示文稿 轮廓">
            <a:extLst>
              <a:ext uri="{FF2B5EF4-FFF2-40B4-BE49-F238E27FC236}">
                <a16:creationId xmlns:a16="http://schemas.microsoft.com/office/drawing/2014/main" id="{504A84A5-B600-481C-962A-6C3F8B5CDBE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21109" y="2821155"/>
            <a:ext cx="914400" cy="914400"/>
          </a:xfrm>
          <a:prstGeom prst="rect">
            <a:avLst/>
          </a:prstGeom>
          <a:effectLst>
            <a:outerShdw blurRad="41986" dist="31490" dir="5400000" algn="t" rotWithShape="0">
              <a:schemeClr val="accent1">
                <a:alpha val="22000"/>
              </a:schemeClr>
            </a:outerShdw>
          </a:effectLst>
        </p:spPr>
      </p:pic>
      <p:pic>
        <p:nvPicPr>
          <p:cNvPr id="31" name="图形 30" descr="维恩图 轮廓">
            <a:extLst>
              <a:ext uri="{FF2B5EF4-FFF2-40B4-BE49-F238E27FC236}">
                <a16:creationId xmlns:a16="http://schemas.microsoft.com/office/drawing/2014/main" id="{70B496B0-76D1-416E-B77A-301D8C1BA09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29748" y="2770540"/>
            <a:ext cx="914400" cy="914400"/>
          </a:xfrm>
          <a:prstGeom prst="rect">
            <a:avLst/>
          </a:prstGeom>
          <a:effectLst>
            <a:outerShdw blurRad="41986" dist="31490" dir="5400000" algn="t" rotWithShape="0">
              <a:schemeClr val="accent1">
                <a:alpha val="22000"/>
              </a:schemeClr>
            </a:outerShdw>
          </a:effectLst>
        </p:spPr>
      </p:pic>
      <p:sp>
        <p:nvSpPr>
          <p:cNvPr id="35" name="文本框 34">
            <a:extLst>
              <a:ext uri="{FF2B5EF4-FFF2-40B4-BE49-F238E27FC236}">
                <a16:creationId xmlns:a16="http://schemas.microsoft.com/office/drawing/2014/main" id="{7A959A10-0A60-4CE4-B968-2B0378C8AED1}"/>
              </a:ext>
            </a:extLst>
          </p:cNvPr>
          <p:cNvSpPr txBox="1"/>
          <p:nvPr/>
        </p:nvSpPr>
        <p:spPr>
          <a:xfrm>
            <a:off x="2376418" y="2842542"/>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sp>
        <p:nvSpPr>
          <p:cNvPr id="36" name="文本框 35">
            <a:extLst>
              <a:ext uri="{FF2B5EF4-FFF2-40B4-BE49-F238E27FC236}">
                <a16:creationId xmlns:a16="http://schemas.microsoft.com/office/drawing/2014/main" id="{BC4289A8-6842-44D1-B161-534ACAAD8EE1}"/>
              </a:ext>
            </a:extLst>
          </p:cNvPr>
          <p:cNvSpPr txBox="1"/>
          <p:nvPr/>
        </p:nvSpPr>
        <p:spPr>
          <a:xfrm>
            <a:off x="8036697" y="2842542"/>
            <a:ext cx="3450522"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a:t>
            </a:r>
            <a:endParaRPr lang="en-US" altLang="zh-CN" dirty="0">
              <a:latin typeface="+mn-ea"/>
              <a:ea typeface="+mn-ea"/>
            </a:endParaRPr>
          </a:p>
          <a:p>
            <a:pPr algn="l"/>
            <a:r>
              <a:rPr lang="zh-CN" altLang="en-US" dirty="0">
                <a:latin typeface="+mn-ea"/>
                <a:ea typeface="+mn-ea"/>
              </a:rPr>
              <a:t>誉海内外的著名高等学府。</a:t>
            </a:r>
          </a:p>
        </p:txBody>
      </p:sp>
    </p:spTree>
    <p:extLst>
      <p:ext uri="{BB962C8B-B14F-4D97-AF65-F5344CB8AC3E}">
        <p14:creationId xmlns:p14="http://schemas.microsoft.com/office/powerpoint/2010/main" val="1407998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 空心 1">
            <a:extLst>
              <a:ext uri="{FF2B5EF4-FFF2-40B4-BE49-F238E27FC236}">
                <a16:creationId xmlns:a16="http://schemas.microsoft.com/office/drawing/2014/main" id="{BEE16C04-F69C-4735-AFD9-EFBD235D3FCA}"/>
              </a:ext>
            </a:extLst>
          </p:cNvPr>
          <p:cNvSpPr/>
          <p:nvPr/>
        </p:nvSpPr>
        <p:spPr>
          <a:xfrm rot="20840787">
            <a:off x="3489693" y="1473724"/>
            <a:ext cx="5435403" cy="5435407"/>
          </a:xfrm>
          <a:prstGeom prst="donut">
            <a:avLst>
              <a:gd name="adj" fmla="val 11573"/>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rgbClr val="C02027">
                    <a:alpha val="18000"/>
                  </a:srgbClr>
                </a:gs>
                <a:gs pos="45000">
                  <a:srgbClr val="C02027">
                    <a:alpha val="0"/>
                  </a:srgb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pic>
        <p:nvPicPr>
          <p:cNvPr id="23" name="图片 22" descr="人的雕塑&#10;&#10;描述已自动生成">
            <a:extLst>
              <a:ext uri="{FF2B5EF4-FFF2-40B4-BE49-F238E27FC236}">
                <a16:creationId xmlns:a16="http://schemas.microsoft.com/office/drawing/2014/main" id="{4A0970A6-68BB-489E-BD6B-9D5BF96B8D23}"/>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9976" b="97577" l="5062" r="89984">
                        <a14:foregroundMark x1="45180" y1="22254" x2="41411" y2="24071"/>
                        <a14:foregroundMark x1="58589" y1="53918" x2="70436" y2="65792"/>
                        <a14:foregroundMark x1="26548" y1="51494" x2="22240" y2="68619"/>
                        <a14:foregroundMark x1="5439" y1="48102" x2="5439" y2="48102"/>
                        <a14:foregroundMark x1="28971" y1="92609" x2="60797" y2="92730"/>
                        <a14:foregroundMark x1="60797" y1="92730" x2="61228" y2="92609"/>
                        <a14:foregroundMark x1="28433" y1="96850" x2="58212" y2="95598"/>
                        <a14:foregroundMark x1="58212" y1="95598" x2="70275" y2="97577"/>
                        <a14:foregroundMark x1="44426" y1="21244" x2="40118" y2="24233"/>
                        <a14:foregroundMark x1="13355" y1="41761" x2="13355" y2="41761"/>
                        <a14:foregroundMark x1="78568" y1="59006" x2="81368" y2="59410"/>
                        <a14:foregroundMark x1="80614" y1="59572" x2="85353" y2="61107"/>
                        <a14:foregroundMark x1="6408" y1="43296" x2="5062" y2="43013"/>
                        <a14:foregroundMark x1="13355" y1="42609" x2="13193" y2="41195"/>
                        <a14:foregroundMark x1="12439" y1="44588" x2="11470" y2="44023"/>
                      </a14:backgroundRemoval>
                    </a14:imgEffect>
                  </a14:imgLayer>
                </a14:imgProps>
              </a:ext>
              <a:ext uri="{28A0092B-C50C-407E-A947-70E740481C1C}">
                <a14:useLocalDpi xmlns:a14="http://schemas.microsoft.com/office/drawing/2010/main" val="0"/>
              </a:ext>
            </a:extLst>
          </a:blip>
          <a:srcRect t="19169" b="10355"/>
          <a:stretch/>
        </p:blipFill>
        <p:spPr>
          <a:xfrm flipH="1">
            <a:off x="2717189" y="576514"/>
            <a:ext cx="6684595" cy="6281486"/>
          </a:xfrm>
          <a:custGeom>
            <a:avLst/>
            <a:gdLst>
              <a:gd name="connsiteX0" fmla="*/ 6684595 w 6684595"/>
              <a:gd name="connsiteY0" fmla="*/ 0 h 6281486"/>
              <a:gd name="connsiteX1" fmla="*/ 0 w 6684595"/>
              <a:gd name="connsiteY1" fmla="*/ 0 h 6281486"/>
              <a:gd name="connsiteX2" fmla="*/ 0 w 6684595"/>
              <a:gd name="connsiteY2" fmla="*/ 6281486 h 6281486"/>
              <a:gd name="connsiteX3" fmla="*/ 6684595 w 6684595"/>
              <a:gd name="connsiteY3" fmla="*/ 6281486 h 6281486"/>
            </a:gdLst>
            <a:ahLst/>
            <a:cxnLst>
              <a:cxn ang="0">
                <a:pos x="connsiteX0" y="connsiteY0"/>
              </a:cxn>
              <a:cxn ang="0">
                <a:pos x="connsiteX1" y="connsiteY1"/>
              </a:cxn>
              <a:cxn ang="0">
                <a:pos x="connsiteX2" y="connsiteY2"/>
              </a:cxn>
              <a:cxn ang="0">
                <a:pos x="connsiteX3" y="connsiteY3"/>
              </a:cxn>
            </a:cxnLst>
            <a:rect l="l" t="t" r="r" b="b"/>
            <a:pathLst>
              <a:path w="6684595" h="6281486">
                <a:moveTo>
                  <a:pt x="6684595" y="0"/>
                </a:moveTo>
                <a:lnTo>
                  <a:pt x="0" y="0"/>
                </a:lnTo>
                <a:lnTo>
                  <a:pt x="0" y="6281486"/>
                </a:lnTo>
                <a:lnTo>
                  <a:pt x="6684595" y="6281486"/>
                </a:lnTo>
                <a:close/>
              </a:path>
            </a:pathLst>
          </a:custGeom>
        </p:spPr>
      </p:pic>
      <p:sp>
        <p:nvSpPr>
          <p:cNvPr id="4" name="矩形: 圆角 3">
            <a:extLst>
              <a:ext uri="{FF2B5EF4-FFF2-40B4-BE49-F238E27FC236}">
                <a16:creationId xmlns:a16="http://schemas.microsoft.com/office/drawing/2014/main" id="{770A59B0-6F7B-4D88-9199-266591541D81}"/>
              </a:ext>
            </a:extLst>
          </p:cNvPr>
          <p:cNvSpPr/>
          <p:nvPr>
            <p:custDataLst>
              <p:tags r:id="rId1"/>
            </p:custDataLst>
          </p:nvPr>
        </p:nvSpPr>
        <p:spPr>
          <a:xfrm>
            <a:off x="1930102" y="2889477"/>
            <a:ext cx="8305424" cy="1291208"/>
          </a:xfrm>
          <a:prstGeom prst="roundRect">
            <a:avLst>
              <a:gd name="adj" fmla="val 6754"/>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5" name="文本框 4">
            <a:extLst>
              <a:ext uri="{FF2B5EF4-FFF2-40B4-BE49-F238E27FC236}">
                <a16:creationId xmlns:a16="http://schemas.microsoft.com/office/drawing/2014/main" id="{3A63E54A-120A-4EE5-A90E-34257FA6EB5F}"/>
              </a:ext>
            </a:extLst>
          </p:cNvPr>
          <p:cNvSpPr txBox="1"/>
          <p:nvPr/>
        </p:nvSpPr>
        <p:spPr>
          <a:xfrm>
            <a:off x="3576694" y="3156806"/>
            <a:ext cx="5012241" cy="604151"/>
          </a:xfrm>
          <a:prstGeom prst="rect">
            <a:avLst/>
          </a:prstGeom>
          <a:noFill/>
          <a:effectLst/>
        </p:spPr>
        <p:txBody>
          <a:bodyPr wrap="square" lIns="75575" tIns="37788" rIns="75575" bIns="37788" rtlCol="0">
            <a:spAutoFit/>
          </a:bodyPr>
          <a:lstStyle/>
          <a:p>
            <a:pPr algn="ctr">
              <a:lnSpc>
                <a:spcPct val="120000"/>
              </a:lnSpc>
            </a:pPr>
            <a:r>
              <a:rPr lang="en-US" altLang="zh-CN" sz="3500" dirty="0">
                <a:latin typeface="+mn-ea"/>
              </a:rPr>
              <a:t>“</a:t>
            </a:r>
            <a:r>
              <a:rPr lang="zh-CN" altLang="en-US" sz="2500" dirty="0">
                <a:latin typeface="+mn-ea"/>
              </a:rPr>
              <a:t>这里输入一句金句名人名言</a:t>
            </a:r>
            <a:r>
              <a:rPr lang="en-US" altLang="zh-CN" sz="3500" dirty="0">
                <a:latin typeface="+mn-ea"/>
              </a:rPr>
              <a:t>”</a:t>
            </a:r>
          </a:p>
        </p:txBody>
      </p:sp>
      <p:grpSp>
        <p:nvGrpSpPr>
          <p:cNvPr id="10" name="组合 9">
            <a:extLst>
              <a:ext uri="{FF2B5EF4-FFF2-40B4-BE49-F238E27FC236}">
                <a16:creationId xmlns:a16="http://schemas.microsoft.com/office/drawing/2014/main" id="{144AFDA9-BC02-484C-9DBD-23571502167F}"/>
              </a:ext>
            </a:extLst>
          </p:cNvPr>
          <p:cNvGrpSpPr/>
          <p:nvPr/>
        </p:nvGrpSpPr>
        <p:grpSpPr>
          <a:xfrm>
            <a:off x="0" y="5656110"/>
            <a:ext cx="12192000" cy="1201891"/>
            <a:chOff x="0" y="5656110"/>
            <a:chExt cx="12192000" cy="1201891"/>
          </a:xfrm>
        </p:grpSpPr>
        <p:sp>
          <p:nvSpPr>
            <p:cNvPr id="11" name="任意多边形: 形状 10">
              <a:extLst>
                <a:ext uri="{FF2B5EF4-FFF2-40B4-BE49-F238E27FC236}">
                  <a16:creationId xmlns:a16="http://schemas.microsoft.com/office/drawing/2014/main" id="{A7B2A17E-FBF2-4566-A5D7-B1D9B2F6DC3F}"/>
                </a:ext>
              </a:extLst>
            </p:cNvPr>
            <p:cNvSpPr/>
            <p:nvPr/>
          </p:nvSpPr>
          <p:spPr>
            <a:xfrm>
              <a:off x="0" y="5656110"/>
              <a:ext cx="12192000" cy="1170605"/>
            </a:xfrm>
            <a:custGeom>
              <a:avLst/>
              <a:gdLst>
                <a:gd name="connsiteX0" fmla="*/ 0 w 12192000"/>
                <a:gd name="connsiteY0" fmla="*/ 0 h 1170605"/>
                <a:gd name="connsiteX1" fmla="*/ 43625 w 12192000"/>
                <a:gd name="connsiteY1" fmla="*/ 18079 h 1170605"/>
                <a:gd name="connsiteX2" fmla="*/ 6106788 w 12192000"/>
                <a:gd name="connsiteY2" fmla="*/ 836145 h 1170605"/>
                <a:gd name="connsiteX3" fmla="*/ 12010381 w 12192000"/>
                <a:gd name="connsiteY3" fmla="*/ 76379 h 1170605"/>
                <a:gd name="connsiteX4" fmla="*/ 12192000 w 12192000"/>
                <a:gd name="connsiteY4" fmla="*/ 7606 h 1170605"/>
                <a:gd name="connsiteX5" fmla="*/ 12192000 w 12192000"/>
                <a:gd name="connsiteY5" fmla="*/ 1170605 h 1170605"/>
                <a:gd name="connsiteX6" fmla="*/ 0 w 12192000"/>
                <a:gd name="connsiteY6" fmla="*/ 1170605 h 1170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70605">
                  <a:moveTo>
                    <a:pt x="0" y="0"/>
                  </a:moveTo>
                  <a:lnTo>
                    <a:pt x="43625" y="18079"/>
                  </a:lnTo>
                  <a:cubicBezTo>
                    <a:pt x="1336102" y="510676"/>
                    <a:pt x="3568938" y="836145"/>
                    <a:pt x="6106788" y="836145"/>
                  </a:cubicBezTo>
                  <a:cubicBezTo>
                    <a:pt x="8543125" y="836145"/>
                    <a:pt x="10698360" y="536192"/>
                    <a:pt x="12010381" y="76379"/>
                  </a:cubicBezTo>
                  <a:lnTo>
                    <a:pt x="12192000" y="7606"/>
                  </a:lnTo>
                  <a:lnTo>
                    <a:pt x="12192000" y="1170605"/>
                  </a:lnTo>
                  <a:lnTo>
                    <a:pt x="0" y="1170605"/>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2" name="任意多边形: 形状 11">
              <a:extLst>
                <a:ext uri="{FF2B5EF4-FFF2-40B4-BE49-F238E27FC236}">
                  <a16:creationId xmlns:a16="http://schemas.microsoft.com/office/drawing/2014/main" id="{AAC66D9C-C98E-4007-8439-28B5649E308A}"/>
                </a:ext>
              </a:extLst>
            </p:cNvPr>
            <p:cNvSpPr/>
            <p:nvPr/>
          </p:nvSpPr>
          <p:spPr>
            <a:xfrm>
              <a:off x="0" y="5918274"/>
              <a:ext cx="12192000" cy="939727"/>
            </a:xfrm>
            <a:custGeom>
              <a:avLst/>
              <a:gdLst>
                <a:gd name="connsiteX0" fmla="*/ 12192000 w 12192000"/>
                <a:gd name="connsiteY0" fmla="*/ 0 h 939727"/>
                <a:gd name="connsiteX1" fmla="*/ 12192000 w 12192000"/>
                <a:gd name="connsiteY1" fmla="*/ 939727 h 939727"/>
                <a:gd name="connsiteX2" fmla="*/ 0 w 12192000"/>
                <a:gd name="connsiteY2" fmla="*/ 939727 h 939727"/>
                <a:gd name="connsiteX3" fmla="*/ 0 w 12192000"/>
                <a:gd name="connsiteY3" fmla="*/ 15471 h 939727"/>
                <a:gd name="connsiteX4" fmla="*/ 7114 w 12192000"/>
                <a:gd name="connsiteY4" fmla="*/ 17607 h 939727"/>
                <a:gd name="connsiteX5" fmla="*/ 6070277 w 12192000"/>
                <a:gd name="connsiteY5" fmla="*/ 610411 h 939727"/>
                <a:gd name="connsiteX6" fmla="*/ 11973870 w 12192000"/>
                <a:gd name="connsiteY6" fmla="*/ 59853 h 93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939727">
                  <a:moveTo>
                    <a:pt x="12192000" y="0"/>
                  </a:moveTo>
                  <a:lnTo>
                    <a:pt x="12192000" y="939727"/>
                  </a:lnTo>
                  <a:lnTo>
                    <a:pt x="0" y="939727"/>
                  </a:lnTo>
                  <a:lnTo>
                    <a:pt x="0" y="15471"/>
                  </a:lnTo>
                  <a:lnTo>
                    <a:pt x="7114" y="17607"/>
                  </a:lnTo>
                  <a:cubicBezTo>
                    <a:pt x="1299591" y="374562"/>
                    <a:pt x="3532427" y="610411"/>
                    <a:pt x="6070277" y="610411"/>
                  </a:cubicBezTo>
                  <a:cubicBezTo>
                    <a:pt x="8506614" y="610411"/>
                    <a:pt x="10661849" y="393053"/>
                    <a:pt x="11973870" y="59853"/>
                  </a:cubicBezTo>
                  <a:close/>
                </a:path>
              </a:pathLst>
            </a:custGeom>
            <a:gradFill flip="none" rotWithShape="1">
              <a:gsLst>
                <a:gs pos="0">
                  <a:schemeClr val="accent1">
                    <a:lumMod val="40000"/>
                    <a:lumOff val="60000"/>
                  </a:schemeClr>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nvGrpSpPr>
          <p:cNvPr id="13" name="组合 12">
            <a:extLst>
              <a:ext uri="{FF2B5EF4-FFF2-40B4-BE49-F238E27FC236}">
                <a16:creationId xmlns:a16="http://schemas.microsoft.com/office/drawing/2014/main" id="{92AE4DB6-8A32-48E3-B926-89BCCA7FE45C}"/>
              </a:ext>
            </a:extLst>
          </p:cNvPr>
          <p:cNvGrpSpPr/>
          <p:nvPr/>
        </p:nvGrpSpPr>
        <p:grpSpPr>
          <a:xfrm>
            <a:off x="642675" y="438656"/>
            <a:ext cx="3637225" cy="805798"/>
            <a:chOff x="642675" y="438656"/>
            <a:chExt cx="3637225" cy="805798"/>
          </a:xfrm>
        </p:grpSpPr>
        <p:cxnSp>
          <p:nvCxnSpPr>
            <p:cNvPr id="14" name="直接连接符 13">
              <a:extLst>
                <a:ext uri="{FF2B5EF4-FFF2-40B4-BE49-F238E27FC236}">
                  <a16:creationId xmlns:a16="http://schemas.microsoft.com/office/drawing/2014/main" id="{C3C7E854-5370-4122-9ABB-349CCDE3D192}"/>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5" name="圆: 空心 14">
              <a:extLst>
                <a:ext uri="{FF2B5EF4-FFF2-40B4-BE49-F238E27FC236}">
                  <a16:creationId xmlns:a16="http://schemas.microsoft.com/office/drawing/2014/main" id="{4D0EE701-C18A-4679-8726-D86B7A1B6646}"/>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16" name="组合 15">
              <a:extLst>
                <a:ext uri="{FF2B5EF4-FFF2-40B4-BE49-F238E27FC236}">
                  <a16:creationId xmlns:a16="http://schemas.microsoft.com/office/drawing/2014/main" id="{82439770-B6B1-4437-96C9-03305647EAC4}"/>
                </a:ext>
              </a:extLst>
            </p:cNvPr>
            <p:cNvGrpSpPr/>
            <p:nvPr/>
          </p:nvGrpSpPr>
          <p:grpSpPr>
            <a:xfrm>
              <a:off x="965378" y="612615"/>
              <a:ext cx="3314522" cy="461929"/>
              <a:chOff x="1228903" y="612615"/>
              <a:chExt cx="3314522" cy="461929"/>
            </a:xfrm>
          </p:grpSpPr>
          <p:sp>
            <p:nvSpPr>
              <p:cNvPr id="20" name="平行四边形 17">
                <a:extLst>
                  <a:ext uri="{FF2B5EF4-FFF2-40B4-BE49-F238E27FC236}">
                    <a16:creationId xmlns:a16="http://schemas.microsoft.com/office/drawing/2014/main" id="{EBCB539D-2166-4857-B858-CC0ADC6C351F}"/>
                  </a:ext>
                </a:extLst>
              </p:cNvPr>
              <p:cNvSpPr/>
              <p:nvPr>
                <p:custDataLst>
                  <p:tags r:id="rId4"/>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21" name="文本框 20">
                <a:extLst>
                  <a:ext uri="{FF2B5EF4-FFF2-40B4-BE49-F238E27FC236}">
                    <a16:creationId xmlns:a16="http://schemas.microsoft.com/office/drawing/2014/main" id="{C97CD160-BDC4-4CA7-8020-A2DACD65DB45}"/>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17" name="组合 16">
              <a:extLst>
                <a:ext uri="{FF2B5EF4-FFF2-40B4-BE49-F238E27FC236}">
                  <a16:creationId xmlns:a16="http://schemas.microsoft.com/office/drawing/2014/main" id="{1C3F31BC-BBDB-47DE-9AE3-BCEF00399296}"/>
                </a:ext>
              </a:extLst>
            </p:cNvPr>
            <p:cNvGrpSpPr/>
            <p:nvPr/>
          </p:nvGrpSpPr>
          <p:grpSpPr>
            <a:xfrm>
              <a:off x="796868" y="502318"/>
              <a:ext cx="503761" cy="591759"/>
              <a:chOff x="2062799" y="2137478"/>
              <a:chExt cx="767369" cy="901421"/>
            </a:xfrm>
          </p:grpSpPr>
          <p:sp>
            <p:nvSpPr>
              <p:cNvPr id="18" name="椭圆 17">
                <a:extLst>
                  <a:ext uri="{FF2B5EF4-FFF2-40B4-BE49-F238E27FC236}">
                    <a16:creationId xmlns:a16="http://schemas.microsoft.com/office/drawing/2014/main" id="{E98BD87B-460C-44D2-ADD3-227827743D38}"/>
                  </a:ext>
                </a:extLst>
              </p:cNvPr>
              <p:cNvSpPr/>
              <p:nvPr>
                <p:custDataLst>
                  <p:tags r:id="rId2"/>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19" name="文本框 18">
                <a:extLst>
                  <a:ext uri="{FF2B5EF4-FFF2-40B4-BE49-F238E27FC236}">
                    <a16:creationId xmlns:a16="http://schemas.microsoft.com/office/drawing/2014/main" id="{EB47A879-416C-49DC-95E7-853591AE87F1}"/>
                  </a:ext>
                </a:extLst>
              </p:cNvPr>
              <p:cNvSpPr txBox="1"/>
              <p:nvPr>
                <p:custDataLst>
                  <p:tags r:id="rId3"/>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3</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Tree>
    <p:extLst>
      <p:ext uri="{BB962C8B-B14F-4D97-AF65-F5344CB8AC3E}">
        <p14:creationId xmlns:p14="http://schemas.microsoft.com/office/powerpoint/2010/main" val="36167208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91FA4A1-0641-44FF-8CC8-B372D988D94A}"/>
              </a:ext>
            </a:extLst>
          </p:cNvPr>
          <p:cNvGrpSpPr/>
          <p:nvPr/>
        </p:nvGrpSpPr>
        <p:grpSpPr>
          <a:xfrm>
            <a:off x="-37438" y="-713856"/>
            <a:ext cx="3841480" cy="7401806"/>
            <a:chOff x="-180629" y="-706144"/>
            <a:chExt cx="3841480" cy="7401806"/>
          </a:xfrm>
        </p:grpSpPr>
        <p:sp>
          <p:nvSpPr>
            <p:cNvPr id="3" name="文本框 2">
              <a:extLst>
                <a:ext uri="{FF2B5EF4-FFF2-40B4-BE49-F238E27FC236}">
                  <a16:creationId xmlns:a16="http://schemas.microsoft.com/office/drawing/2014/main" id="{649D6099-CCD8-4141-B6FF-D55DCB12CFBF}"/>
                </a:ext>
              </a:extLst>
            </p:cNvPr>
            <p:cNvSpPr txBox="1"/>
            <p:nvPr>
              <p:custDataLst>
                <p:tags r:id="rId1"/>
              </p:custDataLst>
            </p:nvPr>
          </p:nvSpPr>
          <p:spPr>
            <a:xfrm>
              <a:off x="-58700" y="-552448"/>
              <a:ext cx="3719551" cy="7248110"/>
            </a:xfrm>
            <a:prstGeom prst="rect">
              <a:avLst/>
            </a:prstGeom>
            <a:noFill/>
            <a:effectLst/>
          </p:spPr>
          <p:txBody>
            <a:bodyPr wrap="none" lIns="106652" tIns="53326" rIns="106652" bIns="53326" rtlCol="0">
              <a:spAutoFit/>
            </a:bodyPr>
            <a:lstStyle/>
            <a:p>
              <a:r>
                <a:rPr lang="en-US" altLang="zh-CN"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rPr>
                <a:t>4</a:t>
              </a:r>
              <a:endParaRPr lang="zh-CN" altLang="en-US" sz="46400" dirty="0">
                <a:ln w="25781">
                  <a:gradFill>
                    <a:gsLst>
                      <a:gs pos="10000">
                        <a:schemeClr val="accent1"/>
                      </a:gs>
                      <a:gs pos="83000">
                        <a:schemeClr val="accent2">
                          <a:lumMod val="60000"/>
                          <a:lumOff val="40000"/>
                          <a:alpha val="0"/>
                        </a:schemeClr>
                      </a:gs>
                    </a:gsLst>
                    <a:lin ang="5400000" scaled="1"/>
                  </a:gradFill>
                </a:ln>
                <a:gradFill>
                  <a:gsLst>
                    <a:gs pos="0">
                      <a:schemeClr val="accent1"/>
                    </a:gs>
                    <a:gs pos="92000">
                      <a:schemeClr val="accent2">
                        <a:lumMod val="60000"/>
                        <a:lumOff val="40000"/>
                        <a:alpha val="0"/>
                      </a:schemeClr>
                    </a:gs>
                  </a:gsLst>
                  <a:lin ang="5400000" scaled="1"/>
                </a:gradFill>
                <a:effectLst>
                  <a:outerShdw blurRad="73660" sx="102000" sy="102000" algn="ctr" rotWithShape="0">
                    <a:srgbClr val="F0AAAD">
                      <a:alpha val="40000"/>
                    </a:srgbClr>
                  </a:outerShdw>
                </a:effectLst>
                <a:ea typeface="江城黑体 700W" panose="020B0800000000000000" pitchFamily="34" charset="-122"/>
              </a:endParaRPr>
            </a:p>
          </p:txBody>
        </p:sp>
        <p:sp>
          <p:nvSpPr>
            <p:cNvPr id="4" name="文本框 3">
              <a:extLst>
                <a:ext uri="{FF2B5EF4-FFF2-40B4-BE49-F238E27FC236}">
                  <a16:creationId xmlns:a16="http://schemas.microsoft.com/office/drawing/2014/main" id="{8405DBA0-34E1-403D-92B1-C5922210F50F}"/>
                </a:ext>
              </a:extLst>
            </p:cNvPr>
            <p:cNvSpPr txBox="1"/>
            <p:nvPr>
              <p:custDataLst>
                <p:tags r:id="rId2"/>
              </p:custDataLst>
            </p:nvPr>
          </p:nvSpPr>
          <p:spPr>
            <a:xfrm>
              <a:off x="-180629" y="-706144"/>
              <a:ext cx="3719551" cy="7248110"/>
            </a:xfrm>
            <a:prstGeom prst="rect">
              <a:avLst/>
            </a:prstGeom>
            <a:noFill/>
            <a:effectLst/>
          </p:spPr>
          <p:txBody>
            <a:bodyPr wrap="none" lIns="106652" tIns="53326" rIns="106652" bIns="53326" rtlCol="0">
              <a:spAutoFit/>
            </a:bodyPr>
            <a:lstStyle/>
            <a:p>
              <a:r>
                <a:rPr lang="en-US" altLang="zh-CN"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rPr>
                <a:t>4</a:t>
              </a:r>
              <a:endParaRPr lang="zh-CN" altLang="en-US" sz="46400" dirty="0">
                <a:ln w="15875">
                  <a:gradFill>
                    <a:gsLst>
                      <a:gs pos="29000">
                        <a:schemeClr val="accent1"/>
                      </a:gs>
                      <a:gs pos="90000">
                        <a:schemeClr val="accent2">
                          <a:lumMod val="40000"/>
                          <a:lumOff val="60000"/>
                          <a:alpha val="26000"/>
                        </a:schemeClr>
                      </a:gs>
                    </a:gsLst>
                    <a:lin ang="5400000" scaled="1"/>
                  </a:gradFill>
                </a:ln>
                <a:noFill/>
                <a:effectLst>
                  <a:outerShdw blurRad="73660" sx="102000" sy="102000" algn="ctr" rotWithShape="0">
                    <a:srgbClr val="F0AAAD">
                      <a:alpha val="40000"/>
                    </a:srgbClr>
                  </a:outerShdw>
                </a:effectLst>
                <a:ea typeface="江城黑体 700W" panose="020B0800000000000000" pitchFamily="34" charset="-122"/>
              </a:endParaRPr>
            </a:p>
          </p:txBody>
        </p:sp>
      </p:grpSp>
      <p:grpSp>
        <p:nvGrpSpPr>
          <p:cNvPr id="5" name="组合 4">
            <a:extLst>
              <a:ext uri="{FF2B5EF4-FFF2-40B4-BE49-F238E27FC236}">
                <a16:creationId xmlns:a16="http://schemas.microsoft.com/office/drawing/2014/main" id="{9999916D-2117-45EA-A941-41E76C3A285D}"/>
              </a:ext>
            </a:extLst>
          </p:cNvPr>
          <p:cNvGrpSpPr/>
          <p:nvPr/>
        </p:nvGrpSpPr>
        <p:grpSpPr>
          <a:xfrm>
            <a:off x="3090777" y="2485923"/>
            <a:ext cx="3976246" cy="1681279"/>
            <a:chOff x="2358339" y="2159339"/>
            <a:chExt cx="3976246" cy="1681279"/>
          </a:xfrm>
        </p:grpSpPr>
        <p:grpSp>
          <p:nvGrpSpPr>
            <p:cNvPr id="6" name="组合 5">
              <a:extLst>
                <a:ext uri="{FF2B5EF4-FFF2-40B4-BE49-F238E27FC236}">
                  <a16:creationId xmlns:a16="http://schemas.microsoft.com/office/drawing/2014/main" id="{292BA9B8-1A20-41BE-BFEE-B917B517F2FC}"/>
                </a:ext>
              </a:extLst>
            </p:cNvPr>
            <p:cNvGrpSpPr/>
            <p:nvPr/>
          </p:nvGrpSpPr>
          <p:grpSpPr>
            <a:xfrm>
              <a:off x="2358339" y="2159339"/>
              <a:ext cx="3976246" cy="1112649"/>
              <a:chOff x="2351458" y="2159339"/>
              <a:chExt cx="3976246" cy="1112649"/>
            </a:xfrm>
          </p:grpSpPr>
          <p:grpSp>
            <p:nvGrpSpPr>
              <p:cNvPr id="11" name="组合 10">
                <a:extLst>
                  <a:ext uri="{FF2B5EF4-FFF2-40B4-BE49-F238E27FC236}">
                    <a16:creationId xmlns:a16="http://schemas.microsoft.com/office/drawing/2014/main" id="{B31B9C3D-9C49-4E83-BB8F-93BE74E42463}"/>
                  </a:ext>
                </a:extLst>
              </p:cNvPr>
              <p:cNvGrpSpPr/>
              <p:nvPr/>
            </p:nvGrpSpPr>
            <p:grpSpPr>
              <a:xfrm>
                <a:off x="2351458" y="2159339"/>
                <a:ext cx="3615693" cy="1001546"/>
                <a:chOff x="1661928" y="1996835"/>
                <a:chExt cx="3615693" cy="1001546"/>
              </a:xfrm>
            </p:grpSpPr>
            <p:cxnSp>
              <p:nvCxnSpPr>
                <p:cNvPr id="13" name="直接连接符 12">
                  <a:extLst>
                    <a:ext uri="{FF2B5EF4-FFF2-40B4-BE49-F238E27FC236}">
                      <a16:creationId xmlns:a16="http://schemas.microsoft.com/office/drawing/2014/main" id="{334F54DE-9C22-42A9-80F7-102C9388E872}"/>
                    </a:ext>
                  </a:extLst>
                </p:cNvPr>
                <p:cNvCxnSpPr>
                  <a:cxnSpLocks/>
                </p:cNvCxnSpPr>
                <p:nvPr/>
              </p:nvCxnSpPr>
              <p:spPr>
                <a:xfrm flipH="1">
                  <a:off x="3970839" y="2588118"/>
                  <a:ext cx="24" cy="0"/>
                </a:xfrm>
                <a:prstGeom prst="line">
                  <a:avLst/>
                </a:prstGeom>
                <a:ln w="11402">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72ACCE4-C764-4E7D-9F50-E63DDC97C45D}"/>
                    </a:ext>
                  </a:extLst>
                </p:cNvPr>
                <p:cNvCxnSpPr>
                  <a:cxnSpLocks/>
                </p:cNvCxnSpPr>
                <p:nvPr/>
              </p:nvCxnSpPr>
              <p:spPr>
                <a:xfrm flipH="1">
                  <a:off x="2081480" y="1996835"/>
                  <a:ext cx="2541854" cy="0"/>
                </a:xfrm>
                <a:prstGeom prst="line">
                  <a:avLst/>
                </a:prstGeom>
                <a:ln w="11402">
                  <a:gradFill flip="none" rotWithShape="1">
                    <a:gsLst>
                      <a:gs pos="0">
                        <a:schemeClr val="accent1">
                          <a:alpha val="60000"/>
                        </a:schemeClr>
                      </a:gs>
                      <a:gs pos="100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F6918F1-A13B-4186-840A-E9F989241333}"/>
                    </a:ext>
                  </a:extLst>
                </p:cNvPr>
                <p:cNvCxnSpPr>
                  <a:cxnSpLocks/>
                </p:cNvCxnSpPr>
                <p:nvPr/>
              </p:nvCxnSpPr>
              <p:spPr>
                <a:xfrm>
                  <a:off x="4521891" y="2998381"/>
                  <a:ext cx="755730" cy="0"/>
                </a:xfrm>
                <a:prstGeom prst="line">
                  <a:avLst/>
                </a:prstGeom>
                <a:ln w="15202">
                  <a:gradFill flip="none" rotWithShape="1">
                    <a:gsLst>
                      <a:gs pos="0">
                        <a:schemeClr val="accent1">
                          <a:alpha val="40000"/>
                        </a:schemeClr>
                      </a:gs>
                      <a:gs pos="100000">
                        <a:schemeClr val="accent1">
                          <a:alpha val="800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1E27BFB-B706-47C5-909E-ADC8A121F2A6}"/>
                    </a:ext>
                  </a:extLst>
                </p:cNvPr>
                <p:cNvCxnSpPr>
                  <a:cxnSpLocks/>
                </p:cNvCxnSpPr>
                <p:nvPr/>
              </p:nvCxnSpPr>
              <p:spPr>
                <a:xfrm>
                  <a:off x="2593562" y="2074637"/>
                  <a:ext cx="755730" cy="0"/>
                </a:xfrm>
                <a:prstGeom prst="line">
                  <a:avLst/>
                </a:prstGeom>
                <a:ln w="7600">
                  <a:gradFill flip="none" rotWithShape="1">
                    <a:gsLst>
                      <a:gs pos="0">
                        <a:schemeClr val="accent1"/>
                      </a:gs>
                      <a:gs pos="81000">
                        <a:schemeClr val="accent1">
                          <a:alpha val="0"/>
                        </a:scheme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5606CB10-653E-4EE3-81F6-ADC77CCD0CCB}"/>
                    </a:ext>
                  </a:extLst>
                </p:cNvPr>
                <p:cNvSpPr txBox="1"/>
                <p:nvPr/>
              </p:nvSpPr>
              <p:spPr>
                <a:xfrm>
                  <a:off x="1661928" y="2083038"/>
                  <a:ext cx="3298811" cy="726076"/>
                </a:xfrm>
                <a:prstGeom prst="rect">
                  <a:avLst/>
                </a:prstGeom>
                <a:noFill/>
                <a:effectLst/>
              </p:spPr>
              <p:txBody>
                <a:bodyPr wrap="none" lIns="109454" tIns="54727" rIns="109454" bIns="54727" rtlCol="0">
                  <a:spAutoFit/>
                </a:bodyPr>
                <a:lstStyle/>
                <a:p>
                  <a:pPr algn="ctr"/>
                  <a:r>
                    <a:rPr lang="zh-CN" altLang="en-US" sz="4000" dirty="0">
                      <a:latin typeface="+mj-ea"/>
                      <a:ea typeface="+mj-ea"/>
                    </a:rPr>
                    <a:t>请输入大标题</a:t>
                  </a:r>
                </a:p>
              </p:txBody>
            </p:sp>
          </p:grpSp>
          <p:sp>
            <p:nvSpPr>
              <p:cNvPr id="12" name="文本框 11">
                <a:extLst>
                  <a:ext uri="{FF2B5EF4-FFF2-40B4-BE49-F238E27FC236}">
                    <a16:creationId xmlns:a16="http://schemas.microsoft.com/office/drawing/2014/main" id="{C92F48AC-9129-457B-BC09-510250F1D6A1}"/>
                  </a:ext>
                </a:extLst>
              </p:cNvPr>
              <p:cNvSpPr txBox="1"/>
              <p:nvPr/>
            </p:nvSpPr>
            <p:spPr>
              <a:xfrm>
                <a:off x="2381938" y="2833099"/>
                <a:ext cx="3945766" cy="438889"/>
              </a:xfrm>
              <a:prstGeom prst="rect">
                <a:avLst/>
              </a:prstGeom>
              <a:noFill/>
              <a:effectLst/>
            </p:spPr>
            <p:txBody>
              <a:bodyPr wrap="square" lIns="129845" tIns="64922" rIns="129845" bIns="64922">
                <a:spAutoFit/>
              </a:bodyPr>
              <a:lstStyle/>
              <a:p>
                <a:r>
                  <a:rPr lang="en-US" altLang="zh-CN" sz="2000" dirty="0">
                    <a:solidFill>
                      <a:schemeClr val="accent1"/>
                    </a:solidFill>
                    <a:latin typeface="+mj-ea"/>
                    <a:ea typeface="+mj-ea"/>
                  </a:rPr>
                  <a:t>Please enter a headline</a:t>
                </a:r>
                <a:endParaRPr lang="zh-CN" altLang="en-US" sz="2000" dirty="0">
                  <a:solidFill>
                    <a:schemeClr val="accent1"/>
                  </a:solidFill>
                  <a:latin typeface="+mj-ea"/>
                  <a:ea typeface="+mj-ea"/>
                </a:endParaRPr>
              </a:p>
            </p:txBody>
          </p:sp>
        </p:grpSp>
        <p:grpSp>
          <p:nvGrpSpPr>
            <p:cNvPr id="7" name="组合 6">
              <a:extLst>
                <a:ext uri="{FF2B5EF4-FFF2-40B4-BE49-F238E27FC236}">
                  <a16:creationId xmlns:a16="http://schemas.microsoft.com/office/drawing/2014/main" id="{AF4B02AD-3A35-4541-88D4-4237CAFA0472}"/>
                </a:ext>
              </a:extLst>
            </p:cNvPr>
            <p:cNvGrpSpPr/>
            <p:nvPr/>
          </p:nvGrpSpPr>
          <p:grpSpPr>
            <a:xfrm>
              <a:off x="2710831" y="3488521"/>
              <a:ext cx="1703552" cy="352097"/>
              <a:chOff x="-2268613" y="3688903"/>
              <a:chExt cx="1703552" cy="352097"/>
            </a:xfrm>
          </p:grpSpPr>
          <p:cxnSp>
            <p:nvCxnSpPr>
              <p:cNvPr id="8" name="直接连接符 7">
                <a:extLst>
                  <a:ext uri="{FF2B5EF4-FFF2-40B4-BE49-F238E27FC236}">
                    <a16:creationId xmlns:a16="http://schemas.microsoft.com/office/drawing/2014/main" id="{55FF3333-0BC2-4568-88A7-95561FD0CC61}"/>
                  </a:ext>
                </a:extLst>
              </p:cNvPr>
              <p:cNvCxnSpPr/>
              <p:nvPr/>
            </p:nvCxnSpPr>
            <p:spPr>
              <a:xfrm>
                <a:off x="-2268613" y="3864952"/>
                <a:ext cx="1703552" cy="0"/>
              </a:xfrm>
              <a:prstGeom prst="line">
                <a:avLst/>
              </a:prstGeom>
              <a:ln w="447040" cap="rnd">
                <a:solidFill>
                  <a:schemeClr val="accent2">
                    <a:lumMod val="40000"/>
                    <a:lumOff val="6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0E53117-1261-4C9F-A035-EE925E3BFECE}"/>
                  </a:ext>
                </a:extLst>
              </p:cNvPr>
              <p:cNvCxnSpPr/>
              <p:nvPr/>
            </p:nvCxnSpPr>
            <p:spPr>
              <a:xfrm>
                <a:off x="-2268613" y="3864951"/>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47BFE01-4A85-4C23-BBA0-43F3746DCD4F}"/>
                  </a:ext>
                </a:extLst>
              </p:cNvPr>
              <p:cNvSpPr txBox="1"/>
              <p:nvPr/>
            </p:nvSpPr>
            <p:spPr>
              <a:xfrm>
                <a:off x="-2035089" y="3688903"/>
                <a:ext cx="1265886" cy="352097"/>
              </a:xfrm>
              <a:prstGeom prst="rect">
                <a:avLst/>
              </a:prstGeom>
              <a:noFill/>
              <a:effectLst/>
            </p:spPr>
            <p:txBody>
              <a:bodyPr wrap="none" lIns="80467" tIns="40234" rIns="80467" bIns="40234" rtlCol="0">
                <a:spAutoFit/>
              </a:bodyPr>
              <a:lstStyle/>
              <a:p>
                <a:pPr algn="ctr"/>
                <a:r>
                  <a:rPr lang="en-US" altLang="zh-CN" sz="1760" b="1" dirty="0">
                    <a:solidFill>
                      <a:schemeClr val="bg1"/>
                    </a:solidFill>
                    <a:latin typeface="+mj-ea"/>
                    <a:ea typeface="+mj-ea"/>
                  </a:rPr>
                  <a:t>Part Four</a:t>
                </a:r>
                <a:endParaRPr lang="zh-CN" altLang="en-US" sz="1760" b="1" dirty="0">
                  <a:solidFill>
                    <a:schemeClr val="bg1"/>
                  </a:solidFill>
                  <a:latin typeface="+mj-ea"/>
                  <a:ea typeface="+mj-ea"/>
                </a:endParaRPr>
              </a:p>
            </p:txBody>
          </p:sp>
        </p:grpSp>
      </p:grpSp>
    </p:spTree>
    <p:extLst>
      <p:ext uri="{BB962C8B-B14F-4D97-AF65-F5344CB8AC3E}">
        <p14:creationId xmlns:p14="http://schemas.microsoft.com/office/powerpoint/2010/main" val="3358589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685D543-8E47-4493-A86A-6AAA5997523C}"/>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AC05F33B-8F70-49B8-A08E-4145F04B3279}"/>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92D51EE4-2E41-4EA7-97EF-E9799C2A2499}"/>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29B2A23A-F79F-4EA2-9C53-0C5998599742}"/>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E8BBD1B3-0FC0-4E38-8770-B39EBD111A4A}"/>
                  </a:ext>
                </a:extLst>
              </p:cNvPr>
              <p:cNvSpPr/>
              <p:nvPr>
                <p:custDataLst>
                  <p:tags r:id="rId9"/>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867A7E2C-A967-40EE-B8F6-38F6F4CB4DC4}"/>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31EA43B3-4848-453D-83B9-E9B56597973E}"/>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60D35E46-804E-4220-851E-D78B33A810C6}"/>
                  </a:ext>
                </a:extLst>
              </p:cNvPr>
              <p:cNvSpPr/>
              <p:nvPr>
                <p:custDataLst>
                  <p:tags r:id="rId7"/>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96548A25-C8C2-4D8D-B558-B3E19703F630}"/>
                  </a:ext>
                </a:extLst>
              </p:cNvPr>
              <p:cNvSpPr txBox="1"/>
              <p:nvPr>
                <p:custDataLst>
                  <p:tags r:id="rId8"/>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4</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pSp>
        <p:nvGrpSpPr>
          <p:cNvPr id="11" name="组合 10">
            <a:extLst>
              <a:ext uri="{FF2B5EF4-FFF2-40B4-BE49-F238E27FC236}">
                <a16:creationId xmlns:a16="http://schemas.microsoft.com/office/drawing/2014/main" id="{5E732434-49F0-4444-ABD4-E65FB37A62F9}"/>
              </a:ext>
            </a:extLst>
          </p:cNvPr>
          <p:cNvGrpSpPr/>
          <p:nvPr/>
        </p:nvGrpSpPr>
        <p:grpSpPr>
          <a:xfrm>
            <a:off x="967209" y="2128573"/>
            <a:ext cx="10208021" cy="3010559"/>
            <a:chOff x="967209" y="2034678"/>
            <a:chExt cx="10208021" cy="3010559"/>
          </a:xfrm>
        </p:grpSpPr>
        <p:graphicFrame>
          <p:nvGraphicFramePr>
            <p:cNvPr id="12" name="图表 11">
              <a:extLst>
                <a:ext uri="{FF2B5EF4-FFF2-40B4-BE49-F238E27FC236}">
                  <a16:creationId xmlns:a16="http://schemas.microsoft.com/office/drawing/2014/main" id="{345A920C-3678-4E91-B32A-B5C54810293D}"/>
                </a:ext>
              </a:extLst>
            </p:cNvPr>
            <p:cNvGraphicFramePr/>
            <p:nvPr>
              <p:extLst>
                <p:ext uri="{D42A27DB-BD31-4B8C-83A1-F6EECF244321}">
                  <p14:modId xmlns:p14="http://schemas.microsoft.com/office/powerpoint/2010/main" val="1948218785"/>
                </p:ext>
              </p:extLst>
            </p:nvPr>
          </p:nvGraphicFramePr>
          <p:xfrm>
            <a:off x="967209" y="2034678"/>
            <a:ext cx="3649215" cy="243281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3" name="图表 12">
              <a:extLst>
                <a:ext uri="{FF2B5EF4-FFF2-40B4-BE49-F238E27FC236}">
                  <a16:creationId xmlns:a16="http://schemas.microsoft.com/office/drawing/2014/main" id="{5F8CAF0E-CEB6-4D08-98D8-AE591B6F3F35}"/>
                </a:ext>
              </a:extLst>
            </p:cNvPr>
            <p:cNvGraphicFramePr/>
            <p:nvPr>
              <p:extLst>
                <p:ext uri="{D42A27DB-BD31-4B8C-83A1-F6EECF244321}">
                  <p14:modId xmlns:p14="http://schemas.microsoft.com/office/powerpoint/2010/main" val="3803576568"/>
                </p:ext>
              </p:extLst>
            </p:nvPr>
          </p:nvGraphicFramePr>
          <p:xfrm>
            <a:off x="4246612" y="2034678"/>
            <a:ext cx="3649215" cy="2432810"/>
          </p:xfrm>
          <a:graphic>
            <a:graphicData uri="http://schemas.openxmlformats.org/drawingml/2006/chart">
              <c:chart xmlns:c="http://schemas.openxmlformats.org/drawingml/2006/chart" xmlns:r="http://schemas.openxmlformats.org/officeDocument/2006/relationships" r:id="rId12"/>
            </a:graphicData>
          </a:graphic>
        </p:graphicFrame>
        <p:graphicFrame>
          <p:nvGraphicFramePr>
            <p:cNvPr id="14" name="图表 13">
              <a:extLst>
                <a:ext uri="{FF2B5EF4-FFF2-40B4-BE49-F238E27FC236}">
                  <a16:creationId xmlns:a16="http://schemas.microsoft.com/office/drawing/2014/main" id="{B57C3377-D822-4A95-8AEC-1E82729D1ACE}"/>
                </a:ext>
              </a:extLst>
            </p:cNvPr>
            <p:cNvGraphicFramePr/>
            <p:nvPr>
              <p:extLst>
                <p:ext uri="{D42A27DB-BD31-4B8C-83A1-F6EECF244321}">
                  <p14:modId xmlns:p14="http://schemas.microsoft.com/office/powerpoint/2010/main" val="1131809638"/>
                </p:ext>
              </p:extLst>
            </p:nvPr>
          </p:nvGraphicFramePr>
          <p:xfrm>
            <a:off x="7526015" y="2034678"/>
            <a:ext cx="3649215" cy="2432810"/>
          </p:xfrm>
          <a:graphic>
            <a:graphicData uri="http://schemas.openxmlformats.org/drawingml/2006/chart">
              <c:chart xmlns:c="http://schemas.openxmlformats.org/drawingml/2006/chart" xmlns:r="http://schemas.openxmlformats.org/officeDocument/2006/relationships" r:id="rId13"/>
            </a:graphicData>
          </a:graphic>
        </p:graphicFrame>
        <p:sp>
          <p:nvSpPr>
            <p:cNvPr id="15" name="文本框 14">
              <a:extLst>
                <a:ext uri="{FF2B5EF4-FFF2-40B4-BE49-F238E27FC236}">
                  <a16:creationId xmlns:a16="http://schemas.microsoft.com/office/drawing/2014/main" id="{451BF790-40AE-4BCF-B0DD-F5A4C53AEB15}"/>
                </a:ext>
              </a:extLst>
            </p:cNvPr>
            <p:cNvSpPr txBox="1"/>
            <p:nvPr>
              <p:custDataLst>
                <p:tags r:id="rId1"/>
              </p:custDataLst>
            </p:nvPr>
          </p:nvSpPr>
          <p:spPr>
            <a:xfrm>
              <a:off x="2435897" y="2996029"/>
              <a:ext cx="807131"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tx1"/>
                  </a:solidFill>
                  <a:effectLst/>
                  <a:latin typeface="+mn-lt"/>
                </a:rPr>
                <a:t>60%</a:t>
              </a:r>
              <a:endParaRPr lang="zh-CN" altLang="en-US" sz="2500" dirty="0">
                <a:solidFill>
                  <a:schemeClr val="tx1"/>
                </a:solidFill>
                <a:effectLst/>
                <a:latin typeface="+mn-lt"/>
              </a:endParaRPr>
            </a:p>
          </p:txBody>
        </p:sp>
        <p:sp>
          <p:nvSpPr>
            <p:cNvPr id="16" name="文本框 15">
              <a:extLst>
                <a:ext uri="{FF2B5EF4-FFF2-40B4-BE49-F238E27FC236}">
                  <a16:creationId xmlns:a16="http://schemas.microsoft.com/office/drawing/2014/main" id="{F3239CD1-B39E-47D0-A769-F8C42A3772B4}"/>
                </a:ext>
              </a:extLst>
            </p:cNvPr>
            <p:cNvSpPr txBox="1"/>
            <p:nvPr>
              <p:custDataLst>
                <p:tags r:id="rId2"/>
              </p:custDataLst>
            </p:nvPr>
          </p:nvSpPr>
          <p:spPr>
            <a:xfrm>
              <a:off x="5645558" y="2996028"/>
              <a:ext cx="900882"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tx1"/>
                  </a:solidFill>
                  <a:effectLst/>
                  <a:latin typeface="+mn-lt"/>
                </a:rPr>
                <a:t>70%</a:t>
              </a:r>
              <a:endParaRPr lang="zh-CN" altLang="en-US" sz="2500" dirty="0">
                <a:solidFill>
                  <a:schemeClr val="tx1"/>
                </a:solidFill>
                <a:effectLst/>
                <a:latin typeface="+mn-lt"/>
              </a:endParaRPr>
            </a:p>
          </p:txBody>
        </p:sp>
        <p:sp>
          <p:nvSpPr>
            <p:cNvPr id="17" name="文本框 16">
              <a:extLst>
                <a:ext uri="{FF2B5EF4-FFF2-40B4-BE49-F238E27FC236}">
                  <a16:creationId xmlns:a16="http://schemas.microsoft.com/office/drawing/2014/main" id="{3173D5F0-59C7-4B4A-80CA-BC511EEB14A2}"/>
                </a:ext>
              </a:extLst>
            </p:cNvPr>
            <p:cNvSpPr txBox="1"/>
            <p:nvPr>
              <p:custDataLst>
                <p:tags r:id="rId3"/>
              </p:custDataLst>
            </p:nvPr>
          </p:nvSpPr>
          <p:spPr>
            <a:xfrm>
              <a:off x="9058605" y="2996027"/>
              <a:ext cx="823968"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tx1"/>
                  </a:solidFill>
                  <a:effectLst/>
                  <a:latin typeface="+mn-lt"/>
                </a:rPr>
                <a:t>50%</a:t>
              </a:r>
              <a:endParaRPr lang="zh-CN" altLang="en-US" sz="2500" dirty="0">
                <a:solidFill>
                  <a:schemeClr val="tx1"/>
                </a:solidFill>
                <a:effectLst/>
                <a:latin typeface="+mn-lt"/>
              </a:endParaRPr>
            </a:p>
          </p:txBody>
        </p:sp>
        <p:grpSp>
          <p:nvGrpSpPr>
            <p:cNvPr id="18" name="组合 17">
              <a:extLst>
                <a:ext uri="{FF2B5EF4-FFF2-40B4-BE49-F238E27FC236}">
                  <a16:creationId xmlns:a16="http://schemas.microsoft.com/office/drawing/2014/main" id="{92DF2B43-55EC-4A01-8F2D-5C29EC1D437F}"/>
                </a:ext>
              </a:extLst>
            </p:cNvPr>
            <p:cNvGrpSpPr/>
            <p:nvPr/>
          </p:nvGrpSpPr>
          <p:grpSpPr>
            <a:xfrm>
              <a:off x="1467461" y="4520939"/>
              <a:ext cx="2536332" cy="524298"/>
              <a:chOff x="1467461" y="4809702"/>
              <a:chExt cx="2536332" cy="524298"/>
            </a:xfrm>
          </p:grpSpPr>
          <p:sp>
            <p:nvSpPr>
              <p:cNvPr id="27" name="文本框 26">
                <a:extLst>
                  <a:ext uri="{FF2B5EF4-FFF2-40B4-BE49-F238E27FC236}">
                    <a16:creationId xmlns:a16="http://schemas.microsoft.com/office/drawing/2014/main" id="{440E82A0-5246-4E3F-A70F-DB6676D6EEE4}"/>
                  </a:ext>
                </a:extLst>
              </p:cNvPr>
              <p:cNvSpPr txBox="1"/>
              <p:nvPr>
                <p:custDataLst>
                  <p:tags r:id="rId6"/>
                </p:custDataLst>
              </p:nvPr>
            </p:nvSpPr>
            <p:spPr>
              <a:xfrm>
                <a:off x="1467461" y="4809702"/>
                <a:ext cx="2536332"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cxnSp>
            <p:nvCxnSpPr>
              <p:cNvPr id="29" name="直接连接符 28">
                <a:extLst>
                  <a:ext uri="{FF2B5EF4-FFF2-40B4-BE49-F238E27FC236}">
                    <a16:creationId xmlns:a16="http://schemas.microsoft.com/office/drawing/2014/main" id="{21402A59-30E7-4BA0-AC36-320A0101CBA6}"/>
                  </a:ext>
                </a:extLst>
              </p:cNvPr>
              <p:cNvCxnSpPr>
                <a:cxnSpLocks/>
              </p:cNvCxnSpPr>
              <p:nvPr/>
            </p:nvCxnSpPr>
            <p:spPr>
              <a:xfrm>
                <a:off x="2090572" y="533400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70A63B8C-3A69-4F66-A9BC-67FD7BACE233}"/>
                </a:ext>
              </a:extLst>
            </p:cNvPr>
            <p:cNvGrpSpPr/>
            <p:nvPr/>
          </p:nvGrpSpPr>
          <p:grpSpPr>
            <a:xfrm>
              <a:off x="4791322" y="4520939"/>
              <a:ext cx="2536332" cy="524298"/>
              <a:chOff x="1467461" y="4809702"/>
              <a:chExt cx="2536332" cy="524298"/>
            </a:xfrm>
          </p:grpSpPr>
          <p:sp>
            <p:nvSpPr>
              <p:cNvPr id="24" name="文本框 23">
                <a:extLst>
                  <a:ext uri="{FF2B5EF4-FFF2-40B4-BE49-F238E27FC236}">
                    <a16:creationId xmlns:a16="http://schemas.microsoft.com/office/drawing/2014/main" id="{EC6D4B63-2699-43E7-BAB3-0A36F993D6B1}"/>
                  </a:ext>
                </a:extLst>
              </p:cNvPr>
              <p:cNvSpPr txBox="1"/>
              <p:nvPr>
                <p:custDataLst>
                  <p:tags r:id="rId5"/>
                </p:custDataLst>
              </p:nvPr>
            </p:nvSpPr>
            <p:spPr>
              <a:xfrm>
                <a:off x="1467461" y="4809702"/>
                <a:ext cx="2536332"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cxnSp>
            <p:nvCxnSpPr>
              <p:cNvPr id="26" name="直接连接符 25">
                <a:extLst>
                  <a:ext uri="{FF2B5EF4-FFF2-40B4-BE49-F238E27FC236}">
                    <a16:creationId xmlns:a16="http://schemas.microsoft.com/office/drawing/2014/main" id="{84C59531-ABBB-4035-8F7F-AB2C7E1FB1D4}"/>
                  </a:ext>
                </a:extLst>
              </p:cNvPr>
              <p:cNvCxnSpPr>
                <a:cxnSpLocks/>
              </p:cNvCxnSpPr>
              <p:nvPr/>
            </p:nvCxnSpPr>
            <p:spPr>
              <a:xfrm>
                <a:off x="2090572" y="533400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0BDF49CF-FBF4-4257-B335-F6676614D521}"/>
                </a:ext>
              </a:extLst>
            </p:cNvPr>
            <p:cNvGrpSpPr/>
            <p:nvPr/>
          </p:nvGrpSpPr>
          <p:grpSpPr>
            <a:xfrm>
              <a:off x="8115183" y="4520939"/>
              <a:ext cx="2536332" cy="524298"/>
              <a:chOff x="1467461" y="4809702"/>
              <a:chExt cx="2536332" cy="524298"/>
            </a:xfrm>
          </p:grpSpPr>
          <p:sp>
            <p:nvSpPr>
              <p:cNvPr id="21" name="文本框 20">
                <a:extLst>
                  <a:ext uri="{FF2B5EF4-FFF2-40B4-BE49-F238E27FC236}">
                    <a16:creationId xmlns:a16="http://schemas.microsoft.com/office/drawing/2014/main" id="{B47FE8A0-EA6B-44C2-9CBF-F59F7BD7A257}"/>
                  </a:ext>
                </a:extLst>
              </p:cNvPr>
              <p:cNvSpPr txBox="1"/>
              <p:nvPr>
                <p:custDataLst>
                  <p:tags r:id="rId4"/>
                </p:custDataLst>
              </p:nvPr>
            </p:nvSpPr>
            <p:spPr>
              <a:xfrm>
                <a:off x="1467461" y="4809702"/>
                <a:ext cx="2536332" cy="384091"/>
              </a:xfrm>
              <a:prstGeom prst="rect">
                <a:avLst/>
              </a:prstGeom>
              <a:noFill/>
              <a:effectLst/>
            </p:spPr>
            <p:txBody>
              <a:bodyPr wrap="square" lIns="75575" tIns="37788" rIns="75575" bIns="37788" rtlCol="0">
                <a:spAutoFit/>
              </a:bodyPr>
              <a:lstStyle/>
              <a:p>
                <a:pPr algn="ctr"/>
                <a:r>
                  <a:rPr lang="zh-CN" altLang="en-US" sz="2000" dirty="0">
                    <a:latin typeface="+mj-ea"/>
                    <a:ea typeface="+mj-ea"/>
                  </a:rPr>
                  <a:t>请输入小标题</a:t>
                </a:r>
              </a:p>
            </p:txBody>
          </p:sp>
          <p:cxnSp>
            <p:nvCxnSpPr>
              <p:cNvPr id="23" name="直接连接符 22">
                <a:extLst>
                  <a:ext uri="{FF2B5EF4-FFF2-40B4-BE49-F238E27FC236}">
                    <a16:creationId xmlns:a16="http://schemas.microsoft.com/office/drawing/2014/main" id="{163D5831-1522-41BA-A697-A9D2BC43E487}"/>
                  </a:ext>
                </a:extLst>
              </p:cNvPr>
              <p:cNvCxnSpPr>
                <a:cxnSpLocks/>
              </p:cNvCxnSpPr>
              <p:nvPr/>
            </p:nvCxnSpPr>
            <p:spPr>
              <a:xfrm>
                <a:off x="2090572" y="5334000"/>
                <a:ext cx="1290110" cy="0"/>
              </a:xfrm>
              <a:prstGeom prst="line">
                <a:avLst/>
              </a:prstGeom>
              <a:ln w="508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grpSp>
        <p:nvGrpSpPr>
          <p:cNvPr id="30" name="组合 29">
            <a:extLst>
              <a:ext uri="{FF2B5EF4-FFF2-40B4-BE49-F238E27FC236}">
                <a16:creationId xmlns:a16="http://schemas.microsoft.com/office/drawing/2014/main" id="{3D05FC8F-83B5-4A2C-94BF-D18634C1363B}"/>
              </a:ext>
            </a:extLst>
          </p:cNvPr>
          <p:cNvGrpSpPr/>
          <p:nvPr/>
        </p:nvGrpSpPr>
        <p:grpSpPr>
          <a:xfrm>
            <a:off x="1541628" y="1398137"/>
            <a:ext cx="9109888" cy="637747"/>
            <a:chOff x="732970" y="1498334"/>
            <a:chExt cx="10727203" cy="637747"/>
          </a:xfrm>
        </p:grpSpPr>
        <p:sp>
          <p:nvSpPr>
            <p:cNvPr id="31" name="矩形: 圆角 30">
              <a:extLst>
                <a:ext uri="{FF2B5EF4-FFF2-40B4-BE49-F238E27FC236}">
                  <a16:creationId xmlns:a16="http://schemas.microsoft.com/office/drawing/2014/main" id="{ED6192D1-221C-4C8A-900E-B769B305BBC9}"/>
                </a:ext>
              </a:extLst>
            </p:cNvPr>
            <p:cNvSpPr/>
            <p:nvPr/>
          </p:nvSpPr>
          <p:spPr>
            <a:xfrm>
              <a:off x="732970" y="1498334"/>
              <a:ext cx="10727203" cy="637747"/>
            </a:xfrm>
            <a:prstGeom prst="roundRect">
              <a:avLst>
                <a:gd name="adj" fmla="val 6754"/>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rgbClr val="C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32" name="文本框 31">
              <a:extLst>
                <a:ext uri="{FF2B5EF4-FFF2-40B4-BE49-F238E27FC236}">
                  <a16:creationId xmlns:a16="http://schemas.microsoft.com/office/drawing/2014/main" id="{B2128E84-9D26-4D00-B46D-22DCA6C351B9}"/>
                </a:ext>
              </a:extLst>
            </p:cNvPr>
            <p:cNvSpPr txBox="1"/>
            <p:nvPr/>
          </p:nvSpPr>
          <p:spPr>
            <a:xfrm>
              <a:off x="3552270" y="1622818"/>
              <a:ext cx="5087458"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请在此处输入一句得出的结论</a:t>
              </a:r>
            </a:p>
          </p:txBody>
        </p:sp>
      </p:grpSp>
      <p:sp>
        <p:nvSpPr>
          <p:cNvPr id="33" name="文本框 32">
            <a:extLst>
              <a:ext uri="{FF2B5EF4-FFF2-40B4-BE49-F238E27FC236}">
                <a16:creationId xmlns:a16="http://schemas.microsoft.com/office/drawing/2014/main" id="{FBD302B3-6154-44BD-BB52-B19816E4139B}"/>
              </a:ext>
            </a:extLst>
          </p:cNvPr>
          <p:cNvSpPr txBox="1"/>
          <p:nvPr/>
        </p:nvSpPr>
        <p:spPr>
          <a:xfrm>
            <a:off x="2090572" y="5279340"/>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
        <p:nvSpPr>
          <p:cNvPr id="34" name="文本框 33">
            <a:extLst>
              <a:ext uri="{FF2B5EF4-FFF2-40B4-BE49-F238E27FC236}">
                <a16:creationId xmlns:a16="http://schemas.microsoft.com/office/drawing/2014/main" id="{6C626DD1-126D-4353-AC6C-1887E25F237D}"/>
              </a:ext>
            </a:extLst>
          </p:cNvPr>
          <p:cNvSpPr txBox="1"/>
          <p:nvPr/>
        </p:nvSpPr>
        <p:spPr>
          <a:xfrm>
            <a:off x="5404133" y="5279340"/>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
        <p:nvSpPr>
          <p:cNvPr id="35" name="文本框 34">
            <a:extLst>
              <a:ext uri="{FF2B5EF4-FFF2-40B4-BE49-F238E27FC236}">
                <a16:creationId xmlns:a16="http://schemas.microsoft.com/office/drawing/2014/main" id="{A23FF1DB-C93B-478C-AEA9-0DD0907A5BE4}"/>
              </a:ext>
            </a:extLst>
          </p:cNvPr>
          <p:cNvSpPr txBox="1"/>
          <p:nvPr/>
        </p:nvSpPr>
        <p:spPr>
          <a:xfrm>
            <a:off x="8717696" y="5279340"/>
            <a:ext cx="1383732" cy="568757"/>
          </a:xfrm>
          <a:prstGeom prst="rect">
            <a:avLst/>
          </a:prstGeom>
          <a:noFill/>
          <a:effectLst/>
        </p:spPr>
        <p:txBody>
          <a:bodyPr wrap="none" lIns="75575" tIns="37788" rIns="75575" bIns="37788" rtlCol="0">
            <a:spAutoFit/>
          </a:bodyPr>
          <a:lstStyle/>
          <a:p>
            <a:pPr algn="ctr"/>
            <a:r>
              <a:rPr lang="zh-CN" altLang="en-US" sz="1600" dirty="0">
                <a:latin typeface="+mn-ea"/>
              </a:rPr>
              <a:t>西安交通大学</a:t>
            </a:r>
            <a:endParaRPr lang="en-US" altLang="zh-CN" sz="1600" dirty="0">
              <a:latin typeface="+mn-ea"/>
            </a:endParaRPr>
          </a:p>
          <a:p>
            <a:pPr algn="ctr"/>
            <a:r>
              <a:rPr lang="zh-CN" altLang="en-US" sz="1600" dirty="0">
                <a:latin typeface="+mn-ea"/>
              </a:rPr>
              <a:t>著名高等学府</a:t>
            </a:r>
            <a:endParaRPr lang="en-US" altLang="zh-CN" sz="1600" dirty="0">
              <a:latin typeface="+mn-ea"/>
            </a:endParaRPr>
          </a:p>
        </p:txBody>
      </p:sp>
    </p:spTree>
    <p:extLst>
      <p:ext uri="{BB962C8B-B14F-4D97-AF65-F5344CB8AC3E}">
        <p14:creationId xmlns:p14="http://schemas.microsoft.com/office/powerpoint/2010/main" val="2641852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DABCC26-A722-4DAA-912B-61BE7D3360F8}"/>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D4AEE5E0-5DB3-495F-A34D-43C993DABD0D}"/>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3395FF5D-B7CD-461F-B039-A458131B3E7C}"/>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5EECFD73-39CC-4377-87F8-B2B23193F3E0}"/>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736A2EBA-991C-421D-B99F-823D73A95B43}"/>
                  </a:ext>
                </a:extLst>
              </p:cNvPr>
              <p:cNvSpPr/>
              <p:nvPr>
                <p:custDataLst>
                  <p:tags r:id="rId4"/>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7754FCAE-0CDF-44EB-94CF-FD8E0C4DAE6A}"/>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ECEC8CA3-2226-4BAB-A3E3-927AB90DD207}"/>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BC1E8B16-6906-4A4D-8CE4-AA4BD1DDD530}"/>
                  </a:ext>
                </a:extLst>
              </p:cNvPr>
              <p:cNvSpPr/>
              <p:nvPr>
                <p:custDataLst>
                  <p:tags r:id="rId2"/>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0B20D8F8-5156-485E-A029-5046B5254778}"/>
                  </a:ext>
                </a:extLst>
              </p:cNvPr>
              <p:cNvSpPr txBox="1"/>
              <p:nvPr>
                <p:custDataLst>
                  <p:tags r:id="rId3"/>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4</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graphicFrame>
        <p:nvGraphicFramePr>
          <p:cNvPr id="14" name="图表 13">
            <a:extLst>
              <a:ext uri="{FF2B5EF4-FFF2-40B4-BE49-F238E27FC236}">
                <a16:creationId xmlns:a16="http://schemas.microsoft.com/office/drawing/2014/main" id="{96602844-E01E-4D42-91B2-568A636C47D2}"/>
              </a:ext>
            </a:extLst>
          </p:cNvPr>
          <p:cNvGraphicFramePr/>
          <p:nvPr>
            <p:extLst>
              <p:ext uri="{D42A27DB-BD31-4B8C-83A1-F6EECF244321}">
                <p14:modId xmlns:p14="http://schemas.microsoft.com/office/powerpoint/2010/main" val="1028869262"/>
              </p:ext>
            </p:extLst>
          </p:nvPr>
        </p:nvGraphicFramePr>
        <p:xfrm>
          <a:off x="1300629" y="2531924"/>
          <a:ext cx="5376878" cy="3145653"/>
        </p:xfrm>
        <a:graphic>
          <a:graphicData uri="http://schemas.openxmlformats.org/drawingml/2006/chart">
            <c:chart xmlns:c="http://schemas.openxmlformats.org/drawingml/2006/chart" xmlns:r="http://schemas.openxmlformats.org/officeDocument/2006/relationships" r:id="rId6"/>
          </a:graphicData>
        </a:graphic>
      </p:graphicFrame>
      <p:sp>
        <p:nvSpPr>
          <p:cNvPr id="16" name="矩形: 圆角 15">
            <a:extLst>
              <a:ext uri="{FF2B5EF4-FFF2-40B4-BE49-F238E27FC236}">
                <a16:creationId xmlns:a16="http://schemas.microsoft.com/office/drawing/2014/main" id="{8B16F59F-8EE2-44E5-8BAA-70F355570250}"/>
              </a:ext>
            </a:extLst>
          </p:cNvPr>
          <p:cNvSpPr/>
          <p:nvPr>
            <p:custDataLst>
              <p:tags r:id="rId1"/>
            </p:custDataLst>
          </p:nvPr>
        </p:nvSpPr>
        <p:spPr>
          <a:xfrm>
            <a:off x="6734423" y="2693028"/>
            <a:ext cx="3917093" cy="2788370"/>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pSp>
        <p:nvGrpSpPr>
          <p:cNvPr id="17" name="组合 16">
            <a:extLst>
              <a:ext uri="{FF2B5EF4-FFF2-40B4-BE49-F238E27FC236}">
                <a16:creationId xmlns:a16="http://schemas.microsoft.com/office/drawing/2014/main" id="{9E240FF1-3703-42AC-A299-10D8B394AAA1}"/>
              </a:ext>
            </a:extLst>
          </p:cNvPr>
          <p:cNvGrpSpPr/>
          <p:nvPr/>
        </p:nvGrpSpPr>
        <p:grpSpPr>
          <a:xfrm>
            <a:off x="7435444" y="3089617"/>
            <a:ext cx="2515050" cy="603819"/>
            <a:chOff x="1840141" y="2257631"/>
            <a:chExt cx="2515050" cy="603819"/>
          </a:xfrm>
        </p:grpSpPr>
        <p:cxnSp>
          <p:nvCxnSpPr>
            <p:cNvPr id="18" name="直接连接符 17">
              <a:extLst>
                <a:ext uri="{FF2B5EF4-FFF2-40B4-BE49-F238E27FC236}">
                  <a16:creationId xmlns:a16="http://schemas.microsoft.com/office/drawing/2014/main" id="{F6C84C33-FB03-4AE6-9473-805252A9B070}"/>
                </a:ext>
              </a:extLst>
            </p:cNvPr>
            <p:cNvCxnSpPr>
              <a:cxnSpLocks/>
            </p:cNvCxnSpPr>
            <p:nvPr/>
          </p:nvCxnSpPr>
          <p:spPr>
            <a:xfrm flipH="1">
              <a:off x="1840141" y="2861450"/>
              <a:ext cx="2515050" cy="0"/>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23CCD15D-2AE8-4E97-8542-7728B0BE2F71}"/>
                </a:ext>
              </a:extLst>
            </p:cNvPr>
            <p:cNvSpPr txBox="1"/>
            <p:nvPr/>
          </p:nvSpPr>
          <p:spPr>
            <a:xfrm>
              <a:off x="1910853" y="2257631"/>
              <a:ext cx="2204470" cy="384091"/>
            </a:xfrm>
            <a:prstGeom prst="rect">
              <a:avLst/>
            </a:prstGeom>
            <a:noFill/>
            <a:effectLst/>
          </p:spPr>
          <p:txBody>
            <a:bodyPr wrap="none" lIns="75575" tIns="37788" rIns="75575" bIns="37788" rtlCol="0">
              <a:spAutoFit/>
            </a:bodyPr>
            <a:lstStyle/>
            <a:p>
              <a:pPr algn="ctr"/>
              <a:r>
                <a:rPr lang="zh-CN" altLang="en-US" sz="2000" dirty="0">
                  <a:latin typeface="+mj-ea"/>
                  <a:ea typeface="+mj-ea"/>
                </a:rPr>
                <a:t>此处请输入小标题</a:t>
              </a:r>
            </a:p>
          </p:txBody>
        </p:sp>
      </p:grpSp>
      <p:grpSp>
        <p:nvGrpSpPr>
          <p:cNvPr id="22" name="组合 21">
            <a:extLst>
              <a:ext uri="{FF2B5EF4-FFF2-40B4-BE49-F238E27FC236}">
                <a16:creationId xmlns:a16="http://schemas.microsoft.com/office/drawing/2014/main" id="{985C3D09-65B1-4FCF-9287-11DAB2E610C2}"/>
              </a:ext>
            </a:extLst>
          </p:cNvPr>
          <p:cNvGrpSpPr/>
          <p:nvPr/>
        </p:nvGrpSpPr>
        <p:grpSpPr>
          <a:xfrm>
            <a:off x="1541628" y="1398137"/>
            <a:ext cx="9109888" cy="637747"/>
            <a:chOff x="732970" y="1498334"/>
            <a:chExt cx="10727203" cy="637747"/>
          </a:xfrm>
        </p:grpSpPr>
        <p:sp>
          <p:nvSpPr>
            <p:cNvPr id="23" name="矩形: 圆角 22">
              <a:extLst>
                <a:ext uri="{FF2B5EF4-FFF2-40B4-BE49-F238E27FC236}">
                  <a16:creationId xmlns:a16="http://schemas.microsoft.com/office/drawing/2014/main" id="{23595C7A-EE57-4E34-8BED-27E69136D768}"/>
                </a:ext>
              </a:extLst>
            </p:cNvPr>
            <p:cNvSpPr/>
            <p:nvPr/>
          </p:nvSpPr>
          <p:spPr>
            <a:xfrm>
              <a:off x="732970" y="1498334"/>
              <a:ext cx="10727203" cy="637747"/>
            </a:xfrm>
            <a:prstGeom prst="roundRect">
              <a:avLst>
                <a:gd name="adj" fmla="val 6754"/>
              </a:avLst>
            </a:prstGeom>
            <a:gradFill>
              <a:gsLst>
                <a:gs pos="0">
                  <a:schemeClr val="accent1">
                    <a:alpha val="8000"/>
                  </a:schemeClr>
                </a:gs>
                <a:gs pos="100000">
                  <a:schemeClr val="accent1">
                    <a:alpha val="0"/>
                  </a:schemeClr>
                </a:gs>
              </a:gsLst>
              <a:lin ang="5400000" scaled="1"/>
            </a:gradFill>
            <a:ln w="19050">
              <a:gradFill>
                <a:gsLst>
                  <a:gs pos="0">
                    <a:schemeClr val="accent1"/>
                  </a:gs>
                  <a:gs pos="100000">
                    <a:schemeClr val="accent1"/>
                  </a:gs>
                </a:gsLst>
                <a:lin ang="5400000" scaled="1"/>
              </a:gradFill>
            </a:ln>
            <a:effectLst>
              <a:outerShdw blurRad="41986" dist="31490" dir="5400000" algn="t" rotWithShape="0">
                <a:srgbClr val="C00000">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sp>
          <p:nvSpPr>
            <p:cNvPr id="24" name="文本框 23">
              <a:extLst>
                <a:ext uri="{FF2B5EF4-FFF2-40B4-BE49-F238E27FC236}">
                  <a16:creationId xmlns:a16="http://schemas.microsoft.com/office/drawing/2014/main" id="{BD81779B-4B30-43DE-A9D3-B8CD32353DA1}"/>
                </a:ext>
              </a:extLst>
            </p:cNvPr>
            <p:cNvSpPr txBox="1"/>
            <p:nvPr/>
          </p:nvSpPr>
          <p:spPr>
            <a:xfrm>
              <a:off x="3552270" y="1622818"/>
              <a:ext cx="5087458"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请在此处输入一句得出的结论</a:t>
              </a:r>
            </a:p>
          </p:txBody>
        </p:sp>
      </p:grpSp>
      <p:sp>
        <p:nvSpPr>
          <p:cNvPr id="26" name="文本框 25">
            <a:extLst>
              <a:ext uri="{FF2B5EF4-FFF2-40B4-BE49-F238E27FC236}">
                <a16:creationId xmlns:a16="http://schemas.microsoft.com/office/drawing/2014/main" id="{435BDBDC-BF02-4072-93A4-1E06FBF7DF9A}"/>
              </a:ext>
            </a:extLst>
          </p:cNvPr>
          <p:cNvSpPr txBox="1"/>
          <p:nvPr/>
        </p:nvSpPr>
        <p:spPr>
          <a:xfrm>
            <a:off x="7435444" y="3947219"/>
            <a:ext cx="2768099" cy="908530"/>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西安交通大学是我国最早兴办享誉海内外的著名高等学府。</a:t>
            </a:r>
          </a:p>
        </p:txBody>
      </p:sp>
    </p:spTree>
    <p:extLst>
      <p:ext uri="{BB962C8B-B14F-4D97-AF65-F5344CB8AC3E}">
        <p14:creationId xmlns:p14="http://schemas.microsoft.com/office/powerpoint/2010/main" val="3255108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F1A9B40-1807-4E1C-B395-8EC73D760AFB}"/>
              </a:ext>
            </a:extLst>
          </p:cNvPr>
          <p:cNvGrpSpPr/>
          <p:nvPr/>
        </p:nvGrpSpPr>
        <p:grpSpPr>
          <a:xfrm>
            <a:off x="642675" y="438656"/>
            <a:ext cx="3637225" cy="805798"/>
            <a:chOff x="642675" y="438656"/>
            <a:chExt cx="3637225" cy="805798"/>
          </a:xfrm>
        </p:grpSpPr>
        <p:cxnSp>
          <p:nvCxnSpPr>
            <p:cNvPr id="3" name="直接连接符 2">
              <a:extLst>
                <a:ext uri="{FF2B5EF4-FFF2-40B4-BE49-F238E27FC236}">
                  <a16:creationId xmlns:a16="http://schemas.microsoft.com/office/drawing/2014/main" id="{F48CF661-ED55-4D69-B5EC-8FBD37596A4F}"/>
                </a:ext>
              </a:extLst>
            </p:cNvPr>
            <p:cNvCxnSpPr>
              <a:cxnSpLocks/>
            </p:cNvCxnSpPr>
            <p:nvPr/>
          </p:nvCxnSpPr>
          <p:spPr>
            <a:xfrm flipH="1">
              <a:off x="2914339" y="813414"/>
              <a:ext cx="831221" cy="0"/>
            </a:xfrm>
            <a:prstGeom prst="line">
              <a:avLst/>
            </a:prstGeom>
            <a:ln w="7873">
              <a:gradFill flip="none" rotWithShape="1">
                <a:gsLst>
                  <a:gs pos="0">
                    <a:srgbClr val="D1B47B">
                      <a:alpha val="60000"/>
                    </a:srgbClr>
                  </a:gs>
                  <a:gs pos="100000">
                    <a:srgbClr val="D1B47B">
                      <a:alpha val="0"/>
                    </a:srgbClr>
                  </a:gs>
                </a:gsLst>
                <a:lin ang="10800000" scaled="1"/>
                <a:tileRect/>
              </a:gradFill>
            </a:ln>
            <a:effectLst/>
          </p:spPr>
          <p:style>
            <a:lnRef idx="1">
              <a:schemeClr val="accent1"/>
            </a:lnRef>
            <a:fillRef idx="0">
              <a:schemeClr val="accent1"/>
            </a:fillRef>
            <a:effectRef idx="0">
              <a:schemeClr val="accent1"/>
            </a:effectRef>
            <a:fontRef idx="minor">
              <a:schemeClr val="tx1"/>
            </a:fontRef>
          </p:style>
        </p:cxnSp>
        <p:sp>
          <p:nvSpPr>
            <p:cNvPr id="4" name="圆: 空心 3">
              <a:extLst>
                <a:ext uri="{FF2B5EF4-FFF2-40B4-BE49-F238E27FC236}">
                  <a16:creationId xmlns:a16="http://schemas.microsoft.com/office/drawing/2014/main" id="{25585FF6-99F9-4B0D-9B53-A7D171E3E0EA}"/>
                </a:ext>
              </a:extLst>
            </p:cNvPr>
            <p:cNvSpPr/>
            <p:nvPr/>
          </p:nvSpPr>
          <p:spPr>
            <a:xfrm rot="3807429">
              <a:off x="642676" y="438655"/>
              <a:ext cx="805798" cy="805800"/>
            </a:xfrm>
            <a:prstGeom prst="donut">
              <a:avLst>
                <a:gd name="adj" fmla="val 15674"/>
              </a:avLst>
            </a:prstGeom>
            <a:gradFill>
              <a:gsLst>
                <a:gs pos="100000">
                  <a:schemeClr val="accent2">
                    <a:lumMod val="20000"/>
                    <a:lumOff val="80000"/>
                    <a:alpha val="55000"/>
                  </a:schemeClr>
                </a:gs>
                <a:gs pos="0">
                  <a:schemeClr val="accent1">
                    <a:alpha val="4000"/>
                  </a:schemeClr>
                </a:gs>
              </a:gsLst>
              <a:lin ang="5400000" scaled="1"/>
            </a:gradFill>
            <a:ln w="13120">
              <a:gradFill>
                <a:gsLst>
                  <a:gs pos="100000">
                    <a:schemeClr val="accent2">
                      <a:lumMod val="20000"/>
                      <a:lumOff val="80000"/>
                    </a:schemeClr>
                  </a:gs>
                  <a:gs pos="20000">
                    <a:schemeClr val="accent1">
                      <a:alpha val="48000"/>
                    </a:schemeClr>
                  </a:gs>
                  <a:gs pos="45000">
                    <a:schemeClr val="accent1">
                      <a:alpha val="43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dirty="0"/>
            </a:p>
          </p:txBody>
        </p:sp>
        <p:grpSp>
          <p:nvGrpSpPr>
            <p:cNvPr id="5" name="组合 4">
              <a:extLst>
                <a:ext uri="{FF2B5EF4-FFF2-40B4-BE49-F238E27FC236}">
                  <a16:creationId xmlns:a16="http://schemas.microsoft.com/office/drawing/2014/main" id="{D3479E91-F546-4EEA-870E-ED5D58F330EC}"/>
                </a:ext>
              </a:extLst>
            </p:cNvPr>
            <p:cNvGrpSpPr/>
            <p:nvPr/>
          </p:nvGrpSpPr>
          <p:grpSpPr>
            <a:xfrm>
              <a:off x="965378" y="612615"/>
              <a:ext cx="3314522" cy="461929"/>
              <a:chOff x="1228903" y="612615"/>
              <a:chExt cx="3314522" cy="461929"/>
            </a:xfrm>
          </p:grpSpPr>
          <p:sp>
            <p:nvSpPr>
              <p:cNvPr id="9" name="平行四边形 17">
                <a:extLst>
                  <a:ext uri="{FF2B5EF4-FFF2-40B4-BE49-F238E27FC236}">
                    <a16:creationId xmlns:a16="http://schemas.microsoft.com/office/drawing/2014/main" id="{26F692FD-381D-4F6D-82D3-CBF8914A2E26}"/>
                  </a:ext>
                </a:extLst>
              </p:cNvPr>
              <p:cNvSpPr/>
              <p:nvPr>
                <p:custDataLst>
                  <p:tags r:id="rId8"/>
                </p:custDataLst>
              </p:nvPr>
            </p:nvSpPr>
            <p:spPr>
              <a:xfrm>
                <a:off x="1228903" y="612615"/>
                <a:ext cx="3314522" cy="457880"/>
              </a:xfrm>
              <a:custGeom>
                <a:avLst/>
                <a:gdLst>
                  <a:gd name="connsiteX0" fmla="*/ 2186 w 3078500"/>
                  <a:gd name="connsiteY0" fmla="*/ 379946 h 469409"/>
                  <a:gd name="connsiteX1" fmla="*/ 83538 w 3078500"/>
                  <a:gd name="connsiteY1" fmla="*/ 54538 h 469409"/>
                  <a:gd name="connsiteX2" fmla="*/ 153388 w 3078500"/>
                  <a:gd name="connsiteY2" fmla="*/ 0 h 469409"/>
                  <a:gd name="connsiteX3" fmla="*/ 3006465 w 3078500"/>
                  <a:gd name="connsiteY3" fmla="*/ 0 h 469409"/>
                  <a:gd name="connsiteX4" fmla="*/ 3076315 w 3078500"/>
                  <a:gd name="connsiteY4" fmla="*/ 89463 h 469409"/>
                  <a:gd name="connsiteX5" fmla="*/ 2994964 w 3078500"/>
                  <a:gd name="connsiteY5" fmla="*/ 414871 h 469409"/>
                  <a:gd name="connsiteX6" fmla="*/ 2925113 w 3078500"/>
                  <a:gd name="connsiteY6" fmla="*/ 469409 h 469409"/>
                  <a:gd name="connsiteX7" fmla="*/ 72036 w 3078500"/>
                  <a:gd name="connsiteY7" fmla="*/ 469409 h 469409"/>
                  <a:gd name="connsiteX8" fmla="*/ 2186 w 3078500"/>
                  <a:gd name="connsiteY8" fmla="*/ 379946 h 469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8500" h="469409">
                    <a:moveTo>
                      <a:pt x="2186" y="379946"/>
                    </a:moveTo>
                    <a:lnTo>
                      <a:pt x="83538" y="54538"/>
                    </a:lnTo>
                    <a:cubicBezTo>
                      <a:pt x="91555" y="22469"/>
                      <a:pt x="120333" y="0"/>
                      <a:pt x="153388" y="0"/>
                    </a:cubicBezTo>
                    <a:lnTo>
                      <a:pt x="3006465" y="0"/>
                    </a:lnTo>
                    <a:cubicBezTo>
                      <a:pt x="3053311" y="0"/>
                      <a:pt x="3087677" y="44016"/>
                      <a:pt x="3076315" y="89463"/>
                    </a:cubicBezTo>
                    <a:lnTo>
                      <a:pt x="2994964" y="414871"/>
                    </a:lnTo>
                    <a:cubicBezTo>
                      <a:pt x="2986947" y="446940"/>
                      <a:pt x="2958168" y="469409"/>
                      <a:pt x="2925113" y="469409"/>
                    </a:cubicBezTo>
                    <a:lnTo>
                      <a:pt x="72036" y="469409"/>
                    </a:lnTo>
                    <a:cubicBezTo>
                      <a:pt x="25190" y="469409"/>
                      <a:pt x="-9176" y="425393"/>
                      <a:pt x="2186" y="379946"/>
                    </a:cubicBezTo>
                  </a:path>
                </a:pathLst>
              </a:custGeom>
              <a:solidFill>
                <a:schemeClr val="bg1"/>
              </a:solidFill>
              <a:ln w="1312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61216" tIns="30607" rIns="61216" bIns="30607" rtlCol="0" anchor="ctr"/>
              <a:lstStyle/>
              <a:p>
                <a:pPr algn="ctr"/>
                <a:endParaRPr lang="zh-CN" altLang="en-US" sz="1205"/>
              </a:p>
            </p:txBody>
          </p:sp>
          <p:sp>
            <p:nvSpPr>
              <p:cNvPr id="10" name="文本框 9">
                <a:extLst>
                  <a:ext uri="{FF2B5EF4-FFF2-40B4-BE49-F238E27FC236}">
                    <a16:creationId xmlns:a16="http://schemas.microsoft.com/office/drawing/2014/main" id="{85C7F7DF-1C8E-4407-B0C0-A2BDE6B859F6}"/>
                  </a:ext>
                </a:extLst>
              </p:cNvPr>
              <p:cNvSpPr txBox="1"/>
              <p:nvPr/>
            </p:nvSpPr>
            <p:spPr>
              <a:xfrm>
                <a:off x="1655124" y="616587"/>
                <a:ext cx="2374388" cy="457957"/>
              </a:xfrm>
              <a:prstGeom prst="rect">
                <a:avLst/>
              </a:prstGeom>
              <a:noFill/>
              <a:effectLst/>
            </p:spPr>
            <p:txBody>
              <a:bodyPr wrap="none" lIns="75575" tIns="37788" rIns="75575" bIns="37788" rtlCol="0">
                <a:spAutoFit/>
              </a:bodyPr>
              <a:lstStyle/>
              <a:p>
                <a:pPr algn="ctr"/>
                <a:r>
                  <a:rPr lang="zh-CN" altLang="en-US" sz="2500" dirty="0">
                    <a:latin typeface="+mj-ea"/>
                    <a:ea typeface="+mj-ea"/>
                  </a:rPr>
                  <a:t>此处请输入标题</a:t>
                </a:r>
              </a:p>
            </p:txBody>
          </p:sp>
        </p:grpSp>
        <p:grpSp>
          <p:nvGrpSpPr>
            <p:cNvPr id="6" name="组合 5">
              <a:extLst>
                <a:ext uri="{FF2B5EF4-FFF2-40B4-BE49-F238E27FC236}">
                  <a16:creationId xmlns:a16="http://schemas.microsoft.com/office/drawing/2014/main" id="{D64185C2-DB95-450A-B272-84BCF16F0DCF}"/>
                </a:ext>
              </a:extLst>
            </p:cNvPr>
            <p:cNvGrpSpPr/>
            <p:nvPr/>
          </p:nvGrpSpPr>
          <p:grpSpPr>
            <a:xfrm>
              <a:off x="796868" y="502318"/>
              <a:ext cx="503761" cy="591759"/>
              <a:chOff x="2062799" y="2137478"/>
              <a:chExt cx="767369" cy="901421"/>
            </a:xfrm>
          </p:grpSpPr>
          <p:sp>
            <p:nvSpPr>
              <p:cNvPr id="7" name="椭圆 6">
                <a:extLst>
                  <a:ext uri="{FF2B5EF4-FFF2-40B4-BE49-F238E27FC236}">
                    <a16:creationId xmlns:a16="http://schemas.microsoft.com/office/drawing/2014/main" id="{E5626849-2BEF-4EEF-95DB-26CA81F1AE44}"/>
                  </a:ext>
                </a:extLst>
              </p:cNvPr>
              <p:cNvSpPr/>
              <p:nvPr>
                <p:custDataLst>
                  <p:tags r:id="rId6"/>
                </p:custDataLst>
              </p:nvPr>
            </p:nvSpPr>
            <p:spPr>
              <a:xfrm>
                <a:off x="2062799" y="2271526"/>
                <a:ext cx="767369" cy="767373"/>
              </a:xfrm>
              <a:prstGeom prst="ellipse">
                <a:avLst/>
              </a:prstGeom>
              <a:gradFill flip="none" rotWithShape="1">
                <a:gsLst>
                  <a:gs pos="0">
                    <a:schemeClr val="accent6">
                      <a:lumMod val="90000"/>
                    </a:schemeClr>
                  </a:gs>
                  <a:gs pos="83000">
                    <a:schemeClr val="accent1"/>
                  </a:gs>
                </a:gsLst>
                <a:lin ang="5400000" scaled="1"/>
                <a:tileRect/>
              </a:gradFill>
              <a:ln>
                <a:noFill/>
              </a:ln>
              <a:effectLst>
                <a:outerShdw blurRad="209931" dist="41986" dir="17999994"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75575" tIns="37788" rIns="75575" bIns="37788" rtlCol="0" anchor="ctr">
                <a:noAutofit/>
              </a:bodyPr>
              <a:lstStyle/>
              <a:p>
                <a:pPr algn="ctr"/>
                <a:endParaRPr lang="zh-CN" altLang="en-US" sz="1488" dirty="0"/>
              </a:p>
            </p:txBody>
          </p:sp>
          <p:sp>
            <p:nvSpPr>
              <p:cNvPr id="8" name="文本框 7">
                <a:extLst>
                  <a:ext uri="{FF2B5EF4-FFF2-40B4-BE49-F238E27FC236}">
                    <a16:creationId xmlns:a16="http://schemas.microsoft.com/office/drawing/2014/main" id="{F686D932-37B4-4C15-ADEE-93563E2AD969}"/>
                  </a:ext>
                </a:extLst>
              </p:cNvPr>
              <p:cNvSpPr txBox="1"/>
              <p:nvPr>
                <p:custDataLst>
                  <p:tags r:id="rId7"/>
                </p:custDataLst>
              </p:nvPr>
            </p:nvSpPr>
            <p:spPr>
              <a:xfrm>
                <a:off x="2149696" y="2137478"/>
                <a:ext cx="576790" cy="819498"/>
              </a:xfrm>
              <a:prstGeom prst="rect">
                <a:avLst/>
              </a:prstGeom>
              <a:noFill/>
              <a:effectLst/>
            </p:spPr>
            <p:txBody>
              <a:bodyPr wrap="none" lIns="75575" tIns="37788" rIns="75575" bIns="37788" rtlCol="0">
                <a:spAutoFit/>
              </a:bodyPr>
              <a:lstStyle/>
              <a:p>
                <a:r>
                  <a:rPr lang="en-US" altLang="zh-CN"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rPr>
                  <a:t>4</a:t>
                </a:r>
                <a:endParaRPr lang="zh-CN" altLang="en-US" sz="3000" dirty="0">
                  <a:gradFill>
                    <a:gsLst>
                      <a:gs pos="0">
                        <a:schemeClr val="bg1"/>
                      </a:gs>
                      <a:gs pos="100000">
                        <a:schemeClr val="accent2">
                          <a:lumMod val="60000"/>
                          <a:lumOff val="40000"/>
                        </a:schemeClr>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endParaRPr>
              </a:p>
            </p:txBody>
          </p:sp>
        </p:grpSp>
      </p:grpSp>
      <p:sp>
        <p:nvSpPr>
          <p:cNvPr id="12" name="矩形: 圆角 11">
            <a:extLst>
              <a:ext uri="{FF2B5EF4-FFF2-40B4-BE49-F238E27FC236}">
                <a16:creationId xmlns:a16="http://schemas.microsoft.com/office/drawing/2014/main" id="{2B9D9148-EFE2-4C90-A5C8-1A87503163D6}"/>
              </a:ext>
            </a:extLst>
          </p:cNvPr>
          <p:cNvSpPr/>
          <p:nvPr>
            <p:custDataLst>
              <p:tags r:id="rId1"/>
            </p:custDataLst>
          </p:nvPr>
        </p:nvSpPr>
        <p:spPr>
          <a:xfrm>
            <a:off x="3765987" y="2184408"/>
            <a:ext cx="7342800" cy="2788370"/>
          </a:xfrm>
          <a:prstGeom prst="roundRect">
            <a:avLst>
              <a:gd name="adj" fmla="val 3113"/>
            </a:avLst>
          </a:prstGeom>
          <a:solidFill>
            <a:schemeClr val="bg1"/>
          </a:solidFill>
          <a:ln w="19050">
            <a:gradFill>
              <a:gsLst>
                <a:gs pos="0">
                  <a:schemeClr val="accent1"/>
                </a:gs>
                <a:gs pos="100000">
                  <a:schemeClr val="accent1"/>
                </a:gs>
              </a:gsLst>
              <a:lin ang="5400000" scaled="1"/>
            </a:gradFill>
          </a:ln>
          <a:effectLst>
            <a:outerShdw blurRad="41986" dist="31490" dir="5400000" algn="t" rotWithShape="0">
              <a:schemeClr val="accent1">
                <a:alpha val="2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216" tIns="30607" rIns="61216" bIns="30607" numCol="1" spcCol="0" rtlCol="0" fromWordArt="0" anchor="ctr" anchorCtr="0" forceAA="0" compatLnSpc="1">
            <a:prstTxWarp prst="textNoShape">
              <a:avLst/>
            </a:prstTxWarp>
            <a:noAutofit/>
          </a:bodyPr>
          <a:lstStyle/>
          <a:p>
            <a:pPr algn="ctr"/>
            <a:endParaRPr lang="zh-CN" altLang="en-US" sz="1205" dirty="0"/>
          </a:p>
        </p:txBody>
      </p:sp>
      <p:graphicFrame>
        <p:nvGraphicFramePr>
          <p:cNvPr id="16" name="图表 15">
            <a:extLst>
              <a:ext uri="{FF2B5EF4-FFF2-40B4-BE49-F238E27FC236}">
                <a16:creationId xmlns:a16="http://schemas.microsoft.com/office/drawing/2014/main" id="{DCAD1C27-A00B-41A0-A32A-844E71914C2B}"/>
              </a:ext>
            </a:extLst>
          </p:cNvPr>
          <p:cNvGraphicFramePr/>
          <p:nvPr>
            <p:extLst>
              <p:ext uri="{D42A27DB-BD31-4B8C-83A1-F6EECF244321}">
                <p14:modId xmlns:p14="http://schemas.microsoft.com/office/powerpoint/2010/main" val="3005186878"/>
              </p:ext>
            </p:extLst>
          </p:nvPr>
        </p:nvGraphicFramePr>
        <p:xfrm>
          <a:off x="574871" y="1810680"/>
          <a:ext cx="5280870" cy="3520581"/>
        </p:xfrm>
        <a:graphic>
          <a:graphicData uri="http://schemas.openxmlformats.org/drawingml/2006/chart">
            <c:chart xmlns:c="http://schemas.openxmlformats.org/drawingml/2006/chart" xmlns:r="http://schemas.openxmlformats.org/officeDocument/2006/relationships" r:id="rId10"/>
          </a:graphicData>
        </a:graphic>
      </p:graphicFrame>
      <p:grpSp>
        <p:nvGrpSpPr>
          <p:cNvPr id="21" name="组合 20">
            <a:extLst>
              <a:ext uri="{FF2B5EF4-FFF2-40B4-BE49-F238E27FC236}">
                <a16:creationId xmlns:a16="http://schemas.microsoft.com/office/drawing/2014/main" id="{9B822D7C-AFBC-4748-84CA-030B5BE21BE0}"/>
              </a:ext>
            </a:extLst>
          </p:cNvPr>
          <p:cNvGrpSpPr/>
          <p:nvPr/>
        </p:nvGrpSpPr>
        <p:grpSpPr>
          <a:xfrm>
            <a:off x="4918542" y="2923947"/>
            <a:ext cx="5782031" cy="1309293"/>
            <a:chOff x="4918542" y="2769504"/>
            <a:chExt cx="5782031" cy="1309293"/>
          </a:xfrm>
        </p:grpSpPr>
        <p:cxnSp>
          <p:nvCxnSpPr>
            <p:cNvPr id="13" name="直接连接符 12">
              <a:extLst>
                <a:ext uri="{FF2B5EF4-FFF2-40B4-BE49-F238E27FC236}">
                  <a16:creationId xmlns:a16="http://schemas.microsoft.com/office/drawing/2014/main" id="{E534B38F-2BBE-4C24-96CD-6A2D0147C16B}"/>
                </a:ext>
              </a:extLst>
            </p:cNvPr>
            <p:cNvCxnSpPr>
              <a:cxnSpLocks/>
            </p:cNvCxnSpPr>
            <p:nvPr/>
          </p:nvCxnSpPr>
          <p:spPr>
            <a:xfrm flipH="1">
              <a:off x="5067389" y="3352800"/>
              <a:ext cx="3733711" cy="0"/>
            </a:xfrm>
            <a:prstGeom prst="line">
              <a:avLst/>
            </a:prstGeom>
            <a:ln w="635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47E74305-4744-46CD-B61D-DAEB73C8E8E6}"/>
                </a:ext>
              </a:extLst>
            </p:cNvPr>
            <p:cNvGrpSpPr/>
            <p:nvPr/>
          </p:nvGrpSpPr>
          <p:grpSpPr>
            <a:xfrm>
              <a:off x="4918542" y="2769504"/>
              <a:ext cx="5782031" cy="1309293"/>
              <a:chOff x="3540918" y="3723757"/>
              <a:chExt cx="5782031" cy="1309293"/>
            </a:xfrm>
          </p:grpSpPr>
          <p:sp>
            <p:nvSpPr>
              <p:cNvPr id="19" name="文本框 18">
                <a:extLst>
                  <a:ext uri="{FF2B5EF4-FFF2-40B4-BE49-F238E27FC236}">
                    <a16:creationId xmlns:a16="http://schemas.microsoft.com/office/drawing/2014/main" id="{E9C6B293-1E47-4802-A656-3E1596CC1920}"/>
                  </a:ext>
                </a:extLst>
              </p:cNvPr>
              <p:cNvSpPr txBox="1"/>
              <p:nvPr/>
            </p:nvSpPr>
            <p:spPr>
              <a:xfrm>
                <a:off x="3540918" y="3723757"/>
                <a:ext cx="3038031" cy="461035"/>
              </a:xfrm>
              <a:prstGeom prst="rect">
                <a:avLst/>
              </a:prstGeom>
              <a:noFill/>
              <a:effectLst/>
            </p:spPr>
            <p:txBody>
              <a:bodyPr wrap="none" lIns="75575" tIns="37788" rIns="75575" bIns="37788" rtlCol="0">
                <a:spAutoFit/>
              </a:bodyPr>
              <a:lstStyle/>
              <a:p>
                <a:pPr algn="ctr"/>
                <a:r>
                  <a:rPr lang="zh-CN" altLang="en-US" sz="2500" dirty="0">
                    <a:latin typeface="+mj-ea"/>
                    <a:ea typeface="+mj-ea"/>
                  </a:rPr>
                  <a:t>在此处输入段落标题</a:t>
                </a:r>
              </a:p>
            </p:txBody>
          </p:sp>
          <p:sp>
            <p:nvSpPr>
              <p:cNvPr id="20" name="文本框 19">
                <a:extLst>
                  <a:ext uri="{FF2B5EF4-FFF2-40B4-BE49-F238E27FC236}">
                    <a16:creationId xmlns:a16="http://schemas.microsoft.com/office/drawing/2014/main" id="{10891E02-780F-4B30-BD09-B3E4BE490E7C}"/>
                  </a:ext>
                </a:extLst>
              </p:cNvPr>
              <p:cNvSpPr txBox="1"/>
              <p:nvPr/>
            </p:nvSpPr>
            <p:spPr>
              <a:xfrm>
                <a:off x="3579018" y="4419986"/>
                <a:ext cx="5743931" cy="613064"/>
              </a:xfrm>
              <a:prstGeom prst="rect">
                <a:avLst/>
              </a:prstGeom>
              <a:noFill/>
              <a:effectLst/>
            </p:spPr>
            <p:txBody>
              <a:bodyPr wrap="square" lIns="75575" tIns="37788" rIns="75575" bIns="37788" rtlCol="0">
                <a:spAutoFit/>
              </a:bodyPr>
              <a:lstStyle>
                <a:defPPr>
                  <a:defRPr lang="zh-CN"/>
                </a:defPPr>
                <a:lvl1pPr algn="ctr">
                  <a:lnSpc>
                    <a:spcPct val="120000"/>
                  </a:lnSpc>
                  <a:defRPr sz="1600">
                    <a:latin typeface="江城黑体 300W" panose="020B0400000000000000" pitchFamily="34" charset="-122"/>
                    <a:ea typeface="江城黑体 300W" panose="020B0400000000000000" pitchFamily="34" charset="-122"/>
                  </a:defRPr>
                </a:lvl1pPr>
              </a:lstStyle>
              <a:p>
                <a:pPr algn="l"/>
                <a:r>
                  <a:rPr lang="zh-CN" altLang="en-US" dirty="0">
                    <a:latin typeface="+mn-ea"/>
                    <a:ea typeface="+mn-ea"/>
                  </a:rPr>
                  <a:t>西安交通大学是中华人民共和国教育部直属的综合性研究型</a:t>
                </a:r>
                <a:endParaRPr lang="en-US" altLang="zh-CN" dirty="0">
                  <a:latin typeface="+mn-ea"/>
                  <a:ea typeface="+mn-ea"/>
                </a:endParaRPr>
              </a:p>
              <a:p>
                <a:pPr algn="l"/>
                <a:r>
                  <a:rPr lang="zh-CN" altLang="en-US" dirty="0">
                    <a:latin typeface="+mn-ea"/>
                    <a:ea typeface="+mn-ea"/>
                  </a:rPr>
                  <a:t>全国重点大学</a:t>
                </a:r>
                <a:r>
                  <a:rPr lang="en-US" altLang="zh-CN" dirty="0">
                    <a:latin typeface="+mn-ea"/>
                    <a:ea typeface="+mn-ea"/>
                  </a:rPr>
                  <a:t>,</a:t>
                </a:r>
                <a:r>
                  <a:rPr lang="zh-CN" altLang="en-US" dirty="0">
                    <a:latin typeface="+mn-ea"/>
                    <a:ea typeface="+mn-ea"/>
                  </a:rPr>
                  <a:t>是我国最早兴办、享誉海内外的著名高等学府。</a:t>
                </a:r>
              </a:p>
            </p:txBody>
          </p:sp>
        </p:grpSp>
      </p:grpSp>
      <p:sp>
        <p:nvSpPr>
          <p:cNvPr id="22" name="文本框 21">
            <a:extLst>
              <a:ext uri="{FF2B5EF4-FFF2-40B4-BE49-F238E27FC236}">
                <a16:creationId xmlns:a16="http://schemas.microsoft.com/office/drawing/2014/main" id="{E97EEB21-6836-45C3-B0E7-6F2998586774}"/>
              </a:ext>
            </a:extLst>
          </p:cNvPr>
          <p:cNvSpPr txBox="1"/>
          <p:nvPr>
            <p:custDataLst>
              <p:tags r:id="rId2"/>
            </p:custDataLst>
          </p:nvPr>
        </p:nvSpPr>
        <p:spPr>
          <a:xfrm>
            <a:off x="3550447" y="3429676"/>
            <a:ext cx="1049618"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bg1"/>
                </a:solidFill>
                <a:effectLst>
                  <a:outerShdw blurRad="38100" dist="38100" dir="2700000" algn="tl">
                    <a:srgbClr val="000000">
                      <a:alpha val="43137"/>
                    </a:srgbClr>
                  </a:outerShdw>
                </a:effectLst>
                <a:latin typeface="+mn-lt"/>
              </a:rPr>
              <a:t>60%</a:t>
            </a:r>
            <a:endParaRPr lang="zh-CN" altLang="en-US" sz="2500" dirty="0">
              <a:solidFill>
                <a:schemeClr val="bg1"/>
              </a:solidFill>
              <a:effectLst>
                <a:outerShdw blurRad="38100" dist="38100" dir="2700000" algn="tl">
                  <a:srgbClr val="000000">
                    <a:alpha val="43137"/>
                  </a:srgbClr>
                </a:outerShdw>
              </a:effectLst>
              <a:latin typeface="+mn-lt"/>
            </a:endParaRPr>
          </a:p>
        </p:txBody>
      </p:sp>
      <p:sp>
        <p:nvSpPr>
          <p:cNvPr id="23" name="文本框 22">
            <a:extLst>
              <a:ext uri="{FF2B5EF4-FFF2-40B4-BE49-F238E27FC236}">
                <a16:creationId xmlns:a16="http://schemas.microsoft.com/office/drawing/2014/main" id="{DB30D2EE-5DBB-4372-B0E8-F610AC7ED8FA}"/>
              </a:ext>
            </a:extLst>
          </p:cNvPr>
          <p:cNvSpPr txBox="1"/>
          <p:nvPr>
            <p:custDataLst>
              <p:tags r:id="rId3"/>
            </p:custDataLst>
          </p:nvPr>
        </p:nvSpPr>
        <p:spPr>
          <a:xfrm>
            <a:off x="1917491" y="3636648"/>
            <a:ext cx="1049618"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bg1"/>
                </a:solidFill>
                <a:effectLst>
                  <a:outerShdw blurRad="38100" dist="38100" dir="2700000" algn="tl">
                    <a:srgbClr val="000000">
                      <a:alpha val="43137"/>
                    </a:srgbClr>
                  </a:outerShdw>
                </a:effectLst>
                <a:latin typeface="+mn-lt"/>
              </a:rPr>
              <a:t>20%</a:t>
            </a:r>
            <a:endParaRPr lang="zh-CN" altLang="en-US" sz="2500" dirty="0">
              <a:solidFill>
                <a:schemeClr val="bg1"/>
              </a:solidFill>
              <a:effectLst>
                <a:outerShdw blurRad="38100" dist="38100" dir="2700000" algn="tl">
                  <a:srgbClr val="000000">
                    <a:alpha val="43137"/>
                  </a:srgbClr>
                </a:outerShdw>
              </a:effectLst>
              <a:latin typeface="+mn-lt"/>
            </a:endParaRPr>
          </a:p>
        </p:txBody>
      </p:sp>
      <p:sp>
        <p:nvSpPr>
          <p:cNvPr id="24" name="文本框 23">
            <a:extLst>
              <a:ext uri="{FF2B5EF4-FFF2-40B4-BE49-F238E27FC236}">
                <a16:creationId xmlns:a16="http://schemas.microsoft.com/office/drawing/2014/main" id="{6BB3F377-F55B-4252-8008-E23C50285A28}"/>
              </a:ext>
            </a:extLst>
          </p:cNvPr>
          <p:cNvSpPr txBox="1"/>
          <p:nvPr>
            <p:custDataLst>
              <p:tags r:id="rId4"/>
            </p:custDataLst>
          </p:nvPr>
        </p:nvSpPr>
        <p:spPr>
          <a:xfrm>
            <a:off x="2500829" y="2184408"/>
            <a:ext cx="1049618"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bg1"/>
                </a:solidFill>
                <a:effectLst>
                  <a:outerShdw blurRad="38100" dist="38100" dir="2700000" algn="tl">
                    <a:srgbClr val="000000">
                      <a:alpha val="43137"/>
                    </a:srgbClr>
                  </a:outerShdw>
                </a:effectLst>
                <a:latin typeface="+mn-lt"/>
              </a:rPr>
              <a:t>10%</a:t>
            </a:r>
            <a:endParaRPr lang="zh-CN" altLang="en-US" sz="2500" dirty="0">
              <a:solidFill>
                <a:schemeClr val="bg1"/>
              </a:solidFill>
              <a:effectLst>
                <a:outerShdw blurRad="38100" dist="38100" dir="2700000" algn="tl">
                  <a:srgbClr val="000000">
                    <a:alpha val="43137"/>
                  </a:srgbClr>
                </a:outerShdw>
              </a:effectLst>
              <a:latin typeface="+mn-lt"/>
            </a:endParaRPr>
          </a:p>
        </p:txBody>
      </p:sp>
      <p:sp>
        <p:nvSpPr>
          <p:cNvPr id="25" name="文本框 24">
            <a:extLst>
              <a:ext uri="{FF2B5EF4-FFF2-40B4-BE49-F238E27FC236}">
                <a16:creationId xmlns:a16="http://schemas.microsoft.com/office/drawing/2014/main" id="{89959524-9E87-464C-BCCA-04FD865C7640}"/>
              </a:ext>
            </a:extLst>
          </p:cNvPr>
          <p:cNvSpPr txBox="1"/>
          <p:nvPr>
            <p:custDataLst>
              <p:tags r:id="rId5"/>
            </p:custDataLst>
          </p:nvPr>
        </p:nvSpPr>
        <p:spPr>
          <a:xfrm>
            <a:off x="1877627" y="2756640"/>
            <a:ext cx="1049618" cy="432971"/>
          </a:xfrm>
          <a:prstGeom prst="rect">
            <a:avLst/>
          </a:prstGeom>
          <a:noFill/>
          <a:effectLst/>
        </p:spPr>
        <p:txBody>
          <a:bodyPr wrap="square" lIns="47784" tIns="23892" rIns="47784" bIns="23892" rtlCol="0">
            <a:spAutoFit/>
          </a:bodyPr>
          <a:lstStyle>
            <a:defPPr>
              <a:defRPr lang="zh-CN"/>
            </a:defPPr>
            <a:lvl1pPr>
              <a:defRPr sz="3000">
                <a:gradFill>
                  <a:gsLst>
                    <a:gs pos="0">
                      <a:schemeClr val="bg1"/>
                    </a:gs>
                    <a:gs pos="100000">
                      <a:srgbClr val="F0AAAD"/>
                    </a:gs>
                  </a:gsLst>
                  <a:lin ang="5400000" scaled="1"/>
                </a:gradFill>
                <a:effectLst>
                  <a:outerShdw blurRad="31490" dist="31489" dir="2700017" algn="tl">
                    <a:srgbClr val="000000">
                      <a:alpha val="43137"/>
                    </a:srgbClr>
                  </a:outerShdw>
                </a:effectLst>
                <a:latin typeface="江城黑体 700W" panose="020B0800000000000000" pitchFamily="34" charset="-122"/>
                <a:ea typeface="江城黑体 700W" panose="020B0800000000000000" pitchFamily="34" charset="-122"/>
              </a:defRPr>
            </a:lvl1pPr>
          </a:lstStyle>
          <a:p>
            <a:r>
              <a:rPr lang="en-US" altLang="zh-CN" sz="2500" dirty="0">
                <a:solidFill>
                  <a:schemeClr val="bg1"/>
                </a:solidFill>
                <a:effectLst>
                  <a:outerShdw blurRad="38100" dist="38100" dir="2700000" algn="tl">
                    <a:srgbClr val="000000">
                      <a:alpha val="43137"/>
                    </a:srgbClr>
                  </a:outerShdw>
                </a:effectLst>
                <a:latin typeface="+mn-lt"/>
              </a:rPr>
              <a:t>10%</a:t>
            </a:r>
            <a:endParaRPr lang="zh-CN" altLang="en-US" sz="2500" dirty="0">
              <a:solidFill>
                <a:schemeClr val="bg1"/>
              </a:solidFill>
              <a:effectLst>
                <a:outerShdw blurRad="38100" dist="38100" dir="2700000" algn="tl">
                  <a:srgbClr val="000000">
                    <a:alpha val="43137"/>
                  </a:srgbClr>
                </a:outerShdw>
              </a:effectLst>
              <a:latin typeface="+mn-lt"/>
            </a:endParaRPr>
          </a:p>
        </p:txBody>
      </p:sp>
    </p:spTree>
    <p:extLst>
      <p:ext uri="{BB962C8B-B14F-4D97-AF65-F5344CB8AC3E}">
        <p14:creationId xmlns:p14="http://schemas.microsoft.com/office/powerpoint/2010/main" val="35123747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35E2DAB-7148-4C4E-8CE6-58A395BA5455}"/>
              </a:ext>
            </a:extLst>
          </p:cNvPr>
          <p:cNvGrpSpPr/>
          <p:nvPr/>
        </p:nvGrpSpPr>
        <p:grpSpPr>
          <a:xfrm>
            <a:off x="9619434" y="2745350"/>
            <a:ext cx="1855753" cy="1855752"/>
            <a:chOff x="9727894" y="2583946"/>
            <a:chExt cx="1855753" cy="1855752"/>
          </a:xfrm>
        </p:grpSpPr>
        <p:sp>
          <p:nvSpPr>
            <p:cNvPr id="3" name="椭圆 2">
              <a:extLst>
                <a:ext uri="{FF2B5EF4-FFF2-40B4-BE49-F238E27FC236}">
                  <a16:creationId xmlns:a16="http://schemas.microsoft.com/office/drawing/2014/main" id="{0ADB64D8-A4C4-4E38-9129-7938465776CA}"/>
                </a:ext>
              </a:extLst>
            </p:cNvPr>
            <p:cNvSpPr/>
            <p:nvPr/>
          </p:nvSpPr>
          <p:spPr>
            <a:xfrm>
              <a:off x="10247626" y="3139137"/>
              <a:ext cx="781008" cy="781006"/>
            </a:xfrm>
            <a:prstGeom prst="ellipse">
              <a:avLst/>
            </a:pr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4" name="圆: 空心 3">
              <a:extLst>
                <a:ext uri="{FF2B5EF4-FFF2-40B4-BE49-F238E27FC236}">
                  <a16:creationId xmlns:a16="http://schemas.microsoft.com/office/drawing/2014/main" id="{A27C97C0-37A5-46D6-ACCB-1DFB3F4319DD}"/>
                </a:ext>
              </a:extLst>
            </p:cNvPr>
            <p:cNvSpPr/>
            <p:nvPr/>
          </p:nvSpPr>
          <p:spPr>
            <a:xfrm rot="3807429">
              <a:off x="9727895" y="2583945"/>
              <a:ext cx="1855752" cy="1855753"/>
            </a:xfrm>
            <a:prstGeom prst="donut">
              <a:avLst>
                <a:gd name="adj" fmla="val 19504"/>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grpSp>
        <p:nvGrpSpPr>
          <p:cNvPr id="5" name="组合 4">
            <a:extLst>
              <a:ext uri="{FF2B5EF4-FFF2-40B4-BE49-F238E27FC236}">
                <a16:creationId xmlns:a16="http://schemas.microsoft.com/office/drawing/2014/main" id="{A691881D-5CF5-4C3B-8EDF-EB4645C4A64F}"/>
              </a:ext>
            </a:extLst>
          </p:cNvPr>
          <p:cNvGrpSpPr/>
          <p:nvPr/>
        </p:nvGrpSpPr>
        <p:grpSpPr>
          <a:xfrm>
            <a:off x="5937141" y="1522354"/>
            <a:ext cx="4283514" cy="4283516"/>
            <a:chOff x="6177098" y="779918"/>
            <a:chExt cx="4054652" cy="4054654"/>
          </a:xfrm>
        </p:grpSpPr>
        <p:sp>
          <p:nvSpPr>
            <p:cNvPr id="6" name="椭圆 5">
              <a:extLst>
                <a:ext uri="{FF2B5EF4-FFF2-40B4-BE49-F238E27FC236}">
                  <a16:creationId xmlns:a16="http://schemas.microsoft.com/office/drawing/2014/main" id="{B9946592-7D32-47F7-A90A-CFCEE02CCE8D}"/>
                </a:ext>
              </a:extLst>
            </p:cNvPr>
            <p:cNvSpPr/>
            <p:nvPr/>
          </p:nvSpPr>
          <p:spPr>
            <a:xfrm rot="17717475">
              <a:off x="7227065" y="1829604"/>
              <a:ext cx="2070284" cy="2070278"/>
            </a:xfrm>
            <a:prstGeom prst="ellipse">
              <a:avLst/>
            </a:pr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7" name="圆: 空心 6">
              <a:extLst>
                <a:ext uri="{FF2B5EF4-FFF2-40B4-BE49-F238E27FC236}">
                  <a16:creationId xmlns:a16="http://schemas.microsoft.com/office/drawing/2014/main" id="{3F487B00-73CF-494E-85EF-E6ED944F7924}"/>
                </a:ext>
              </a:extLst>
            </p:cNvPr>
            <p:cNvSpPr/>
            <p:nvPr/>
          </p:nvSpPr>
          <p:spPr>
            <a:xfrm rot="19495184">
              <a:off x="6177098" y="779918"/>
              <a:ext cx="4054652" cy="4054654"/>
            </a:xfrm>
            <a:prstGeom prst="donut">
              <a:avLst>
                <a:gd name="adj" fmla="val 17121"/>
              </a:avLst>
            </a:prstGeom>
            <a:gradFill>
              <a:gsLst>
                <a:gs pos="100000">
                  <a:schemeClr val="bg1">
                    <a:alpha val="0"/>
                  </a:schemeClr>
                </a:gs>
                <a:gs pos="24000">
                  <a:schemeClr val="accent1">
                    <a:alpha val="4000"/>
                  </a:schemeClr>
                </a:gs>
              </a:gsLst>
              <a:lin ang="5400000" scaled="1"/>
            </a:gradFill>
            <a:ln w="15875">
              <a:gradFill>
                <a:gsLst>
                  <a:gs pos="76000">
                    <a:schemeClr val="bg1">
                      <a:alpha val="19000"/>
                    </a:schemeClr>
                  </a:gs>
                  <a:gs pos="20000">
                    <a:schemeClr val="accent1">
                      <a:alpha val="18000"/>
                    </a:schemeClr>
                  </a:gs>
                  <a:gs pos="45000">
                    <a:schemeClr val="accent1">
                      <a:alpha val="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74066" tIns="37033" rIns="74066" bIns="37033" rtlCol="0" anchor="ctr"/>
            <a:lstStyle/>
            <a:p>
              <a:pPr algn="ctr"/>
              <a:endParaRPr lang="zh-CN" altLang="en-US" sz="1458"/>
            </a:p>
          </p:txBody>
        </p:sp>
      </p:grpSp>
      <p:pic>
        <p:nvPicPr>
          <p:cNvPr id="8" name="图片 7" descr="有钟表的建筑&#10;&#10;描述已自动生成">
            <a:extLst>
              <a:ext uri="{FF2B5EF4-FFF2-40B4-BE49-F238E27FC236}">
                <a16:creationId xmlns:a16="http://schemas.microsoft.com/office/drawing/2014/main" id="{5A03D142-24F1-4A29-9BA3-542F87688560}"/>
              </a:ext>
            </a:extLst>
          </p:cNvPr>
          <p:cNvPicPr>
            <a:picLocks noChangeAspect="1"/>
          </p:cNvPicPr>
          <p:nvPr/>
        </p:nvPicPr>
        <p:blipFill>
          <a:blip r:embed="rId2">
            <a:extLst>
              <a:ext uri="{28A0092B-C50C-407E-A947-70E740481C1C}">
                <a14:useLocalDpi xmlns:a14="http://schemas.microsoft.com/office/drawing/2010/main" val="0"/>
              </a:ext>
            </a:extLst>
          </a:blip>
          <a:srcRect r="1348"/>
          <a:stretch>
            <a:fillRect/>
          </a:stretch>
        </p:blipFill>
        <p:spPr>
          <a:xfrm>
            <a:off x="5083070" y="1047936"/>
            <a:ext cx="7108930" cy="5376461"/>
          </a:xfrm>
          <a:custGeom>
            <a:avLst/>
            <a:gdLst>
              <a:gd name="connsiteX0" fmla="*/ 0 w 7108930"/>
              <a:gd name="connsiteY0" fmla="*/ 0 h 5376461"/>
              <a:gd name="connsiteX1" fmla="*/ 7108930 w 7108930"/>
              <a:gd name="connsiteY1" fmla="*/ 0 h 5376461"/>
              <a:gd name="connsiteX2" fmla="*/ 7108930 w 7108930"/>
              <a:gd name="connsiteY2" fmla="*/ 5376461 h 5376461"/>
              <a:gd name="connsiteX3" fmla="*/ 0 w 7108930"/>
              <a:gd name="connsiteY3" fmla="*/ 5376461 h 5376461"/>
            </a:gdLst>
            <a:ahLst/>
            <a:cxnLst>
              <a:cxn ang="0">
                <a:pos x="connsiteX0" y="connsiteY0"/>
              </a:cxn>
              <a:cxn ang="0">
                <a:pos x="connsiteX1" y="connsiteY1"/>
              </a:cxn>
              <a:cxn ang="0">
                <a:pos x="connsiteX2" y="connsiteY2"/>
              </a:cxn>
              <a:cxn ang="0">
                <a:pos x="connsiteX3" y="connsiteY3"/>
              </a:cxn>
            </a:cxnLst>
            <a:rect l="l" t="t" r="r" b="b"/>
            <a:pathLst>
              <a:path w="7108930" h="5376461">
                <a:moveTo>
                  <a:pt x="0" y="0"/>
                </a:moveTo>
                <a:lnTo>
                  <a:pt x="7108930" y="0"/>
                </a:lnTo>
                <a:lnTo>
                  <a:pt x="7108930" y="5376461"/>
                </a:lnTo>
                <a:lnTo>
                  <a:pt x="0" y="5376461"/>
                </a:lnTo>
                <a:close/>
              </a:path>
            </a:pathLst>
          </a:custGeom>
          <a:effectLst>
            <a:outerShdw blurRad="203200" dist="139700" dir="4200000" algn="tl" rotWithShape="0">
              <a:srgbClr val="B67F53">
                <a:alpha val="57000"/>
              </a:srgbClr>
            </a:outerShdw>
          </a:effectLst>
        </p:spPr>
      </p:pic>
      <p:grpSp>
        <p:nvGrpSpPr>
          <p:cNvPr id="24" name="组合 23">
            <a:extLst>
              <a:ext uri="{FF2B5EF4-FFF2-40B4-BE49-F238E27FC236}">
                <a16:creationId xmlns:a16="http://schemas.microsoft.com/office/drawing/2014/main" id="{A74D6EDF-C916-449E-AA34-A848E6445D85}"/>
              </a:ext>
            </a:extLst>
          </p:cNvPr>
          <p:cNvGrpSpPr/>
          <p:nvPr/>
        </p:nvGrpSpPr>
        <p:grpSpPr>
          <a:xfrm>
            <a:off x="0" y="4861480"/>
            <a:ext cx="12192000" cy="1996521"/>
            <a:chOff x="0" y="4861480"/>
            <a:chExt cx="12192000" cy="1996521"/>
          </a:xfrm>
        </p:grpSpPr>
        <p:sp>
          <p:nvSpPr>
            <p:cNvPr id="9" name="任意多边形: 形状 8">
              <a:extLst>
                <a:ext uri="{FF2B5EF4-FFF2-40B4-BE49-F238E27FC236}">
                  <a16:creationId xmlns:a16="http://schemas.microsoft.com/office/drawing/2014/main" id="{F76D472A-3B68-44B0-8BD0-4322DC994FC3}"/>
                </a:ext>
              </a:extLst>
            </p:cNvPr>
            <p:cNvSpPr/>
            <p:nvPr/>
          </p:nvSpPr>
          <p:spPr>
            <a:xfrm>
              <a:off x="0" y="4861480"/>
              <a:ext cx="12192000" cy="1996520"/>
            </a:xfrm>
            <a:custGeom>
              <a:avLst/>
              <a:gdLst>
                <a:gd name="connsiteX0" fmla="*/ 0 w 12192000"/>
                <a:gd name="connsiteY0" fmla="*/ 0 h 1996520"/>
                <a:gd name="connsiteX1" fmla="*/ 43625 w 12192000"/>
                <a:gd name="connsiteY1" fmla="*/ 29389 h 1996520"/>
                <a:gd name="connsiteX2" fmla="*/ 6106788 w 12192000"/>
                <a:gd name="connsiteY2" fmla="*/ 1359188 h 1996520"/>
                <a:gd name="connsiteX3" fmla="*/ 12010381 w 12192000"/>
                <a:gd name="connsiteY3" fmla="*/ 124157 h 1996520"/>
                <a:gd name="connsiteX4" fmla="*/ 12192000 w 12192000"/>
                <a:gd name="connsiteY4" fmla="*/ 12365 h 1996520"/>
                <a:gd name="connsiteX5" fmla="*/ 12192000 w 12192000"/>
                <a:gd name="connsiteY5" fmla="*/ 1996520 h 1996520"/>
                <a:gd name="connsiteX6" fmla="*/ 0 w 12192000"/>
                <a:gd name="connsiteY6" fmla="*/ 1996520 h 19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996520">
                  <a:moveTo>
                    <a:pt x="0" y="0"/>
                  </a:moveTo>
                  <a:lnTo>
                    <a:pt x="43625" y="29389"/>
                  </a:lnTo>
                  <a:cubicBezTo>
                    <a:pt x="1336102" y="830124"/>
                    <a:pt x="3568938" y="1359188"/>
                    <a:pt x="6106788" y="1359188"/>
                  </a:cubicBezTo>
                  <a:cubicBezTo>
                    <a:pt x="8543125" y="1359188"/>
                    <a:pt x="10698360" y="871602"/>
                    <a:pt x="12010381" y="124157"/>
                  </a:cubicBezTo>
                  <a:lnTo>
                    <a:pt x="12192000" y="12365"/>
                  </a:lnTo>
                  <a:lnTo>
                    <a:pt x="12192000" y="1996520"/>
                  </a:lnTo>
                  <a:lnTo>
                    <a:pt x="0" y="1996520"/>
                  </a:lnTo>
                  <a:close/>
                </a:path>
              </a:pathLst>
            </a:custGeom>
            <a:solidFill>
              <a:schemeClr val="accent3"/>
            </a:solidFill>
            <a:ln>
              <a:noFill/>
            </a:ln>
            <a:effectLst>
              <a:outerShdw blurRad="177800" dist="101600" dir="16200000" sx="93000" sy="93000" rotWithShape="0">
                <a:schemeClr val="accent3">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10" name="任意多边形: 形状 9">
              <a:extLst>
                <a:ext uri="{FF2B5EF4-FFF2-40B4-BE49-F238E27FC236}">
                  <a16:creationId xmlns:a16="http://schemas.microsoft.com/office/drawing/2014/main" id="{B92C69F5-1C62-4568-9521-2573F736AFB9}"/>
                </a:ext>
              </a:extLst>
            </p:cNvPr>
            <p:cNvSpPr/>
            <p:nvPr/>
          </p:nvSpPr>
          <p:spPr>
            <a:xfrm>
              <a:off x="0" y="5331454"/>
              <a:ext cx="12192000" cy="1526547"/>
            </a:xfrm>
            <a:custGeom>
              <a:avLst/>
              <a:gdLst>
                <a:gd name="connsiteX0" fmla="*/ 0 w 12192000"/>
                <a:gd name="connsiteY0" fmla="*/ 0 h 1526547"/>
                <a:gd name="connsiteX1" fmla="*/ 43626 w 12192000"/>
                <a:gd name="connsiteY1" fmla="*/ 21296 h 1526547"/>
                <a:gd name="connsiteX2" fmla="*/ 6106789 w 12192000"/>
                <a:gd name="connsiteY2" fmla="*/ 984922 h 1526547"/>
                <a:gd name="connsiteX3" fmla="*/ 12010382 w 12192000"/>
                <a:gd name="connsiteY3" fmla="*/ 89969 h 1526547"/>
                <a:gd name="connsiteX4" fmla="*/ 12192000 w 12192000"/>
                <a:gd name="connsiteY4" fmla="*/ 8961 h 1526547"/>
                <a:gd name="connsiteX5" fmla="*/ 12192000 w 12192000"/>
                <a:gd name="connsiteY5" fmla="*/ 1526547 h 1526547"/>
                <a:gd name="connsiteX6" fmla="*/ 0 w 12192000"/>
                <a:gd name="connsiteY6" fmla="*/ 1526547 h 1526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526547">
                  <a:moveTo>
                    <a:pt x="0" y="0"/>
                  </a:moveTo>
                  <a:lnTo>
                    <a:pt x="43626" y="21296"/>
                  </a:lnTo>
                  <a:cubicBezTo>
                    <a:pt x="1336103" y="601541"/>
                    <a:pt x="3568939" y="984922"/>
                    <a:pt x="6106789" y="984922"/>
                  </a:cubicBezTo>
                  <a:cubicBezTo>
                    <a:pt x="8543126" y="984922"/>
                    <a:pt x="10698361" y="631598"/>
                    <a:pt x="12010382" y="89969"/>
                  </a:cubicBezTo>
                  <a:lnTo>
                    <a:pt x="12192000" y="8961"/>
                  </a:lnTo>
                  <a:lnTo>
                    <a:pt x="12192000" y="1526547"/>
                  </a:lnTo>
                  <a:lnTo>
                    <a:pt x="0" y="1526547"/>
                  </a:lnTo>
                  <a:close/>
                </a:path>
              </a:pathLst>
            </a:custGeom>
            <a:gradFill flip="none" rotWithShape="1">
              <a:gsLst>
                <a:gs pos="0">
                  <a:schemeClr val="accent2"/>
                </a:gs>
                <a:gs pos="83000">
                  <a:schemeClr val="accent1"/>
                </a:gs>
              </a:gsLst>
              <a:lin ang="5400000" scaled="1"/>
              <a:tileRect/>
            </a:gradFill>
            <a:ln>
              <a:noFill/>
            </a:ln>
            <a:effectLst>
              <a:outerShdw blurRad="254000" dist="50800" dir="18000000" sx="98000" sy="98000" rotWithShape="0">
                <a:srgbClr val="F0AAAD">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12" name="文本框 11">
            <a:extLst>
              <a:ext uri="{FF2B5EF4-FFF2-40B4-BE49-F238E27FC236}">
                <a16:creationId xmlns:a16="http://schemas.microsoft.com/office/drawing/2014/main" id="{CD859C5F-F60D-4DEC-B935-7A8006078D52}"/>
              </a:ext>
            </a:extLst>
          </p:cNvPr>
          <p:cNvSpPr txBox="1"/>
          <p:nvPr/>
        </p:nvSpPr>
        <p:spPr>
          <a:xfrm flipH="1">
            <a:off x="672340" y="2725762"/>
            <a:ext cx="5264801" cy="861774"/>
          </a:xfrm>
          <a:prstGeom prst="rect">
            <a:avLst/>
          </a:prstGeom>
          <a:noFill/>
        </p:spPr>
        <p:txBody>
          <a:bodyPr wrap="square">
            <a:spAutoFit/>
          </a:bodyPr>
          <a:lstStyle>
            <a:defPPr>
              <a:defRPr lang="zh-CN"/>
            </a:defPPr>
            <a:lvl1pPr algn="ctr">
              <a:defRPr sz="3000" kern="100">
                <a:solidFill>
                  <a:schemeClr val="bg1"/>
                </a:solidFill>
                <a:latin typeface="思源宋体 CN Heavy" panose="02020900000000000000" pitchFamily="18" charset="-122"/>
                <a:ea typeface="思源宋体 CN Heavy" panose="02020900000000000000" pitchFamily="18" charset="-122"/>
                <a:cs typeface="方正仿宋_GBK"/>
              </a:defRPr>
            </a:lvl1pPr>
          </a:lstStyle>
          <a:p>
            <a:r>
              <a:rPr lang="zh-CN" altLang="en-US" sz="5000" dirty="0">
                <a:solidFill>
                  <a:schemeClr val="accent1"/>
                </a:solidFill>
                <a:latin typeface="+mj-ea"/>
                <a:ea typeface="+mj-ea"/>
              </a:rPr>
              <a:t>输入个性化结束语</a:t>
            </a:r>
          </a:p>
        </p:txBody>
      </p:sp>
      <p:sp>
        <p:nvSpPr>
          <p:cNvPr id="13" name="文本框 12">
            <a:extLst>
              <a:ext uri="{FF2B5EF4-FFF2-40B4-BE49-F238E27FC236}">
                <a16:creationId xmlns:a16="http://schemas.microsoft.com/office/drawing/2014/main" id="{81705AD8-D69C-4956-9C14-10261E8832F8}"/>
              </a:ext>
            </a:extLst>
          </p:cNvPr>
          <p:cNvSpPr txBox="1"/>
          <p:nvPr/>
        </p:nvSpPr>
        <p:spPr>
          <a:xfrm flipH="1">
            <a:off x="-74521" y="1944066"/>
            <a:ext cx="4124753" cy="861774"/>
          </a:xfrm>
          <a:prstGeom prst="rect">
            <a:avLst/>
          </a:prstGeom>
          <a:noFill/>
        </p:spPr>
        <p:txBody>
          <a:bodyPr wrap="square">
            <a:spAutoFit/>
          </a:bodyPr>
          <a:lstStyle>
            <a:defPPr>
              <a:defRPr lang="zh-CN"/>
            </a:defPPr>
            <a:lvl1pPr algn="ctr">
              <a:defRPr sz="3000" kern="100">
                <a:solidFill>
                  <a:schemeClr val="bg1"/>
                </a:solidFill>
                <a:latin typeface="思源宋体 CN Heavy" panose="02020900000000000000" pitchFamily="18" charset="-122"/>
                <a:ea typeface="思源宋体 CN Heavy" panose="02020900000000000000" pitchFamily="18" charset="-122"/>
                <a:cs typeface="方正仿宋_GBK"/>
              </a:defRPr>
            </a:lvl1pPr>
          </a:lstStyle>
          <a:p>
            <a:r>
              <a:rPr lang="zh-CN" altLang="en-US" sz="5000" dirty="0">
                <a:solidFill>
                  <a:schemeClr val="tx1"/>
                </a:solidFill>
                <a:latin typeface="+mj-ea"/>
                <a:ea typeface="+mj-ea"/>
              </a:rPr>
              <a:t>请在这里</a:t>
            </a:r>
          </a:p>
        </p:txBody>
      </p:sp>
      <p:grpSp>
        <p:nvGrpSpPr>
          <p:cNvPr id="14" name="组合 13">
            <a:extLst>
              <a:ext uri="{FF2B5EF4-FFF2-40B4-BE49-F238E27FC236}">
                <a16:creationId xmlns:a16="http://schemas.microsoft.com/office/drawing/2014/main" id="{4A7780FE-0743-4085-A851-C227635B60D1}"/>
              </a:ext>
            </a:extLst>
          </p:cNvPr>
          <p:cNvGrpSpPr/>
          <p:nvPr/>
        </p:nvGrpSpPr>
        <p:grpSpPr>
          <a:xfrm>
            <a:off x="987730" y="4109224"/>
            <a:ext cx="1703552" cy="0"/>
            <a:chOff x="4173890" y="7485722"/>
            <a:chExt cx="1703552" cy="0"/>
          </a:xfrm>
        </p:grpSpPr>
        <p:cxnSp>
          <p:nvCxnSpPr>
            <p:cNvPr id="15" name="直接连接符 14">
              <a:extLst>
                <a:ext uri="{FF2B5EF4-FFF2-40B4-BE49-F238E27FC236}">
                  <a16:creationId xmlns:a16="http://schemas.microsoft.com/office/drawing/2014/main" id="{CAA8B216-91C6-4A33-B178-86BC0B8CB0E1}"/>
                </a:ext>
              </a:extLst>
            </p:cNvPr>
            <p:cNvCxnSpPr>
              <a:cxnSpLocks/>
            </p:cNvCxnSpPr>
            <p:nvPr/>
          </p:nvCxnSpPr>
          <p:spPr>
            <a:xfrm>
              <a:off x="4173890" y="7485722"/>
              <a:ext cx="1703552" cy="0"/>
            </a:xfrm>
            <a:prstGeom prst="line">
              <a:avLst/>
            </a:prstGeom>
            <a:ln w="447040" cap="rnd">
              <a:solidFill>
                <a:schemeClr val="accent2">
                  <a:lumMod val="20000"/>
                  <a:lumOff val="8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D64D63F-A201-4903-BA88-9F74BFC1B3B2}"/>
                </a:ext>
              </a:extLst>
            </p:cNvPr>
            <p:cNvCxnSpPr>
              <a:cxnSpLocks/>
            </p:cNvCxnSpPr>
            <p:nvPr/>
          </p:nvCxnSpPr>
          <p:spPr>
            <a:xfrm>
              <a:off x="4173890" y="7485722"/>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grpSp>
      <p:sp>
        <p:nvSpPr>
          <p:cNvPr id="17" name="文本框 16">
            <a:extLst>
              <a:ext uri="{FF2B5EF4-FFF2-40B4-BE49-F238E27FC236}">
                <a16:creationId xmlns:a16="http://schemas.microsoft.com/office/drawing/2014/main" id="{19AF0688-EC4E-4D57-AD11-2C12690C42AC}"/>
              </a:ext>
            </a:extLst>
          </p:cNvPr>
          <p:cNvSpPr txBox="1"/>
          <p:nvPr/>
        </p:nvSpPr>
        <p:spPr>
          <a:xfrm>
            <a:off x="1100545" y="3923905"/>
            <a:ext cx="1489792" cy="352097"/>
          </a:xfrm>
          <a:prstGeom prst="rect">
            <a:avLst/>
          </a:prstGeom>
          <a:noFill/>
          <a:effectLst/>
        </p:spPr>
        <p:txBody>
          <a:bodyPr wrap="none" lIns="80467" tIns="40234" rIns="80467" bIns="40234" rtlCol="0">
            <a:spAutoFit/>
          </a:bodyPr>
          <a:lstStyle/>
          <a:p>
            <a:pPr algn="ctr"/>
            <a:r>
              <a:rPr lang="zh-CN" altLang="en-US" sz="1760" b="1" dirty="0">
                <a:solidFill>
                  <a:schemeClr val="bg1"/>
                </a:solidFill>
                <a:latin typeface="+mn-ea"/>
              </a:rPr>
              <a:t>汇报人：</a:t>
            </a:r>
            <a:r>
              <a:rPr lang="en-US" altLang="zh-CN" sz="1760" b="1" dirty="0">
                <a:solidFill>
                  <a:schemeClr val="bg1"/>
                </a:solidFill>
                <a:latin typeface="+mn-ea"/>
              </a:rPr>
              <a:t>XXX</a:t>
            </a:r>
            <a:endParaRPr lang="zh-CN" altLang="en-US" sz="1760" b="1" dirty="0">
              <a:solidFill>
                <a:schemeClr val="bg1"/>
              </a:solidFill>
              <a:latin typeface="+mn-ea"/>
            </a:endParaRPr>
          </a:p>
        </p:txBody>
      </p:sp>
      <p:cxnSp>
        <p:nvCxnSpPr>
          <p:cNvPr id="19" name="直接连接符 18">
            <a:extLst>
              <a:ext uri="{FF2B5EF4-FFF2-40B4-BE49-F238E27FC236}">
                <a16:creationId xmlns:a16="http://schemas.microsoft.com/office/drawing/2014/main" id="{A8964BDF-949C-4965-92D1-6B29CBF9813A}"/>
              </a:ext>
            </a:extLst>
          </p:cNvPr>
          <p:cNvCxnSpPr>
            <a:cxnSpLocks/>
          </p:cNvCxnSpPr>
          <p:nvPr/>
        </p:nvCxnSpPr>
        <p:spPr>
          <a:xfrm>
            <a:off x="866866" y="3655853"/>
            <a:ext cx="4864396" cy="0"/>
          </a:xfrm>
          <a:prstGeom prst="line">
            <a:avLst/>
          </a:prstGeom>
          <a:ln w="12700" cap="rnd">
            <a:gradFill flip="none" rotWithShape="1">
              <a:gsLst>
                <a:gs pos="100000">
                  <a:schemeClr val="accent6"/>
                </a:gs>
                <a:gs pos="0">
                  <a:schemeClr val="accent1"/>
                </a:gs>
              </a:gsLst>
              <a:lin ang="0" scaled="1"/>
              <a:tileRect/>
            </a:gradFill>
            <a:round/>
          </a:ln>
        </p:spPr>
        <p:style>
          <a:lnRef idx="1">
            <a:schemeClr val="accent1"/>
          </a:lnRef>
          <a:fillRef idx="0">
            <a:schemeClr val="accent1"/>
          </a:fillRef>
          <a:effectRef idx="0">
            <a:schemeClr val="accent1"/>
          </a:effectRef>
          <a:fontRef idx="minor">
            <a:schemeClr val="tx1"/>
          </a:fontRef>
        </p:style>
      </p:cxnSp>
      <p:grpSp>
        <p:nvGrpSpPr>
          <p:cNvPr id="20" name="组合 19">
            <a:extLst>
              <a:ext uri="{FF2B5EF4-FFF2-40B4-BE49-F238E27FC236}">
                <a16:creationId xmlns:a16="http://schemas.microsoft.com/office/drawing/2014/main" id="{0A56699E-6949-4FC1-87D3-E508C88D3793}"/>
              </a:ext>
            </a:extLst>
          </p:cNvPr>
          <p:cNvGrpSpPr/>
          <p:nvPr/>
        </p:nvGrpSpPr>
        <p:grpSpPr>
          <a:xfrm>
            <a:off x="3274768" y="4109224"/>
            <a:ext cx="1703552" cy="0"/>
            <a:chOff x="4173890" y="7485722"/>
            <a:chExt cx="1703552" cy="0"/>
          </a:xfrm>
        </p:grpSpPr>
        <p:cxnSp>
          <p:nvCxnSpPr>
            <p:cNvPr id="21" name="直接连接符 20">
              <a:extLst>
                <a:ext uri="{FF2B5EF4-FFF2-40B4-BE49-F238E27FC236}">
                  <a16:creationId xmlns:a16="http://schemas.microsoft.com/office/drawing/2014/main" id="{2833B591-39C5-4742-823F-06743D72C048}"/>
                </a:ext>
              </a:extLst>
            </p:cNvPr>
            <p:cNvCxnSpPr>
              <a:cxnSpLocks/>
            </p:cNvCxnSpPr>
            <p:nvPr/>
          </p:nvCxnSpPr>
          <p:spPr>
            <a:xfrm>
              <a:off x="4173890" y="7485722"/>
              <a:ext cx="1703552" cy="0"/>
            </a:xfrm>
            <a:prstGeom prst="line">
              <a:avLst/>
            </a:prstGeom>
            <a:ln w="447040" cap="rnd">
              <a:solidFill>
                <a:schemeClr val="accent2">
                  <a:lumMod val="20000"/>
                  <a:lumOff val="80000"/>
                </a:schemeClr>
              </a:solidFill>
              <a:round/>
            </a:ln>
            <a:effectLst/>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BFF29BE-C1DD-4FFA-9DC0-217CAE388861}"/>
                </a:ext>
              </a:extLst>
            </p:cNvPr>
            <p:cNvCxnSpPr>
              <a:cxnSpLocks/>
            </p:cNvCxnSpPr>
            <p:nvPr/>
          </p:nvCxnSpPr>
          <p:spPr>
            <a:xfrm>
              <a:off x="4173890" y="7485722"/>
              <a:ext cx="1703552" cy="0"/>
            </a:xfrm>
            <a:prstGeom prst="line">
              <a:avLst/>
            </a:prstGeom>
            <a:ln w="335280" cap="rnd">
              <a:solidFill>
                <a:schemeClr val="accent1"/>
              </a:solidFill>
              <a:round/>
            </a:ln>
            <a:effectLst/>
          </p:spPr>
          <p:style>
            <a:lnRef idx="1">
              <a:schemeClr val="accent1"/>
            </a:lnRef>
            <a:fillRef idx="0">
              <a:schemeClr val="accent1"/>
            </a:fillRef>
            <a:effectRef idx="0">
              <a:schemeClr val="accent1"/>
            </a:effectRef>
            <a:fontRef idx="minor">
              <a:schemeClr val="tx1"/>
            </a:fontRef>
          </p:style>
        </p:cxnSp>
      </p:grpSp>
      <p:sp>
        <p:nvSpPr>
          <p:cNvPr id="23" name="文本框 22">
            <a:extLst>
              <a:ext uri="{FF2B5EF4-FFF2-40B4-BE49-F238E27FC236}">
                <a16:creationId xmlns:a16="http://schemas.microsoft.com/office/drawing/2014/main" id="{E04268F5-3AE9-41D7-A6FB-DFA12401D4BB}"/>
              </a:ext>
            </a:extLst>
          </p:cNvPr>
          <p:cNvSpPr txBox="1"/>
          <p:nvPr/>
        </p:nvSpPr>
        <p:spPr>
          <a:xfrm>
            <a:off x="3209314" y="3909915"/>
            <a:ext cx="1767112" cy="352097"/>
          </a:xfrm>
          <a:prstGeom prst="rect">
            <a:avLst/>
          </a:prstGeom>
          <a:noFill/>
          <a:effectLst/>
        </p:spPr>
        <p:txBody>
          <a:bodyPr wrap="none" lIns="80467" tIns="40234" rIns="80467" bIns="40234" rtlCol="0">
            <a:spAutoFit/>
          </a:bodyPr>
          <a:lstStyle/>
          <a:p>
            <a:pPr algn="ctr"/>
            <a:r>
              <a:rPr lang="zh-CN" altLang="en-US" sz="1760" b="1" dirty="0">
                <a:solidFill>
                  <a:schemeClr val="bg1"/>
                </a:solidFill>
                <a:latin typeface="+mn-ea"/>
              </a:rPr>
              <a:t>时间：</a:t>
            </a:r>
            <a:r>
              <a:rPr lang="en-US" altLang="zh-CN" sz="1760" b="1" dirty="0">
                <a:solidFill>
                  <a:schemeClr val="bg1"/>
                </a:solidFill>
                <a:latin typeface="+mn-ea"/>
              </a:rPr>
              <a:t>202X/X/X</a:t>
            </a:r>
            <a:endParaRPr lang="zh-CN" altLang="en-US" sz="1760" b="1" dirty="0">
              <a:solidFill>
                <a:schemeClr val="bg1"/>
              </a:solidFill>
              <a:latin typeface="+mn-ea"/>
            </a:endParaRPr>
          </a:p>
        </p:txBody>
      </p:sp>
    </p:spTree>
    <p:extLst>
      <p:ext uri="{BB962C8B-B14F-4D97-AF65-F5344CB8AC3E}">
        <p14:creationId xmlns:p14="http://schemas.microsoft.com/office/powerpoint/2010/main" val="2197612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组合 81">
            <a:extLst>
              <a:ext uri="{FF2B5EF4-FFF2-40B4-BE49-F238E27FC236}">
                <a16:creationId xmlns:a16="http://schemas.microsoft.com/office/drawing/2014/main" id="{3CD0DDB2-3597-42CB-83F1-33344D49E961}"/>
              </a:ext>
            </a:extLst>
          </p:cNvPr>
          <p:cNvGrpSpPr/>
          <p:nvPr/>
        </p:nvGrpSpPr>
        <p:grpSpPr>
          <a:xfrm>
            <a:off x="1826620" y="1390650"/>
            <a:ext cx="8465736" cy="4494819"/>
            <a:chOff x="5638800" y="2971800"/>
            <a:chExt cx="8465736" cy="4494819"/>
          </a:xfrm>
          <a:solidFill>
            <a:schemeClr val="accent1"/>
          </a:solidFill>
        </p:grpSpPr>
        <p:pic>
          <p:nvPicPr>
            <p:cNvPr id="3" name="图形 2" descr="算盘 纯色填充">
              <a:extLst>
                <a:ext uri="{FF2B5EF4-FFF2-40B4-BE49-F238E27FC236}">
                  <a16:creationId xmlns:a16="http://schemas.microsoft.com/office/drawing/2014/main" id="{31D0DD23-4A58-4C0E-A53A-62EF7163D6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8800" y="2971800"/>
              <a:ext cx="914400" cy="914400"/>
            </a:xfrm>
            <a:prstGeom prst="rect">
              <a:avLst/>
            </a:prstGeom>
          </p:spPr>
        </p:pic>
        <p:pic>
          <p:nvPicPr>
            <p:cNvPr id="5" name="图形 4" descr="算盘 轮廓">
              <a:extLst>
                <a:ext uri="{FF2B5EF4-FFF2-40B4-BE49-F238E27FC236}">
                  <a16:creationId xmlns:a16="http://schemas.microsoft.com/office/drawing/2014/main" id="{5C87967F-FDD9-4AD8-9095-6722F162E4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838" y="2971800"/>
              <a:ext cx="914400" cy="914400"/>
            </a:xfrm>
            <a:prstGeom prst="rect">
              <a:avLst/>
            </a:prstGeom>
          </p:spPr>
        </p:pic>
        <p:pic>
          <p:nvPicPr>
            <p:cNvPr id="7" name="图形 6" descr="抱负 轮廓">
              <a:extLst>
                <a:ext uri="{FF2B5EF4-FFF2-40B4-BE49-F238E27FC236}">
                  <a16:creationId xmlns:a16="http://schemas.microsoft.com/office/drawing/2014/main" id="{D35C662A-15E3-45E1-9B34-28BFD1763F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316875" y="2971800"/>
              <a:ext cx="914400" cy="914400"/>
            </a:xfrm>
            <a:prstGeom prst="rect">
              <a:avLst/>
            </a:prstGeom>
          </p:spPr>
        </p:pic>
        <p:pic>
          <p:nvPicPr>
            <p:cNvPr id="9" name="图形 8" descr="原子 轮廓">
              <a:extLst>
                <a:ext uri="{FF2B5EF4-FFF2-40B4-BE49-F238E27FC236}">
                  <a16:creationId xmlns:a16="http://schemas.microsoft.com/office/drawing/2014/main" id="{9752312B-E77A-4AA5-8B77-71B88949779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155912" y="2971800"/>
              <a:ext cx="914400" cy="914400"/>
            </a:xfrm>
            <a:prstGeom prst="rect">
              <a:avLst/>
            </a:prstGeom>
          </p:spPr>
        </p:pic>
        <p:pic>
          <p:nvPicPr>
            <p:cNvPr id="11" name="图形 10" descr="背包 轮廓">
              <a:extLst>
                <a:ext uri="{FF2B5EF4-FFF2-40B4-BE49-F238E27FC236}">
                  <a16:creationId xmlns:a16="http://schemas.microsoft.com/office/drawing/2014/main" id="{0E3721C7-1DD0-4842-84BA-7BCA81719FD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994949" y="2971800"/>
              <a:ext cx="914400" cy="914400"/>
            </a:xfrm>
            <a:prstGeom prst="rect">
              <a:avLst/>
            </a:prstGeom>
          </p:spPr>
        </p:pic>
        <p:pic>
          <p:nvPicPr>
            <p:cNvPr id="13" name="图形 12" descr="基本形状 轮廓">
              <a:extLst>
                <a:ext uri="{FF2B5EF4-FFF2-40B4-BE49-F238E27FC236}">
                  <a16:creationId xmlns:a16="http://schemas.microsoft.com/office/drawing/2014/main" id="{696EFEE8-40D7-440B-86A4-DF7985F2BE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833987" y="2971800"/>
              <a:ext cx="914400" cy="914400"/>
            </a:xfrm>
            <a:prstGeom prst="rect">
              <a:avLst/>
            </a:prstGeom>
          </p:spPr>
        </p:pic>
        <p:pic>
          <p:nvPicPr>
            <p:cNvPr id="15" name="图形 14" descr="烧杯 轮廓">
              <a:extLst>
                <a:ext uri="{FF2B5EF4-FFF2-40B4-BE49-F238E27FC236}">
                  <a16:creationId xmlns:a16="http://schemas.microsoft.com/office/drawing/2014/main" id="{FF14359F-496F-41B4-9A05-042D7324F0D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673024" y="2971800"/>
              <a:ext cx="914400" cy="914400"/>
            </a:xfrm>
            <a:prstGeom prst="rect">
              <a:avLst/>
            </a:prstGeom>
          </p:spPr>
        </p:pic>
        <p:pic>
          <p:nvPicPr>
            <p:cNvPr id="17" name="图形 16" descr="铃 轮廓">
              <a:extLst>
                <a:ext uri="{FF2B5EF4-FFF2-40B4-BE49-F238E27FC236}">
                  <a16:creationId xmlns:a16="http://schemas.microsoft.com/office/drawing/2014/main" id="{62B51C88-D2DC-4C57-BF28-5D13FCFBDB8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512062" y="2971800"/>
              <a:ext cx="914400" cy="914400"/>
            </a:xfrm>
            <a:prstGeom prst="rect">
              <a:avLst/>
            </a:prstGeom>
          </p:spPr>
        </p:pic>
        <p:pic>
          <p:nvPicPr>
            <p:cNvPr id="19" name="图形 18" descr="书籍 轮廓">
              <a:extLst>
                <a:ext uri="{FF2B5EF4-FFF2-40B4-BE49-F238E27FC236}">
                  <a16:creationId xmlns:a16="http://schemas.microsoft.com/office/drawing/2014/main" id="{328479A2-E87A-4699-8E2C-34885236AAB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2351099" y="2971800"/>
              <a:ext cx="914400" cy="914400"/>
            </a:xfrm>
            <a:prstGeom prst="rect">
              <a:avLst/>
            </a:prstGeom>
          </p:spPr>
        </p:pic>
        <p:pic>
          <p:nvPicPr>
            <p:cNvPr id="21" name="图形 20" descr="书架上的书籍 轮廓">
              <a:extLst>
                <a:ext uri="{FF2B5EF4-FFF2-40B4-BE49-F238E27FC236}">
                  <a16:creationId xmlns:a16="http://schemas.microsoft.com/office/drawing/2014/main" id="{9B431485-5592-4E45-9268-5D0D9712B7B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3190136" y="2971800"/>
              <a:ext cx="914400" cy="914400"/>
            </a:xfrm>
            <a:prstGeom prst="rect">
              <a:avLst/>
            </a:prstGeom>
          </p:spPr>
        </p:pic>
        <p:pic>
          <p:nvPicPr>
            <p:cNvPr id="23" name="图形 22" descr="时钟 轮廓">
              <a:extLst>
                <a:ext uri="{FF2B5EF4-FFF2-40B4-BE49-F238E27FC236}">
                  <a16:creationId xmlns:a16="http://schemas.microsoft.com/office/drawing/2014/main" id="{EB606F06-1CC7-42EB-82AC-D351D6DABFD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5638800" y="4165273"/>
              <a:ext cx="914400" cy="914400"/>
            </a:xfrm>
            <a:prstGeom prst="rect">
              <a:avLst/>
            </a:prstGeom>
          </p:spPr>
        </p:pic>
        <p:pic>
          <p:nvPicPr>
            <p:cNvPr id="25" name="图形 24" descr="合上的书 轮廓">
              <a:extLst>
                <a:ext uri="{FF2B5EF4-FFF2-40B4-BE49-F238E27FC236}">
                  <a16:creationId xmlns:a16="http://schemas.microsoft.com/office/drawing/2014/main" id="{624206F9-0F7E-4768-B17C-10D37AD10D7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477838" y="4165273"/>
              <a:ext cx="914400" cy="914400"/>
            </a:xfrm>
            <a:prstGeom prst="rect">
              <a:avLst/>
            </a:prstGeom>
          </p:spPr>
        </p:pic>
        <p:pic>
          <p:nvPicPr>
            <p:cNvPr id="27" name="图形 26" descr="圆锥体 轮廓">
              <a:extLst>
                <a:ext uri="{FF2B5EF4-FFF2-40B4-BE49-F238E27FC236}">
                  <a16:creationId xmlns:a16="http://schemas.microsoft.com/office/drawing/2014/main" id="{5FFFC0EA-A228-4C7E-BE98-946FEB6E0C37}"/>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316875" y="4165273"/>
              <a:ext cx="914400" cy="914400"/>
            </a:xfrm>
            <a:prstGeom prst="rect">
              <a:avLst/>
            </a:prstGeom>
          </p:spPr>
        </p:pic>
        <p:pic>
          <p:nvPicPr>
            <p:cNvPr id="29" name="图形 28" descr="星座 轮廓">
              <a:extLst>
                <a:ext uri="{FF2B5EF4-FFF2-40B4-BE49-F238E27FC236}">
                  <a16:creationId xmlns:a16="http://schemas.microsoft.com/office/drawing/2014/main" id="{842083B9-32C2-486F-868C-8B0131AA6363}"/>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155912" y="4165273"/>
              <a:ext cx="914400" cy="914400"/>
            </a:xfrm>
            <a:prstGeom prst="rect">
              <a:avLst/>
            </a:prstGeom>
          </p:spPr>
        </p:pic>
        <p:pic>
          <p:nvPicPr>
            <p:cNvPr id="31" name="图形 30" descr="多维数据集 轮廓">
              <a:extLst>
                <a:ext uri="{FF2B5EF4-FFF2-40B4-BE49-F238E27FC236}">
                  <a16:creationId xmlns:a16="http://schemas.microsoft.com/office/drawing/2014/main" id="{73947F3D-4007-4C73-9465-41126106A1D4}"/>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8994949" y="4165273"/>
              <a:ext cx="914400" cy="914400"/>
            </a:xfrm>
            <a:prstGeom prst="rect">
              <a:avLst/>
            </a:prstGeom>
          </p:spPr>
        </p:pic>
        <p:pic>
          <p:nvPicPr>
            <p:cNvPr id="33" name="图形 32" descr="切割 轮廓">
              <a:extLst>
                <a:ext uri="{FF2B5EF4-FFF2-40B4-BE49-F238E27FC236}">
                  <a16:creationId xmlns:a16="http://schemas.microsoft.com/office/drawing/2014/main" id="{D7620E30-4E6D-48B7-BD57-BC11C8DC3508}"/>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9833987" y="4165273"/>
              <a:ext cx="914400" cy="914400"/>
            </a:xfrm>
            <a:prstGeom prst="rect">
              <a:avLst/>
            </a:prstGeom>
          </p:spPr>
        </p:pic>
        <p:pic>
          <p:nvPicPr>
            <p:cNvPr id="35" name="图形 34" descr="圆柱 轮廓">
              <a:extLst>
                <a:ext uri="{FF2B5EF4-FFF2-40B4-BE49-F238E27FC236}">
                  <a16:creationId xmlns:a16="http://schemas.microsoft.com/office/drawing/2014/main" id="{A896A814-9343-4DF9-A96E-B6E1843F1539}"/>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673024" y="4165273"/>
              <a:ext cx="914400" cy="914400"/>
            </a:xfrm>
            <a:prstGeom prst="rect">
              <a:avLst/>
            </a:prstGeom>
          </p:spPr>
        </p:pic>
        <p:pic>
          <p:nvPicPr>
            <p:cNvPr id="37" name="图形 36" descr="桌子 轮廓">
              <a:extLst>
                <a:ext uri="{FF2B5EF4-FFF2-40B4-BE49-F238E27FC236}">
                  <a16:creationId xmlns:a16="http://schemas.microsoft.com/office/drawing/2014/main" id="{E39FF42A-1A1B-485C-839F-CE4C2982C3C0}"/>
                </a:ext>
              </a:extLst>
            </p:cNvPr>
            <p:cNvPicPr>
              <a:picLocks noChangeAspect="1"/>
            </p:cNvPicPr>
            <p:nvPr/>
          </p:nvPicPr>
          <p:blipFill>
            <a:blip r:embed="rId36">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11512062" y="4165273"/>
              <a:ext cx="914400" cy="914400"/>
            </a:xfrm>
            <a:prstGeom prst="rect">
              <a:avLst/>
            </a:prstGeom>
          </p:spPr>
        </p:pic>
        <p:pic>
          <p:nvPicPr>
            <p:cNvPr id="39" name="图形 38" descr="文凭卷筒 轮廓">
              <a:extLst>
                <a:ext uri="{FF2B5EF4-FFF2-40B4-BE49-F238E27FC236}">
                  <a16:creationId xmlns:a16="http://schemas.microsoft.com/office/drawing/2014/main" id="{6C856D02-302B-428F-AE16-BA937862CEB4}"/>
                </a:ext>
              </a:extLst>
            </p:cNvPr>
            <p:cNvPicPr>
              <a:picLocks noChangeAspect="1"/>
            </p:cNvPicPr>
            <p:nvPr/>
          </p:nvPicPr>
          <p:blipFill>
            <a:blip r:embed="rId38">
              <a:extLst>
                <a:ext uri="{28A0092B-C50C-407E-A947-70E740481C1C}">
                  <a14:useLocalDpi xmlns:a14="http://schemas.microsoft.com/office/drawing/2010/main" val="0"/>
                </a:ext>
                <a:ext uri="{96DAC541-7B7A-43D3-8B79-37D633B846F1}">
                  <asvg:svgBlip xmlns:asvg="http://schemas.microsoft.com/office/drawing/2016/SVG/main" r:embed="rId39"/>
                </a:ext>
              </a:extLst>
            </a:blip>
            <a:stretch>
              <a:fillRect/>
            </a:stretch>
          </p:blipFill>
          <p:spPr>
            <a:xfrm>
              <a:off x="12351099" y="4165273"/>
              <a:ext cx="914400" cy="914400"/>
            </a:xfrm>
            <a:prstGeom prst="rect">
              <a:avLst/>
            </a:prstGeom>
          </p:spPr>
        </p:pic>
        <p:pic>
          <p:nvPicPr>
            <p:cNvPr id="41" name="图形 40" descr="地球 轮廓">
              <a:extLst>
                <a:ext uri="{FF2B5EF4-FFF2-40B4-BE49-F238E27FC236}">
                  <a16:creationId xmlns:a16="http://schemas.microsoft.com/office/drawing/2014/main" id="{FDA89011-EA23-4A3F-85AF-8FCA604C2100}"/>
                </a:ext>
              </a:extLst>
            </p:cNvPr>
            <p:cNvPicPr>
              <a:picLocks noChangeAspect="1"/>
            </p:cNvPicPr>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13190136" y="4165273"/>
              <a:ext cx="914400" cy="914400"/>
            </a:xfrm>
            <a:prstGeom prst="rect">
              <a:avLst/>
            </a:prstGeom>
          </p:spPr>
        </p:pic>
        <p:pic>
          <p:nvPicPr>
            <p:cNvPr id="43" name="图形 42" descr="橡皮擦 轮廓">
              <a:extLst>
                <a:ext uri="{FF2B5EF4-FFF2-40B4-BE49-F238E27FC236}">
                  <a16:creationId xmlns:a16="http://schemas.microsoft.com/office/drawing/2014/main" id="{0383C332-7BF3-4B49-BE7A-180E5B222F33}"/>
                </a:ext>
              </a:extLst>
            </p:cNvPr>
            <p:cNvPicPr>
              <a:picLocks noChangeAspect="1"/>
            </p:cNvPicPr>
            <p:nvPr/>
          </p:nvPicPr>
          <p:blipFill>
            <a:blip r:embed="rId42">
              <a:extLst>
                <a:ext uri="{28A0092B-C50C-407E-A947-70E740481C1C}">
                  <a14:useLocalDpi xmlns:a14="http://schemas.microsoft.com/office/drawing/2010/main" val="0"/>
                </a:ext>
                <a:ext uri="{96DAC541-7B7A-43D3-8B79-37D633B846F1}">
                  <asvg:svgBlip xmlns:asvg="http://schemas.microsoft.com/office/drawing/2016/SVG/main" r:embed="rId43"/>
                </a:ext>
              </a:extLst>
            </a:blip>
            <a:stretch>
              <a:fillRect/>
            </a:stretch>
          </p:blipFill>
          <p:spPr>
            <a:xfrm>
              <a:off x="5638800" y="5358746"/>
              <a:ext cx="914400" cy="914400"/>
            </a:xfrm>
            <a:prstGeom prst="rect">
              <a:avLst/>
            </a:prstGeom>
          </p:spPr>
        </p:pic>
        <p:pic>
          <p:nvPicPr>
            <p:cNvPr id="45" name="图形 44" descr="优秀 轮廓">
              <a:extLst>
                <a:ext uri="{FF2B5EF4-FFF2-40B4-BE49-F238E27FC236}">
                  <a16:creationId xmlns:a16="http://schemas.microsoft.com/office/drawing/2014/main" id="{7C7657AF-15F6-472C-A961-BBAC76156E46}"/>
                </a:ext>
              </a:extLst>
            </p:cNvPr>
            <p:cNvPicPr>
              <a:picLocks noChangeAspect="1"/>
            </p:cNvPicPr>
            <p:nvPr/>
          </p:nvPicPr>
          <p:blipFill>
            <a:blip r:embed="rId44">
              <a:extLst>
                <a:ext uri="{28A0092B-C50C-407E-A947-70E740481C1C}">
                  <a14:useLocalDpi xmlns:a14="http://schemas.microsoft.com/office/drawing/2010/main" val="0"/>
                </a:ext>
                <a:ext uri="{96DAC541-7B7A-43D3-8B79-37D633B846F1}">
                  <asvg:svgBlip xmlns:asvg="http://schemas.microsoft.com/office/drawing/2016/SVG/main" r:embed="rId45"/>
                </a:ext>
              </a:extLst>
            </a:blip>
            <a:stretch>
              <a:fillRect/>
            </a:stretch>
          </p:blipFill>
          <p:spPr>
            <a:xfrm>
              <a:off x="6477838" y="5358746"/>
              <a:ext cx="914400" cy="914400"/>
            </a:xfrm>
            <a:prstGeom prst="rect">
              <a:avLst/>
            </a:prstGeom>
          </p:spPr>
        </p:pic>
        <p:pic>
          <p:nvPicPr>
            <p:cNvPr id="47" name="图形 46" descr="地球仪 轮廓">
              <a:extLst>
                <a:ext uri="{FF2B5EF4-FFF2-40B4-BE49-F238E27FC236}">
                  <a16:creationId xmlns:a16="http://schemas.microsoft.com/office/drawing/2014/main" id="{F1B1F3CE-0D79-481A-AD5A-75F5EDB0A3A1}"/>
                </a:ext>
              </a:extLst>
            </p:cNvPr>
            <p:cNvPicPr>
              <a:picLocks noChangeAspect="1"/>
            </p:cNvPicPr>
            <p:nvPr/>
          </p:nvPicPr>
          <p:blipFill>
            <a:blip r:embed="rId46">
              <a:extLst>
                <a:ext uri="{28A0092B-C50C-407E-A947-70E740481C1C}">
                  <a14:useLocalDpi xmlns:a14="http://schemas.microsoft.com/office/drawing/2010/main" val="0"/>
                </a:ext>
                <a:ext uri="{96DAC541-7B7A-43D3-8B79-37D633B846F1}">
                  <asvg:svgBlip xmlns:asvg="http://schemas.microsoft.com/office/drawing/2016/SVG/main" r:embed="rId47"/>
                </a:ext>
              </a:extLst>
            </a:blip>
            <a:stretch>
              <a:fillRect/>
            </a:stretch>
          </p:blipFill>
          <p:spPr>
            <a:xfrm>
              <a:off x="7316875" y="5358746"/>
              <a:ext cx="914400" cy="914400"/>
            </a:xfrm>
            <a:prstGeom prst="rect">
              <a:avLst/>
            </a:prstGeom>
          </p:spPr>
        </p:pic>
        <p:pic>
          <p:nvPicPr>
            <p:cNvPr id="49" name="图形 48" descr="GMO 轮廓">
              <a:extLst>
                <a:ext uri="{FF2B5EF4-FFF2-40B4-BE49-F238E27FC236}">
                  <a16:creationId xmlns:a16="http://schemas.microsoft.com/office/drawing/2014/main" id="{127742E3-FF1E-4128-9D8B-C99531B4E26F}"/>
                </a:ext>
              </a:extLst>
            </p:cNvPr>
            <p:cNvPicPr>
              <a:picLocks noChangeAspect="1"/>
            </p:cNvPicPr>
            <p:nvPr/>
          </p:nvPicPr>
          <p:blipFill>
            <a:blip r:embed="rId48">
              <a:extLst>
                <a:ext uri="{28A0092B-C50C-407E-A947-70E740481C1C}">
                  <a14:useLocalDpi xmlns:a14="http://schemas.microsoft.com/office/drawing/2010/main" val="0"/>
                </a:ext>
                <a:ext uri="{96DAC541-7B7A-43D3-8B79-37D633B846F1}">
                  <asvg:svgBlip xmlns:asvg="http://schemas.microsoft.com/office/drawing/2016/SVG/main" r:embed="rId49"/>
                </a:ext>
              </a:extLst>
            </a:blip>
            <a:stretch>
              <a:fillRect/>
            </a:stretch>
          </p:blipFill>
          <p:spPr>
            <a:xfrm>
              <a:off x="8155912" y="5358746"/>
              <a:ext cx="914400" cy="914400"/>
            </a:xfrm>
            <a:prstGeom prst="rect">
              <a:avLst/>
            </a:prstGeom>
          </p:spPr>
        </p:pic>
        <p:pic>
          <p:nvPicPr>
            <p:cNvPr id="51" name="图形 50" descr="毕业帽 轮廓">
              <a:extLst>
                <a:ext uri="{FF2B5EF4-FFF2-40B4-BE49-F238E27FC236}">
                  <a16:creationId xmlns:a16="http://schemas.microsoft.com/office/drawing/2014/main" id="{9F2AF7B6-E780-4E69-9CD6-999CAF873482}"/>
                </a:ext>
              </a:extLst>
            </p:cNvPr>
            <p:cNvPicPr>
              <a:picLocks noChangeAspect="1"/>
            </p:cNvPicPr>
            <p:nvPr/>
          </p:nvPicPr>
          <p:blipFill>
            <a:blip r:embed="rId50">
              <a:extLst>
                <a:ext uri="{28A0092B-C50C-407E-A947-70E740481C1C}">
                  <a14:useLocalDpi xmlns:a14="http://schemas.microsoft.com/office/drawing/2010/main" val="0"/>
                </a:ext>
                <a:ext uri="{96DAC541-7B7A-43D3-8B79-37D633B846F1}">
                  <asvg:svgBlip xmlns:asvg="http://schemas.microsoft.com/office/drawing/2016/SVG/main" r:embed="rId51"/>
                </a:ext>
              </a:extLst>
            </a:blip>
            <a:stretch>
              <a:fillRect/>
            </a:stretch>
          </p:blipFill>
          <p:spPr>
            <a:xfrm>
              <a:off x="8994949" y="5358746"/>
              <a:ext cx="914400" cy="914400"/>
            </a:xfrm>
            <a:prstGeom prst="rect">
              <a:avLst/>
            </a:prstGeom>
          </p:spPr>
        </p:pic>
        <p:pic>
          <p:nvPicPr>
            <p:cNvPr id="53" name="图形 52" descr="木星 轮廓">
              <a:extLst>
                <a:ext uri="{FF2B5EF4-FFF2-40B4-BE49-F238E27FC236}">
                  <a16:creationId xmlns:a16="http://schemas.microsoft.com/office/drawing/2014/main" id="{B2BA45BF-4575-4924-A549-3BC4735761C6}"/>
                </a:ext>
              </a:extLst>
            </p:cNvPr>
            <p:cNvPicPr>
              <a:picLocks noChangeAspect="1"/>
            </p:cNvPicPr>
            <p:nvPr/>
          </p:nvPicPr>
          <p:blipFill>
            <a:blip r:embed="rId52">
              <a:extLst>
                <a:ext uri="{28A0092B-C50C-407E-A947-70E740481C1C}">
                  <a14:useLocalDpi xmlns:a14="http://schemas.microsoft.com/office/drawing/2010/main" val="0"/>
                </a:ext>
                <a:ext uri="{96DAC541-7B7A-43D3-8B79-37D633B846F1}">
                  <asvg:svgBlip xmlns:asvg="http://schemas.microsoft.com/office/drawing/2016/SVG/main" r:embed="rId53"/>
                </a:ext>
              </a:extLst>
            </a:blip>
            <a:stretch>
              <a:fillRect/>
            </a:stretch>
          </p:blipFill>
          <p:spPr>
            <a:xfrm>
              <a:off x="9833987" y="5358746"/>
              <a:ext cx="914400" cy="914400"/>
            </a:xfrm>
            <a:prstGeom prst="rect">
              <a:avLst/>
            </a:prstGeom>
          </p:spPr>
        </p:pic>
        <p:pic>
          <p:nvPicPr>
            <p:cNvPr id="55" name="图形 54" descr="显微镜 轮廓">
              <a:extLst>
                <a:ext uri="{FF2B5EF4-FFF2-40B4-BE49-F238E27FC236}">
                  <a16:creationId xmlns:a16="http://schemas.microsoft.com/office/drawing/2014/main" id="{E505D181-583F-464F-BB41-BD74166A9CC4}"/>
                </a:ext>
              </a:extLst>
            </p:cNvPr>
            <p:cNvPicPr>
              <a:picLocks noChangeAspect="1"/>
            </p:cNvPicPr>
            <p:nvPr/>
          </p:nvPicPr>
          <p:blipFill>
            <a:blip r:embed="rId54">
              <a:extLst>
                <a:ext uri="{28A0092B-C50C-407E-A947-70E740481C1C}">
                  <a14:useLocalDpi xmlns:a14="http://schemas.microsoft.com/office/drawing/2010/main" val="0"/>
                </a:ext>
                <a:ext uri="{96DAC541-7B7A-43D3-8B79-37D633B846F1}">
                  <asvg:svgBlip xmlns:asvg="http://schemas.microsoft.com/office/drawing/2016/SVG/main" r:embed="rId55"/>
                </a:ext>
              </a:extLst>
            </a:blip>
            <a:stretch>
              <a:fillRect/>
            </a:stretch>
          </p:blipFill>
          <p:spPr>
            <a:xfrm>
              <a:off x="10673024" y="5358746"/>
              <a:ext cx="914400" cy="914400"/>
            </a:xfrm>
            <a:prstGeom prst="rect">
              <a:avLst/>
            </a:prstGeom>
          </p:spPr>
        </p:pic>
        <p:pic>
          <p:nvPicPr>
            <p:cNvPr id="57" name="图形 56" descr="牛顿摆 轮廓">
              <a:extLst>
                <a:ext uri="{FF2B5EF4-FFF2-40B4-BE49-F238E27FC236}">
                  <a16:creationId xmlns:a16="http://schemas.microsoft.com/office/drawing/2014/main" id="{F44BABC1-8545-499E-BA1C-53312D6B0BD6}"/>
                </a:ext>
              </a:extLst>
            </p:cNvPr>
            <p:cNvPicPr>
              <a:picLocks noChangeAspect="1"/>
            </p:cNvPicPr>
            <p:nvPr/>
          </p:nvPicPr>
          <p:blipFill>
            <a:blip r:embed="rId56">
              <a:extLst>
                <a:ext uri="{28A0092B-C50C-407E-A947-70E740481C1C}">
                  <a14:useLocalDpi xmlns:a14="http://schemas.microsoft.com/office/drawing/2010/main" val="0"/>
                </a:ext>
                <a:ext uri="{96DAC541-7B7A-43D3-8B79-37D633B846F1}">
                  <asvg:svgBlip xmlns:asvg="http://schemas.microsoft.com/office/drawing/2016/SVG/main" r:embed="rId57"/>
                </a:ext>
              </a:extLst>
            </a:blip>
            <a:stretch>
              <a:fillRect/>
            </a:stretch>
          </p:blipFill>
          <p:spPr>
            <a:xfrm>
              <a:off x="11512062" y="5358746"/>
              <a:ext cx="914400" cy="914400"/>
            </a:xfrm>
            <a:prstGeom prst="rect">
              <a:avLst/>
            </a:prstGeom>
          </p:spPr>
        </p:pic>
        <p:pic>
          <p:nvPicPr>
            <p:cNvPr id="59" name="图形 58" descr="打开的书 轮廓">
              <a:extLst>
                <a:ext uri="{FF2B5EF4-FFF2-40B4-BE49-F238E27FC236}">
                  <a16:creationId xmlns:a16="http://schemas.microsoft.com/office/drawing/2014/main" id="{7ACC1A9E-5EE8-4339-AB24-8C6B26CC72FE}"/>
                </a:ext>
              </a:extLst>
            </p:cNvPr>
            <p:cNvPicPr>
              <a:picLocks noChangeAspect="1"/>
            </p:cNvPicPr>
            <p:nvPr/>
          </p:nvPicPr>
          <p:blipFill>
            <a:blip r:embed="rId58">
              <a:extLst>
                <a:ext uri="{28A0092B-C50C-407E-A947-70E740481C1C}">
                  <a14:useLocalDpi xmlns:a14="http://schemas.microsoft.com/office/drawing/2010/main" val="0"/>
                </a:ext>
                <a:ext uri="{96DAC541-7B7A-43D3-8B79-37D633B846F1}">
                  <asvg:svgBlip xmlns:asvg="http://schemas.microsoft.com/office/drawing/2016/SVG/main" r:embed="rId59"/>
                </a:ext>
              </a:extLst>
            </a:blip>
            <a:stretch>
              <a:fillRect/>
            </a:stretch>
          </p:blipFill>
          <p:spPr>
            <a:xfrm>
              <a:off x="12351099" y="5358746"/>
              <a:ext cx="914400" cy="914400"/>
            </a:xfrm>
            <a:prstGeom prst="rect">
              <a:avLst/>
            </a:prstGeom>
          </p:spPr>
        </p:pic>
        <p:pic>
          <p:nvPicPr>
            <p:cNvPr id="61" name="图形 60" descr="铅笔 轮廓">
              <a:extLst>
                <a:ext uri="{FF2B5EF4-FFF2-40B4-BE49-F238E27FC236}">
                  <a16:creationId xmlns:a16="http://schemas.microsoft.com/office/drawing/2014/main" id="{1486ED50-8BAE-4E6B-9E20-DD60586A3C7F}"/>
                </a:ext>
              </a:extLst>
            </p:cNvPr>
            <p:cNvPicPr>
              <a:picLocks noChangeAspect="1"/>
            </p:cNvPicPr>
            <p:nvPr/>
          </p:nvPicPr>
          <p:blipFill>
            <a:blip r:embed="rId60">
              <a:extLst>
                <a:ext uri="{28A0092B-C50C-407E-A947-70E740481C1C}">
                  <a14:useLocalDpi xmlns:a14="http://schemas.microsoft.com/office/drawing/2010/main" val="0"/>
                </a:ext>
                <a:ext uri="{96DAC541-7B7A-43D3-8B79-37D633B846F1}">
                  <asvg:svgBlip xmlns:asvg="http://schemas.microsoft.com/office/drawing/2016/SVG/main" r:embed="rId61"/>
                </a:ext>
              </a:extLst>
            </a:blip>
            <a:stretch>
              <a:fillRect/>
            </a:stretch>
          </p:blipFill>
          <p:spPr>
            <a:xfrm>
              <a:off x="13190136" y="5358746"/>
              <a:ext cx="914400" cy="914400"/>
            </a:xfrm>
            <a:prstGeom prst="rect">
              <a:avLst/>
            </a:prstGeom>
          </p:spPr>
        </p:pic>
        <p:pic>
          <p:nvPicPr>
            <p:cNvPr id="63" name="图形 62" descr="金字塔形状 轮廓">
              <a:extLst>
                <a:ext uri="{FF2B5EF4-FFF2-40B4-BE49-F238E27FC236}">
                  <a16:creationId xmlns:a16="http://schemas.microsoft.com/office/drawing/2014/main" id="{654EF3C7-C79C-45E6-9E6C-DDB72445FEF1}"/>
                </a:ext>
              </a:extLst>
            </p:cNvPr>
            <p:cNvPicPr>
              <a:picLocks noChangeAspect="1"/>
            </p:cNvPicPr>
            <p:nvPr/>
          </p:nvPicPr>
          <p:blipFill>
            <a:blip r:embed="rId62">
              <a:extLst>
                <a:ext uri="{28A0092B-C50C-407E-A947-70E740481C1C}">
                  <a14:useLocalDpi xmlns:a14="http://schemas.microsoft.com/office/drawing/2010/main" val="0"/>
                </a:ext>
                <a:ext uri="{96DAC541-7B7A-43D3-8B79-37D633B846F1}">
                  <asvg:svgBlip xmlns:asvg="http://schemas.microsoft.com/office/drawing/2016/SVG/main" r:embed="rId63"/>
                </a:ext>
              </a:extLst>
            </a:blip>
            <a:stretch>
              <a:fillRect/>
            </a:stretch>
          </p:blipFill>
          <p:spPr>
            <a:xfrm>
              <a:off x="5638800" y="6552219"/>
              <a:ext cx="914400" cy="914400"/>
            </a:xfrm>
            <a:prstGeom prst="rect">
              <a:avLst/>
            </a:prstGeom>
          </p:spPr>
        </p:pic>
        <p:pic>
          <p:nvPicPr>
            <p:cNvPr id="65" name="图形 64" descr="矩形棱镜 轮廓">
              <a:extLst>
                <a:ext uri="{FF2B5EF4-FFF2-40B4-BE49-F238E27FC236}">
                  <a16:creationId xmlns:a16="http://schemas.microsoft.com/office/drawing/2014/main" id="{BE9F42B3-0AD2-40AA-B86C-D72D98C119D7}"/>
                </a:ext>
              </a:extLst>
            </p:cNvPr>
            <p:cNvPicPr>
              <a:picLocks noChangeAspect="1"/>
            </p:cNvPicPr>
            <p:nvPr/>
          </p:nvPicPr>
          <p:blipFill>
            <a:blip r:embed="rId64">
              <a:extLst>
                <a:ext uri="{28A0092B-C50C-407E-A947-70E740481C1C}">
                  <a14:useLocalDpi xmlns:a14="http://schemas.microsoft.com/office/drawing/2010/main" val="0"/>
                </a:ext>
                <a:ext uri="{96DAC541-7B7A-43D3-8B79-37D633B846F1}">
                  <asvg:svgBlip xmlns:asvg="http://schemas.microsoft.com/office/drawing/2016/SVG/main" r:embed="rId65"/>
                </a:ext>
              </a:extLst>
            </a:blip>
            <a:stretch>
              <a:fillRect/>
            </a:stretch>
          </p:blipFill>
          <p:spPr>
            <a:xfrm>
              <a:off x="6477838" y="6552219"/>
              <a:ext cx="914400" cy="914400"/>
            </a:xfrm>
            <a:prstGeom prst="rect">
              <a:avLst/>
            </a:prstGeom>
          </p:spPr>
        </p:pic>
        <p:pic>
          <p:nvPicPr>
            <p:cNvPr id="67" name="图形 66" descr="远程学习数学 轮廓">
              <a:extLst>
                <a:ext uri="{FF2B5EF4-FFF2-40B4-BE49-F238E27FC236}">
                  <a16:creationId xmlns:a16="http://schemas.microsoft.com/office/drawing/2014/main" id="{83C22DCA-5815-410B-98D6-8B598F47156B}"/>
                </a:ext>
              </a:extLst>
            </p:cNvPr>
            <p:cNvPicPr>
              <a:picLocks noChangeAspect="1"/>
            </p:cNvPicPr>
            <p:nvPr/>
          </p:nvPicPr>
          <p:blipFill>
            <a:blip r:embed="rId66">
              <a:extLst>
                <a:ext uri="{28A0092B-C50C-407E-A947-70E740481C1C}">
                  <a14:useLocalDpi xmlns:a14="http://schemas.microsoft.com/office/drawing/2010/main" val="0"/>
                </a:ext>
                <a:ext uri="{96DAC541-7B7A-43D3-8B79-37D633B846F1}">
                  <asvg:svgBlip xmlns:asvg="http://schemas.microsoft.com/office/drawing/2016/SVG/main" r:embed="rId67"/>
                </a:ext>
              </a:extLst>
            </a:blip>
            <a:stretch>
              <a:fillRect/>
            </a:stretch>
          </p:blipFill>
          <p:spPr>
            <a:xfrm>
              <a:off x="7316875" y="6552219"/>
              <a:ext cx="914400" cy="914400"/>
            </a:xfrm>
            <a:prstGeom prst="rect">
              <a:avLst/>
            </a:prstGeom>
          </p:spPr>
        </p:pic>
        <p:pic>
          <p:nvPicPr>
            <p:cNvPr id="69" name="图形 68" descr="远程学习科学 轮廓">
              <a:extLst>
                <a:ext uri="{FF2B5EF4-FFF2-40B4-BE49-F238E27FC236}">
                  <a16:creationId xmlns:a16="http://schemas.microsoft.com/office/drawing/2014/main" id="{DF1073DF-F7FA-45D2-A9EB-48A11AF7D7D6}"/>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8155912" y="6552219"/>
              <a:ext cx="914400" cy="914400"/>
            </a:xfrm>
            <a:prstGeom prst="rect">
              <a:avLst/>
            </a:prstGeom>
          </p:spPr>
        </p:pic>
        <p:pic>
          <p:nvPicPr>
            <p:cNvPr id="71" name="图形 70" descr="土星 轮廓">
              <a:extLst>
                <a:ext uri="{FF2B5EF4-FFF2-40B4-BE49-F238E27FC236}">
                  <a16:creationId xmlns:a16="http://schemas.microsoft.com/office/drawing/2014/main" id="{6A3CD818-5265-4BAF-964E-E79161789526}"/>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8994949" y="6552219"/>
              <a:ext cx="914400" cy="914400"/>
            </a:xfrm>
            <a:prstGeom prst="rect">
              <a:avLst/>
            </a:prstGeom>
          </p:spPr>
        </p:pic>
        <p:pic>
          <p:nvPicPr>
            <p:cNvPr id="73" name="图形 72" descr="太阳系 轮廓">
              <a:extLst>
                <a:ext uri="{FF2B5EF4-FFF2-40B4-BE49-F238E27FC236}">
                  <a16:creationId xmlns:a16="http://schemas.microsoft.com/office/drawing/2014/main" id="{786547A0-59B4-49C9-AA92-5D36CF3EE3EE}"/>
                </a:ext>
              </a:extLst>
            </p:cNvPr>
            <p:cNvPicPr>
              <a:picLocks noChangeAspect="1"/>
            </p:cNvPicPr>
            <p:nvPr/>
          </p:nvPicPr>
          <p:blipFill>
            <a:blip r:embed="rId72">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9833987" y="6552219"/>
              <a:ext cx="914400" cy="914400"/>
            </a:xfrm>
            <a:prstGeom prst="rect">
              <a:avLst/>
            </a:prstGeom>
          </p:spPr>
        </p:pic>
        <p:pic>
          <p:nvPicPr>
            <p:cNvPr id="75" name="图形 74" descr="球体 轮廓">
              <a:extLst>
                <a:ext uri="{FF2B5EF4-FFF2-40B4-BE49-F238E27FC236}">
                  <a16:creationId xmlns:a16="http://schemas.microsoft.com/office/drawing/2014/main" id="{EF03B4F8-BD26-4911-A916-96ABD9521875}"/>
                </a:ext>
              </a:extLst>
            </p:cNvPr>
            <p:cNvPicPr>
              <a:picLocks noChangeAspect="1"/>
            </p:cNvPicPr>
            <p:nvPr/>
          </p:nvPicPr>
          <p:blipFill>
            <a:blip r:embed="rId74">
              <a:extLst>
                <a:ext uri="{28A0092B-C50C-407E-A947-70E740481C1C}">
                  <a14:useLocalDpi xmlns:a14="http://schemas.microsoft.com/office/drawing/2010/main" val="0"/>
                </a:ext>
                <a:ext uri="{96DAC541-7B7A-43D3-8B79-37D633B846F1}">
                  <asvg:svgBlip xmlns:asvg="http://schemas.microsoft.com/office/drawing/2016/SVG/main" r:embed="rId75"/>
                </a:ext>
              </a:extLst>
            </a:blip>
            <a:stretch>
              <a:fillRect/>
            </a:stretch>
          </p:blipFill>
          <p:spPr>
            <a:xfrm>
              <a:off x="10673024" y="6552219"/>
              <a:ext cx="914400" cy="914400"/>
            </a:xfrm>
            <a:prstGeom prst="rect">
              <a:avLst/>
            </a:prstGeom>
          </p:spPr>
        </p:pic>
        <p:pic>
          <p:nvPicPr>
            <p:cNvPr id="77" name="图形 76" descr="望远镜 轮廓">
              <a:extLst>
                <a:ext uri="{FF2B5EF4-FFF2-40B4-BE49-F238E27FC236}">
                  <a16:creationId xmlns:a16="http://schemas.microsoft.com/office/drawing/2014/main" id="{DD1BFE7F-FF94-4330-9714-CFEF46375F42}"/>
                </a:ext>
              </a:extLst>
            </p:cNvPr>
            <p:cNvPicPr>
              <a:picLocks noChangeAspect="1"/>
            </p:cNvPicPr>
            <p:nvPr/>
          </p:nvPicPr>
          <p:blipFill>
            <a:blip r:embed="rId76">
              <a:extLst>
                <a:ext uri="{28A0092B-C50C-407E-A947-70E740481C1C}">
                  <a14:useLocalDpi xmlns:a14="http://schemas.microsoft.com/office/drawing/2010/main" val="0"/>
                </a:ext>
                <a:ext uri="{96DAC541-7B7A-43D3-8B79-37D633B846F1}">
                  <asvg:svgBlip xmlns:asvg="http://schemas.microsoft.com/office/drawing/2016/SVG/main" r:embed="rId77"/>
                </a:ext>
              </a:extLst>
            </a:blip>
            <a:stretch>
              <a:fillRect/>
            </a:stretch>
          </p:blipFill>
          <p:spPr>
            <a:xfrm>
              <a:off x="11512062" y="6552219"/>
              <a:ext cx="914400" cy="914400"/>
            </a:xfrm>
            <a:prstGeom prst="rect">
              <a:avLst/>
            </a:prstGeom>
          </p:spPr>
        </p:pic>
        <p:pic>
          <p:nvPicPr>
            <p:cNvPr id="79" name="图形 78" descr="试管 轮廓">
              <a:extLst>
                <a:ext uri="{FF2B5EF4-FFF2-40B4-BE49-F238E27FC236}">
                  <a16:creationId xmlns:a16="http://schemas.microsoft.com/office/drawing/2014/main" id="{4C29F28B-E301-42B3-9AA9-4C9586B3EE47}"/>
                </a:ext>
              </a:extLst>
            </p:cNvPr>
            <p:cNvPicPr>
              <a:picLocks noChangeAspect="1"/>
            </p:cNvPicPr>
            <p:nvPr/>
          </p:nvPicPr>
          <p:blipFill>
            <a:blip r:embed="rId78">
              <a:extLst>
                <a:ext uri="{28A0092B-C50C-407E-A947-70E740481C1C}">
                  <a14:useLocalDpi xmlns:a14="http://schemas.microsoft.com/office/drawing/2010/main" val="0"/>
                </a:ext>
                <a:ext uri="{96DAC541-7B7A-43D3-8B79-37D633B846F1}">
                  <asvg:svgBlip xmlns:asvg="http://schemas.microsoft.com/office/drawing/2016/SVG/main" r:embed="rId79"/>
                </a:ext>
              </a:extLst>
            </a:blip>
            <a:stretch>
              <a:fillRect/>
            </a:stretch>
          </p:blipFill>
          <p:spPr>
            <a:xfrm>
              <a:off x="12351099" y="6552219"/>
              <a:ext cx="914400" cy="914400"/>
            </a:xfrm>
            <a:prstGeom prst="rect">
              <a:avLst/>
            </a:prstGeom>
          </p:spPr>
        </p:pic>
        <p:pic>
          <p:nvPicPr>
            <p:cNvPr id="81" name="图形 80" descr="三角学 轮廓">
              <a:extLst>
                <a:ext uri="{FF2B5EF4-FFF2-40B4-BE49-F238E27FC236}">
                  <a16:creationId xmlns:a16="http://schemas.microsoft.com/office/drawing/2014/main" id="{A61F5C7B-5727-4707-AD8E-6D26E1AF101C}"/>
                </a:ext>
              </a:extLst>
            </p:cNvPr>
            <p:cNvPicPr>
              <a:picLocks noChangeAspect="1"/>
            </p:cNvPicPr>
            <p:nvPr/>
          </p:nvPicPr>
          <p:blipFill>
            <a:blip r:embed="rId80">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13190136" y="6552219"/>
              <a:ext cx="914400" cy="914400"/>
            </a:xfrm>
            <a:prstGeom prst="rect">
              <a:avLst/>
            </a:prstGeom>
          </p:spPr>
        </p:pic>
      </p:grpSp>
    </p:spTree>
    <p:extLst>
      <p:ext uri="{BB962C8B-B14F-4D97-AF65-F5344CB8AC3E}">
        <p14:creationId xmlns:p14="http://schemas.microsoft.com/office/powerpoint/2010/main" val="18163029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SHADOWSIZE" val="98"/>
</p:tagLst>
</file>

<file path=ppt/tags/tag3.xml><?xml version="1.0" encoding="utf-8"?>
<p:tagLst xmlns:a="http://schemas.openxmlformats.org/drawingml/2006/main" xmlns:r="http://schemas.openxmlformats.org/officeDocument/2006/relationships" xmlns:p="http://schemas.openxmlformats.org/presentationml/2006/main">
  <p:tag name="ISLIDE.VECTOR" val="#186257;"/>
</p:tagLst>
</file>

<file path=ppt/tags/tag4.xml><?xml version="1.0" encoding="utf-8"?>
<p:tagLst xmlns:a="http://schemas.openxmlformats.org/drawingml/2006/main" xmlns:r="http://schemas.openxmlformats.org/officeDocument/2006/relationships" xmlns:p="http://schemas.openxmlformats.org/presentationml/2006/main">
  <p:tag name="SHADOWSIZE" val="100"/>
</p:tagLst>
</file>

<file path=ppt/tags/tag5.xml><?xml version="1.0" encoding="utf-8"?>
<p:tagLst xmlns:a="http://schemas.openxmlformats.org/drawingml/2006/main" xmlns:r="http://schemas.openxmlformats.org/officeDocument/2006/relationships" xmlns:p="http://schemas.openxmlformats.org/presentationml/2006/main">
  <p:tag name="SHADOWSIZE" val="98"/>
</p:tagLst>
</file>

<file path=ppt/tags/tag6.xml><?xml version="1.0" encoding="utf-8"?>
<p:tagLst xmlns:a="http://schemas.openxmlformats.org/drawingml/2006/main" xmlns:r="http://schemas.openxmlformats.org/officeDocument/2006/relationships" xmlns:p="http://schemas.openxmlformats.org/presentationml/2006/main">
  <p:tag name="TEXTSHADOWSIZE" val="100"/>
</p:tagLst>
</file>

<file path=ppt/tags/tag7.xml><?xml version="1.0" encoding="utf-8"?>
<p:tagLst xmlns:a="http://schemas.openxmlformats.org/drawingml/2006/main" xmlns:r="http://schemas.openxmlformats.org/officeDocument/2006/relationships" xmlns:p="http://schemas.openxmlformats.org/presentationml/2006/main">
  <p:tag name="SHADOWSIZE" val="100"/>
</p:tagLst>
</file>

<file path=ppt/tags/tag8.xml><?xml version="1.0" encoding="utf-8"?>
<p:tagLst xmlns:a="http://schemas.openxmlformats.org/drawingml/2006/main" xmlns:r="http://schemas.openxmlformats.org/officeDocument/2006/relationships" xmlns:p="http://schemas.openxmlformats.org/presentationml/2006/main">
  <p:tag name="SHADOWSIZE" val="98"/>
</p:tagLst>
</file>

<file path=ppt/tags/tag9.xml><?xml version="1.0" encoding="utf-8"?>
<p:tagLst xmlns:a="http://schemas.openxmlformats.org/drawingml/2006/main" xmlns:r="http://schemas.openxmlformats.org/officeDocument/2006/relationships" xmlns:p="http://schemas.openxmlformats.org/presentationml/2006/main">
  <p:tag name="TEXTSHADOWSIZE" val="100"/>
</p:tagLst>
</file>

<file path=ppt/tags/tag10.xml><?xml version="1.0" encoding="utf-8"?>
<p:tagLst xmlns:a="http://schemas.openxmlformats.org/drawingml/2006/main" xmlns:r="http://schemas.openxmlformats.org/officeDocument/2006/relationships" xmlns:p="http://schemas.openxmlformats.org/presentationml/2006/main">
  <p:tag name="SHADOWSIZE" val="100"/>
</p:tagLst>
</file>

<file path=ppt/tags/tag11.xml><?xml version="1.0" encoding="utf-8"?>
<p:tagLst xmlns:a="http://schemas.openxmlformats.org/drawingml/2006/main" xmlns:r="http://schemas.openxmlformats.org/officeDocument/2006/relationships" xmlns:p="http://schemas.openxmlformats.org/presentationml/2006/main">
  <p:tag name="SHADOWSIZE" val="98"/>
</p:tagLst>
</file>

<file path=ppt/tags/tag12.xml><?xml version="1.0" encoding="utf-8"?>
<p:tagLst xmlns:a="http://schemas.openxmlformats.org/drawingml/2006/main" xmlns:r="http://schemas.openxmlformats.org/officeDocument/2006/relationships" xmlns:p="http://schemas.openxmlformats.org/presentationml/2006/main">
  <p:tag name="TEXTSHADOWSIZE" val="100"/>
</p:tagLst>
</file>

<file path=ppt/tags/tag13.xml><?xml version="1.0" encoding="utf-8"?>
<p:tagLst xmlns:a="http://schemas.openxmlformats.org/drawingml/2006/main" xmlns:r="http://schemas.openxmlformats.org/officeDocument/2006/relationships" xmlns:p="http://schemas.openxmlformats.org/presentationml/2006/main">
  <p:tag name="SHADOWSIZE" val="100"/>
</p:tagLst>
</file>

<file path=ppt/tags/tag14.xml><?xml version="1.0" encoding="utf-8"?>
<p:tagLst xmlns:a="http://schemas.openxmlformats.org/drawingml/2006/main" xmlns:r="http://schemas.openxmlformats.org/officeDocument/2006/relationships" xmlns:p="http://schemas.openxmlformats.org/presentationml/2006/main">
  <p:tag name="SHADOWSIZE" val="98"/>
</p:tagLst>
</file>

<file path=ppt/tags/tag15.xml><?xml version="1.0" encoding="utf-8"?>
<p:tagLst xmlns:a="http://schemas.openxmlformats.org/drawingml/2006/main" xmlns:r="http://schemas.openxmlformats.org/officeDocument/2006/relationships" xmlns:p="http://schemas.openxmlformats.org/presentationml/2006/main">
  <p:tag name="TEXTSHADOWSIZE" val="100"/>
</p:tagLst>
</file>

<file path=ppt/tags/tag16.xml><?xml version="1.0" encoding="utf-8"?>
<p:tagLst xmlns:a="http://schemas.openxmlformats.org/drawingml/2006/main" xmlns:r="http://schemas.openxmlformats.org/officeDocument/2006/relationships" xmlns:p="http://schemas.openxmlformats.org/presentationml/2006/main">
  <p:tag name="SHADOWSIZE" val="98"/>
</p:tagLst>
</file>

<file path=ppt/tags/tag17.xml><?xml version="1.0" encoding="utf-8"?>
<p:tagLst xmlns:a="http://schemas.openxmlformats.org/drawingml/2006/main" xmlns:r="http://schemas.openxmlformats.org/officeDocument/2006/relationships" xmlns:p="http://schemas.openxmlformats.org/presentationml/2006/main">
  <p:tag name="TEXTSHADOWSIZE" val="102"/>
</p:tagLst>
</file>

<file path=ppt/tags/tag18.xml><?xml version="1.0" encoding="utf-8"?>
<p:tagLst xmlns:a="http://schemas.openxmlformats.org/drawingml/2006/main" xmlns:r="http://schemas.openxmlformats.org/officeDocument/2006/relationships" xmlns:p="http://schemas.openxmlformats.org/presentationml/2006/main">
  <p:tag name="TEXTSHADOWSIZE" val="102"/>
</p:tagLst>
</file>

<file path=ppt/tags/tag19.xml><?xml version="1.0" encoding="utf-8"?>
<p:tagLst xmlns:a="http://schemas.openxmlformats.org/drawingml/2006/main" xmlns:r="http://schemas.openxmlformats.org/officeDocument/2006/relationships" xmlns:p="http://schemas.openxmlformats.org/presentationml/2006/main">
  <p:tag name="SHADOWSIZE" val="98"/>
</p:tagLst>
</file>

<file path=ppt/tags/tag20.xml><?xml version="1.0" encoding="utf-8"?>
<p:tagLst xmlns:a="http://schemas.openxmlformats.org/drawingml/2006/main" xmlns:r="http://schemas.openxmlformats.org/officeDocument/2006/relationships" xmlns:p="http://schemas.openxmlformats.org/presentationml/2006/main">
  <p:tag name="TEXTSHADOWSIZE" val="100"/>
</p:tagLst>
</file>

<file path=ppt/tags/tag21.xml><?xml version="1.0" encoding="utf-8"?>
<p:tagLst xmlns:a="http://schemas.openxmlformats.org/drawingml/2006/main" xmlns:r="http://schemas.openxmlformats.org/officeDocument/2006/relationships" xmlns:p="http://schemas.openxmlformats.org/presentationml/2006/main">
  <p:tag name="SHADOWSIZE" val="100"/>
</p:tagLst>
</file>

<file path=ppt/tags/tag22.xml><?xml version="1.0" encoding="utf-8"?>
<p:tagLst xmlns:a="http://schemas.openxmlformats.org/drawingml/2006/main" xmlns:r="http://schemas.openxmlformats.org/officeDocument/2006/relationships" xmlns:p="http://schemas.openxmlformats.org/presentationml/2006/main">
  <p:tag name="SHADOWSIZE" val="98"/>
</p:tagLst>
</file>

<file path=ppt/tags/tag23.xml><?xml version="1.0" encoding="utf-8"?>
<p:tagLst xmlns:a="http://schemas.openxmlformats.org/drawingml/2006/main" xmlns:r="http://schemas.openxmlformats.org/officeDocument/2006/relationships" xmlns:p="http://schemas.openxmlformats.org/presentationml/2006/main">
  <p:tag name="SHADOWSIZE" val="98"/>
</p:tagLst>
</file>

<file path=ppt/tags/tag24.xml><?xml version="1.0" encoding="utf-8"?>
<p:tagLst xmlns:a="http://schemas.openxmlformats.org/drawingml/2006/main" xmlns:r="http://schemas.openxmlformats.org/officeDocument/2006/relationships" xmlns:p="http://schemas.openxmlformats.org/presentationml/2006/main">
  <p:tag name="TEXTSHADOWSIZE" val="100"/>
</p:tagLst>
</file>

<file path=ppt/tags/tag25.xml><?xml version="1.0" encoding="utf-8"?>
<p:tagLst xmlns:a="http://schemas.openxmlformats.org/drawingml/2006/main" xmlns:r="http://schemas.openxmlformats.org/officeDocument/2006/relationships" xmlns:p="http://schemas.openxmlformats.org/presentationml/2006/main">
  <p:tag name="SHADOWSIZE" val="100"/>
</p:tagLst>
</file>

<file path=ppt/tags/tag26.xml><?xml version="1.0" encoding="utf-8"?>
<p:tagLst xmlns:a="http://schemas.openxmlformats.org/drawingml/2006/main" xmlns:r="http://schemas.openxmlformats.org/officeDocument/2006/relationships" xmlns:p="http://schemas.openxmlformats.org/presentationml/2006/main">
  <p:tag name="SHADOWSIZE" val="98"/>
</p:tagLst>
</file>

<file path=ppt/tags/tag27.xml><?xml version="1.0" encoding="utf-8"?>
<p:tagLst xmlns:a="http://schemas.openxmlformats.org/drawingml/2006/main" xmlns:r="http://schemas.openxmlformats.org/officeDocument/2006/relationships" xmlns:p="http://schemas.openxmlformats.org/presentationml/2006/main">
  <p:tag name="TEXTSHADOWSIZE" val="100"/>
</p:tagLst>
</file>

<file path=ppt/tags/tag28.xml><?xml version="1.0" encoding="utf-8"?>
<p:tagLst xmlns:a="http://schemas.openxmlformats.org/drawingml/2006/main" xmlns:r="http://schemas.openxmlformats.org/officeDocument/2006/relationships" xmlns:p="http://schemas.openxmlformats.org/presentationml/2006/main">
  <p:tag name="SHADOWSIZE" val="100"/>
</p:tagLst>
</file>

<file path=ppt/tags/tag29.xml><?xml version="1.0" encoding="utf-8"?>
<p:tagLst xmlns:a="http://schemas.openxmlformats.org/drawingml/2006/main" xmlns:r="http://schemas.openxmlformats.org/officeDocument/2006/relationships" xmlns:p="http://schemas.openxmlformats.org/presentationml/2006/main">
  <p:tag name="SHADOWSIZE" val="98"/>
</p:tagLst>
</file>

<file path=ppt/tags/tag30.xml><?xml version="1.0" encoding="utf-8"?>
<p:tagLst xmlns:a="http://schemas.openxmlformats.org/drawingml/2006/main" xmlns:r="http://schemas.openxmlformats.org/officeDocument/2006/relationships" xmlns:p="http://schemas.openxmlformats.org/presentationml/2006/main">
  <p:tag name="SHADOWSIZE" val="98"/>
</p:tagLst>
</file>

<file path=ppt/tags/tag31.xml><?xml version="1.0" encoding="utf-8"?>
<p:tagLst xmlns:a="http://schemas.openxmlformats.org/drawingml/2006/main" xmlns:r="http://schemas.openxmlformats.org/officeDocument/2006/relationships" xmlns:p="http://schemas.openxmlformats.org/presentationml/2006/main">
  <p:tag name="SHADOWSIZE" val="98"/>
</p:tagLst>
</file>

<file path=ppt/tags/tag32.xml><?xml version="1.0" encoding="utf-8"?>
<p:tagLst xmlns:a="http://schemas.openxmlformats.org/drawingml/2006/main" xmlns:r="http://schemas.openxmlformats.org/officeDocument/2006/relationships" xmlns:p="http://schemas.openxmlformats.org/presentationml/2006/main">
  <p:tag name="SHADOWSIZE" val="98"/>
</p:tagLst>
</file>

<file path=ppt/tags/tag33.xml><?xml version="1.0" encoding="utf-8"?>
<p:tagLst xmlns:a="http://schemas.openxmlformats.org/drawingml/2006/main" xmlns:r="http://schemas.openxmlformats.org/officeDocument/2006/relationships" xmlns:p="http://schemas.openxmlformats.org/presentationml/2006/main">
  <p:tag name="SHADOWSIZE" val="98"/>
</p:tagLst>
</file>

<file path=ppt/tags/tag34.xml><?xml version="1.0" encoding="utf-8"?>
<p:tagLst xmlns:a="http://schemas.openxmlformats.org/drawingml/2006/main" xmlns:r="http://schemas.openxmlformats.org/officeDocument/2006/relationships" xmlns:p="http://schemas.openxmlformats.org/presentationml/2006/main">
  <p:tag name="TEXTSHADOWSIZE" val="100"/>
</p:tagLst>
</file>

<file path=ppt/tags/tag35.xml><?xml version="1.0" encoding="utf-8"?>
<p:tagLst xmlns:a="http://schemas.openxmlformats.org/drawingml/2006/main" xmlns:r="http://schemas.openxmlformats.org/officeDocument/2006/relationships" xmlns:p="http://schemas.openxmlformats.org/presentationml/2006/main">
  <p:tag name="SHADOWSIZE" val="100"/>
</p:tagLst>
</file>

<file path=ppt/tags/tag36.xml><?xml version="1.0" encoding="utf-8"?>
<p:tagLst xmlns:a="http://schemas.openxmlformats.org/drawingml/2006/main" xmlns:r="http://schemas.openxmlformats.org/officeDocument/2006/relationships" xmlns:p="http://schemas.openxmlformats.org/presentationml/2006/main">
  <p:tag name="SHADOWSIZE" val="98"/>
</p:tagLst>
</file>

<file path=ppt/tags/tag37.xml><?xml version="1.0" encoding="utf-8"?>
<p:tagLst xmlns:a="http://schemas.openxmlformats.org/drawingml/2006/main" xmlns:r="http://schemas.openxmlformats.org/officeDocument/2006/relationships" xmlns:p="http://schemas.openxmlformats.org/presentationml/2006/main">
  <p:tag name="TEXTSHADOWSIZE" val="100"/>
</p:tagLst>
</file>

<file path=ppt/tags/tag38.xml><?xml version="1.0" encoding="utf-8"?>
<p:tagLst xmlns:a="http://schemas.openxmlformats.org/drawingml/2006/main" xmlns:r="http://schemas.openxmlformats.org/officeDocument/2006/relationships" xmlns:p="http://schemas.openxmlformats.org/presentationml/2006/main">
  <p:tag name="SHADOWSIZE" val="100"/>
</p:tagLst>
</file>

<file path=ppt/tags/tag39.xml><?xml version="1.0" encoding="utf-8"?>
<p:tagLst xmlns:a="http://schemas.openxmlformats.org/drawingml/2006/main" xmlns:r="http://schemas.openxmlformats.org/officeDocument/2006/relationships" xmlns:p="http://schemas.openxmlformats.org/presentationml/2006/main">
  <p:tag name="TEXTSHADOWSIZE" val="102"/>
</p:tagLst>
</file>

<file path=ppt/tags/tag40.xml><?xml version="1.0" encoding="utf-8"?>
<p:tagLst xmlns:a="http://schemas.openxmlformats.org/drawingml/2006/main" xmlns:r="http://schemas.openxmlformats.org/officeDocument/2006/relationships" xmlns:p="http://schemas.openxmlformats.org/presentationml/2006/main">
  <p:tag name="TEXTSHADOWSIZE" val="102"/>
</p:tagLst>
</file>

<file path=ppt/tags/tag41.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42.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43.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44.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45.xml><?xml version="1.0" encoding="utf-8"?>
<p:tagLst xmlns:a="http://schemas.openxmlformats.org/drawingml/2006/main" xmlns:r="http://schemas.openxmlformats.org/officeDocument/2006/relationships" xmlns:p="http://schemas.openxmlformats.org/presentationml/2006/main">
  <p:tag name="SHADOWSIZE" val="98"/>
</p:tagLst>
</file>

<file path=ppt/tags/tag46.xml><?xml version="1.0" encoding="utf-8"?>
<p:tagLst xmlns:a="http://schemas.openxmlformats.org/drawingml/2006/main" xmlns:r="http://schemas.openxmlformats.org/officeDocument/2006/relationships" xmlns:p="http://schemas.openxmlformats.org/presentationml/2006/main">
  <p:tag name="TEXTSHADOWSIZE" val="100"/>
</p:tagLst>
</file>

<file path=ppt/tags/tag47.xml><?xml version="1.0" encoding="utf-8"?>
<p:tagLst xmlns:a="http://schemas.openxmlformats.org/drawingml/2006/main" xmlns:r="http://schemas.openxmlformats.org/officeDocument/2006/relationships" xmlns:p="http://schemas.openxmlformats.org/presentationml/2006/main">
  <p:tag name="SHADOWSIZE" val="100"/>
</p:tagLst>
</file>

<file path=ppt/tags/tag48.xml><?xml version="1.0" encoding="utf-8"?>
<p:tagLst xmlns:a="http://schemas.openxmlformats.org/drawingml/2006/main" xmlns:r="http://schemas.openxmlformats.org/officeDocument/2006/relationships" xmlns:p="http://schemas.openxmlformats.org/presentationml/2006/main">
  <p:tag name="SHADOWSIZE" val="98"/>
</p:tagLst>
</file>

<file path=ppt/tags/tag49.xml><?xml version="1.0" encoding="utf-8"?>
<p:tagLst xmlns:a="http://schemas.openxmlformats.org/drawingml/2006/main" xmlns:r="http://schemas.openxmlformats.org/officeDocument/2006/relationships" xmlns:p="http://schemas.openxmlformats.org/presentationml/2006/main">
  <p:tag name="SHADOWSIZE" val="98"/>
</p:tagLst>
</file>

<file path=ppt/tags/tag50.xml><?xml version="1.0" encoding="utf-8"?>
<p:tagLst xmlns:a="http://schemas.openxmlformats.org/drawingml/2006/main" xmlns:r="http://schemas.openxmlformats.org/officeDocument/2006/relationships" xmlns:p="http://schemas.openxmlformats.org/presentationml/2006/main">
  <p:tag name="SHADOWSIZE" val="98"/>
</p:tagLst>
</file>

<file path=ppt/tags/tag51.xml><?xml version="1.0" encoding="utf-8"?>
<p:tagLst xmlns:a="http://schemas.openxmlformats.org/drawingml/2006/main" xmlns:r="http://schemas.openxmlformats.org/officeDocument/2006/relationships" xmlns:p="http://schemas.openxmlformats.org/presentationml/2006/main">
  <p:tag name="TEXTSHADOWSIZE" val="100"/>
</p:tagLst>
</file>

<file path=ppt/tags/tag52.xml><?xml version="1.0" encoding="utf-8"?>
<p:tagLst xmlns:a="http://schemas.openxmlformats.org/drawingml/2006/main" xmlns:r="http://schemas.openxmlformats.org/officeDocument/2006/relationships" xmlns:p="http://schemas.openxmlformats.org/presentationml/2006/main">
  <p:tag name="SHADOWSIZE" val="100"/>
</p:tagLst>
</file>

<file path=ppt/tags/tag53.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54.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55.xml><?xml version="1.0" encoding="utf-8"?>
<p:tagLst xmlns:a="http://schemas.openxmlformats.org/drawingml/2006/main" xmlns:r="http://schemas.openxmlformats.org/officeDocument/2006/relationships" xmlns:p="http://schemas.openxmlformats.org/presentationml/2006/main">
  <p:tag name="SHADOWSIZE" val="98"/>
</p:tagLst>
</file>

<file path=ppt/tags/tag56.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57.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58.xml><?xml version="1.0" encoding="utf-8"?>
<p:tagLst xmlns:a="http://schemas.openxmlformats.org/drawingml/2006/main" xmlns:r="http://schemas.openxmlformats.org/officeDocument/2006/relationships" xmlns:p="http://schemas.openxmlformats.org/presentationml/2006/main">
  <p:tag name="SHADOWSIZE" val="98"/>
</p:tagLst>
</file>

<file path=ppt/tags/tag59.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60.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61.xml><?xml version="1.0" encoding="utf-8"?>
<p:tagLst xmlns:a="http://schemas.openxmlformats.org/drawingml/2006/main" xmlns:r="http://schemas.openxmlformats.org/officeDocument/2006/relationships" xmlns:p="http://schemas.openxmlformats.org/presentationml/2006/main">
  <p:tag name="SHADOWSIZE" val="98"/>
</p:tagLst>
</file>

<file path=ppt/tags/tag62.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63.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64.xml><?xml version="1.0" encoding="utf-8"?>
<p:tagLst xmlns:a="http://schemas.openxmlformats.org/drawingml/2006/main" xmlns:r="http://schemas.openxmlformats.org/officeDocument/2006/relationships" xmlns:p="http://schemas.openxmlformats.org/presentationml/2006/main">
  <p:tag name="SHADOWSIZE" val="98"/>
</p:tagLst>
</file>

<file path=ppt/tags/tag65.xml><?xml version="1.0" encoding="utf-8"?>
<p:tagLst xmlns:a="http://schemas.openxmlformats.org/drawingml/2006/main" xmlns:r="http://schemas.openxmlformats.org/officeDocument/2006/relationships" xmlns:p="http://schemas.openxmlformats.org/presentationml/2006/main">
  <p:tag name="SHADOWSIZE" val="98"/>
</p:tagLst>
</file>

<file path=ppt/tags/tag66.xml><?xml version="1.0" encoding="utf-8"?>
<p:tagLst xmlns:a="http://schemas.openxmlformats.org/drawingml/2006/main" xmlns:r="http://schemas.openxmlformats.org/officeDocument/2006/relationships" xmlns:p="http://schemas.openxmlformats.org/presentationml/2006/main">
  <p:tag name="TEXTSHADOWSIZE" val="100"/>
</p:tagLst>
</file>

<file path=ppt/tags/tag67.xml><?xml version="1.0" encoding="utf-8"?>
<p:tagLst xmlns:a="http://schemas.openxmlformats.org/drawingml/2006/main" xmlns:r="http://schemas.openxmlformats.org/officeDocument/2006/relationships" xmlns:p="http://schemas.openxmlformats.org/presentationml/2006/main">
  <p:tag name="SHADOWSIZE" val="100"/>
</p:tagLst>
</file>

<file path=ppt/tags/tag68.xml><?xml version="1.0" encoding="utf-8"?>
<p:tagLst xmlns:a="http://schemas.openxmlformats.org/drawingml/2006/main" xmlns:r="http://schemas.openxmlformats.org/officeDocument/2006/relationships" xmlns:p="http://schemas.openxmlformats.org/presentationml/2006/main">
  <p:tag name="SHADOWSIZE" val="98"/>
</p:tagLst>
</file>

<file path=ppt/tags/tag69.xml><?xml version="1.0" encoding="utf-8"?>
<p:tagLst xmlns:a="http://schemas.openxmlformats.org/drawingml/2006/main" xmlns:r="http://schemas.openxmlformats.org/officeDocument/2006/relationships" xmlns:p="http://schemas.openxmlformats.org/presentationml/2006/main">
  <p:tag name="TEXTSHADOWSIZE" val="100"/>
</p:tagLst>
</file>

<file path=ppt/tags/tag70.xml><?xml version="1.0" encoding="utf-8"?>
<p:tagLst xmlns:a="http://schemas.openxmlformats.org/drawingml/2006/main" xmlns:r="http://schemas.openxmlformats.org/officeDocument/2006/relationships" xmlns:p="http://schemas.openxmlformats.org/presentationml/2006/main">
  <p:tag name="SHADOWSIZE" val="100"/>
</p:tagLst>
</file>

<file path=ppt/tags/tag71.xml><?xml version="1.0" encoding="utf-8"?>
<p:tagLst xmlns:a="http://schemas.openxmlformats.org/drawingml/2006/main" xmlns:r="http://schemas.openxmlformats.org/officeDocument/2006/relationships" xmlns:p="http://schemas.openxmlformats.org/presentationml/2006/main">
  <p:tag name="SHADOWSIZE" val="100"/>
</p:tagLst>
</file>

<file path=ppt/tags/tag72.xml><?xml version="1.0" encoding="utf-8"?>
<p:tagLst xmlns:a="http://schemas.openxmlformats.org/drawingml/2006/main" xmlns:r="http://schemas.openxmlformats.org/officeDocument/2006/relationships" xmlns:p="http://schemas.openxmlformats.org/presentationml/2006/main">
  <p:tag name="SHADOWSIZE" val="100"/>
</p:tagLst>
</file>

<file path=ppt/tags/tag73.xml><?xml version="1.0" encoding="utf-8"?>
<p:tagLst xmlns:a="http://schemas.openxmlformats.org/drawingml/2006/main" xmlns:r="http://schemas.openxmlformats.org/officeDocument/2006/relationships" xmlns:p="http://schemas.openxmlformats.org/presentationml/2006/main">
  <p:tag name="SHADOWSIZE" val="100"/>
</p:tagLst>
</file>

<file path=ppt/tags/tag74.xml><?xml version="1.0" encoding="utf-8"?>
<p:tagLst xmlns:a="http://schemas.openxmlformats.org/drawingml/2006/main" xmlns:r="http://schemas.openxmlformats.org/officeDocument/2006/relationships" xmlns:p="http://schemas.openxmlformats.org/presentationml/2006/main">
  <p:tag name="SHADOWSIZE" val="98"/>
</p:tagLst>
</file>

<file path=ppt/tags/tag75.xml><?xml version="1.0" encoding="utf-8"?>
<p:tagLst xmlns:a="http://schemas.openxmlformats.org/drawingml/2006/main" xmlns:r="http://schemas.openxmlformats.org/officeDocument/2006/relationships" xmlns:p="http://schemas.openxmlformats.org/presentationml/2006/main">
  <p:tag name="SHADOWSIZE" val="98"/>
</p:tagLst>
</file>

<file path=ppt/tags/tag76.xml><?xml version="1.0" encoding="utf-8"?>
<p:tagLst xmlns:a="http://schemas.openxmlformats.org/drawingml/2006/main" xmlns:r="http://schemas.openxmlformats.org/officeDocument/2006/relationships" xmlns:p="http://schemas.openxmlformats.org/presentationml/2006/main">
  <p:tag name="SHADOWSIZE" val="100"/>
</p:tagLst>
</file>

<file path=ppt/tags/tag77.xml><?xml version="1.0" encoding="utf-8"?>
<p:tagLst xmlns:a="http://schemas.openxmlformats.org/drawingml/2006/main" xmlns:r="http://schemas.openxmlformats.org/officeDocument/2006/relationships" xmlns:p="http://schemas.openxmlformats.org/presentationml/2006/main">
  <p:tag name="TEXTSHADOWSIZE" val="100"/>
</p:tagLst>
</file>

<file path=ppt/tags/tag78.xml><?xml version="1.0" encoding="utf-8"?>
<p:tagLst xmlns:a="http://schemas.openxmlformats.org/drawingml/2006/main" xmlns:r="http://schemas.openxmlformats.org/officeDocument/2006/relationships" xmlns:p="http://schemas.openxmlformats.org/presentationml/2006/main">
  <p:tag name="SHADOWSIZE" val="100"/>
</p:tagLst>
</file>

<file path=ppt/tags/tag79.xml><?xml version="1.0" encoding="utf-8"?>
<p:tagLst xmlns:a="http://schemas.openxmlformats.org/drawingml/2006/main" xmlns:r="http://schemas.openxmlformats.org/officeDocument/2006/relationships" xmlns:p="http://schemas.openxmlformats.org/presentationml/2006/main">
  <p:tag name="SHADOWSIZE" val="100"/>
</p:tagLst>
</file>

<file path=ppt/tags/tag80.xml><?xml version="1.0" encoding="utf-8"?>
<p:tagLst xmlns:a="http://schemas.openxmlformats.org/drawingml/2006/main" xmlns:r="http://schemas.openxmlformats.org/officeDocument/2006/relationships" xmlns:p="http://schemas.openxmlformats.org/presentationml/2006/main">
  <p:tag name="TEXTSHADOWSIZE" val="100"/>
</p:tagLst>
</file>

<file path=ppt/tags/tag81.xml><?xml version="1.0" encoding="utf-8"?>
<p:tagLst xmlns:a="http://schemas.openxmlformats.org/drawingml/2006/main" xmlns:r="http://schemas.openxmlformats.org/officeDocument/2006/relationships" xmlns:p="http://schemas.openxmlformats.org/presentationml/2006/main">
  <p:tag name="SHADOWSIZE" val="100"/>
</p:tagLst>
</file>

<file path=ppt/tags/tag82.xml><?xml version="1.0" encoding="utf-8"?>
<p:tagLst xmlns:a="http://schemas.openxmlformats.org/drawingml/2006/main" xmlns:r="http://schemas.openxmlformats.org/officeDocument/2006/relationships" xmlns:p="http://schemas.openxmlformats.org/presentationml/2006/main">
  <p:tag name="SHADOWSIZE" val="100"/>
</p:tagLst>
</file>

<file path=ppt/tags/tag83.xml><?xml version="1.0" encoding="utf-8"?>
<p:tagLst xmlns:a="http://schemas.openxmlformats.org/drawingml/2006/main" xmlns:r="http://schemas.openxmlformats.org/officeDocument/2006/relationships" xmlns:p="http://schemas.openxmlformats.org/presentationml/2006/main">
  <p:tag name="TEXTSHADOWSIZE" val="100"/>
</p:tagLst>
</file>

<file path=ppt/tags/tag84.xml><?xml version="1.0" encoding="utf-8"?>
<p:tagLst xmlns:a="http://schemas.openxmlformats.org/drawingml/2006/main" xmlns:r="http://schemas.openxmlformats.org/officeDocument/2006/relationships" xmlns:p="http://schemas.openxmlformats.org/presentationml/2006/main">
  <p:tag name="SHADOWSIZE" val="100"/>
</p:tagLst>
</file>

<file path=ppt/tags/tag85.xml><?xml version="1.0" encoding="utf-8"?>
<p:tagLst xmlns:a="http://schemas.openxmlformats.org/drawingml/2006/main" xmlns:r="http://schemas.openxmlformats.org/officeDocument/2006/relationships" xmlns:p="http://schemas.openxmlformats.org/presentationml/2006/main">
  <p:tag name="SHADOWSIZE" val="100"/>
</p:tagLst>
</file>

<file path=ppt/tags/tag86.xml><?xml version="1.0" encoding="utf-8"?>
<p:tagLst xmlns:a="http://schemas.openxmlformats.org/drawingml/2006/main" xmlns:r="http://schemas.openxmlformats.org/officeDocument/2006/relationships" xmlns:p="http://schemas.openxmlformats.org/presentationml/2006/main">
  <p:tag name="TEXTSHADOWSIZE" val="100"/>
</p:tagLst>
</file>

<file path=ppt/tags/tag87.xml><?xml version="1.0" encoding="utf-8"?>
<p:tagLst xmlns:a="http://schemas.openxmlformats.org/drawingml/2006/main" xmlns:r="http://schemas.openxmlformats.org/officeDocument/2006/relationships" xmlns:p="http://schemas.openxmlformats.org/presentationml/2006/main">
  <p:tag name="SHADOWSIZE" val="100"/>
</p:tagLst>
</file>

<file path=ppt/tags/tag88.xml><?xml version="1.0" encoding="utf-8"?>
<p:tagLst xmlns:a="http://schemas.openxmlformats.org/drawingml/2006/main" xmlns:r="http://schemas.openxmlformats.org/officeDocument/2006/relationships" xmlns:p="http://schemas.openxmlformats.org/presentationml/2006/main">
  <p:tag name="SHADOWSIZE" val="100"/>
</p:tagLst>
</file>

<file path=ppt/tags/tag89.xml><?xml version="1.0" encoding="utf-8"?>
<p:tagLst xmlns:a="http://schemas.openxmlformats.org/drawingml/2006/main" xmlns:r="http://schemas.openxmlformats.org/officeDocument/2006/relationships" xmlns:p="http://schemas.openxmlformats.org/presentationml/2006/main">
  <p:tag name="TEXTSHADOWSIZE" val="100"/>
</p:tagLst>
</file>

<file path=ppt/tags/tag90.xml><?xml version="1.0" encoding="utf-8"?>
<p:tagLst xmlns:a="http://schemas.openxmlformats.org/drawingml/2006/main" xmlns:r="http://schemas.openxmlformats.org/officeDocument/2006/relationships" xmlns:p="http://schemas.openxmlformats.org/presentationml/2006/main">
  <p:tag name="SHADOWSIZE" val="100"/>
</p:tagLst>
</file>

<file path=ppt/tags/tag91.xml><?xml version="1.0" encoding="utf-8"?>
<p:tagLst xmlns:a="http://schemas.openxmlformats.org/drawingml/2006/main" xmlns:r="http://schemas.openxmlformats.org/officeDocument/2006/relationships" xmlns:p="http://schemas.openxmlformats.org/presentationml/2006/main">
  <p:tag name="SHADOWSIZE" val="100"/>
</p:tagLst>
</file>

<file path=ppt/tags/tag92.xml><?xml version="1.0" encoding="utf-8"?>
<p:tagLst xmlns:a="http://schemas.openxmlformats.org/drawingml/2006/main" xmlns:r="http://schemas.openxmlformats.org/officeDocument/2006/relationships" xmlns:p="http://schemas.openxmlformats.org/presentationml/2006/main">
  <p:tag name="TEXTSHADOWSIZE" val="100"/>
</p:tagLst>
</file>

<file path=ppt/tags/tag93.xml><?xml version="1.0" encoding="utf-8"?>
<p:tagLst xmlns:a="http://schemas.openxmlformats.org/drawingml/2006/main" xmlns:r="http://schemas.openxmlformats.org/officeDocument/2006/relationships" xmlns:p="http://schemas.openxmlformats.org/presentationml/2006/main">
  <p:tag name="SHADOWSIZE" val="100"/>
</p:tagLst>
</file>

<file path=ppt/tags/tag94.xml><?xml version="1.0" encoding="utf-8"?>
<p:tagLst xmlns:a="http://schemas.openxmlformats.org/drawingml/2006/main" xmlns:r="http://schemas.openxmlformats.org/officeDocument/2006/relationships" xmlns:p="http://schemas.openxmlformats.org/presentationml/2006/main">
  <p:tag name="TEXTSHADOWSIZE" val="100"/>
</p:tagLst>
</file>

<file path=ppt/tags/tag95.xml><?xml version="1.0" encoding="utf-8"?>
<p:tagLst xmlns:a="http://schemas.openxmlformats.org/drawingml/2006/main" xmlns:r="http://schemas.openxmlformats.org/officeDocument/2006/relationships" xmlns:p="http://schemas.openxmlformats.org/presentationml/2006/main">
  <p:tag name="SHADOWSIZE" val="98"/>
</p:tagLst>
</file>

<file path=ppt/tags/tag96.xml><?xml version="1.0" encoding="utf-8"?>
<p:tagLst xmlns:a="http://schemas.openxmlformats.org/drawingml/2006/main" xmlns:r="http://schemas.openxmlformats.org/officeDocument/2006/relationships" xmlns:p="http://schemas.openxmlformats.org/presentationml/2006/main">
  <p:tag name="TEXTSHADOWSIZE" val="100"/>
</p:tagLst>
</file>

<file path=ppt/tags/tag97.xml><?xml version="1.0" encoding="utf-8"?>
<p:tagLst xmlns:a="http://schemas.openxmlformats.org/drawingml/2006/main" xmlns:r="http://schemas.openxmlformats.org/officeDocument/2006/relationships" xmlns:p="http://schemas.openxmlformats.org/presentationml/2006/main">
  <p:tag name="SHADOWSIZE" val="100"/>
</p:tagLst>
</file>

<file path=ppt/tags/tag98.xml><?xml version="1.0" encoding="utf-8"?>
<p:tagLst xmlns:a="http://schemas.openxmlformats.org/drawingml/2006/main" xmlns:r="http://schemas.openxmlformats.org/officeDocument/2006/relationships" xmlns:p="http://schemas.openxmlformats.org/presentationml/2006/main">
  <p:tag name="TEXTSHADOWSIZE" val="102"/>
</p:tagLst>
</file>

<file path=ppt/tags/tag99.xml><?xml version="1.0" encoding="utf-8"?>
<p:tagLst xmlns:a="http://schemas.openxmlformats.org/drawingml/2006/main" xmlns:r="http://schemas.openxmlformats.org/officeDocument/2006/relationships" xmlns:p="http://schemas.openxmlformats.org/presentationml/2006/main">
  <p:tag name="TEXTSHADOWSIZE" val="102"/>
</p:tagLst>
</file>

<file path=ppt/tags/tag100.xml><?xml version="1.0" encoding="utf-8"?>
<p:tagLst xmlns:a="http://schemas.openxmlformats.org/drawingml/2006/main" xmlns:r="http://schemas.openxmlformats.org/officeDocument/2006/relationships" xmlns:p="http://schemas.openxmlformats.org/presentationml/2006/main">
  <p:tag name="SHADOWSIZE" val="98"/>
</p:tagLst>
</file>

<file path=ppt/tags/tag101.xml><?xml version="1.0" encoding="utf-8"?>
<p:tagLst xmlns:a="http://schemas.openxmlformats.org/drawingml/2006/main" xmlns:r="http://schemas.openxmlformats.org/officeDocument/2006/relationships" xmlns:p="http://schemas.openxmlformats.org/presentationml/2006/main">
  <p:tag name="TEXTSHADOWSIZE" val="100"/>
</p:tagLst>
</file>

<file path=ppt/tags/tag102.xml><?xml version="1.0" encoding="utf-8"?>
<p:tagLst xmlns:a="http://schemas.openxmlformats.org/drawingml/2006/main" xmlns:r="http://schemas.openxmlformats.org/officeDocument/2006/relationships" xmlns:p="http://schemas.openxmlformats.org/presentationml/2006/main">
  <p:tag name="SHADOWSIZE" val="100"/>
</p:tagLst>
</file>

<file path=ppt/tags/tag103.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4.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5.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6.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7.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8.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09.xml><?xml version="1.0" encoding="utf-8"?>
<p:tagLst xmlns:a="http://schemas.openxmlformats.org/drawingml/2006/main" xmlns:r="http://schemas.openxmlformats.org/officeDocument/2006/relationships" xmlns:p="http://schemas.openxmlformats.org/presentationml/2006/main">
  <p:tag name="SHADOWSIZE" val="98"/>
</p:tagLst>
</file>

<file path=ppt/tags/tag110.xml><?xml version="1.0" encoding="utf-8"?>
<p:tagLst xmlns:a="http://schemas.openxmlformats.org/drawingml/2006/main" xmlns:r="http://schemas.openxmlformats.org/officeDocument/2006/relationships" xmlns:p="http://schemas.openxmlformats.org/presentationml/2006/main">
  <p:tag name="TEXTSHADOWSIZE" val="100"/>
</p:tagLst>
</file>

<file path=ppt/tags/tag111.xml><?xml version="1.0" encoding="utf-8"?>
<p:tagLst xmlns:a="http://schemas.openxmlformats.org/drawingml/2006/main" xmlns:r="http://schemas.openxmlformats.org/officeDocument/2006/relationships" xmlns:p="http://schemas.openxmlformats.org/presentationml/2006/main">
  <p:tag name="SHADOWSIZE" val="100"/>
</p:tagLst>
</file>

<file path=ppt/tags/tag112.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13.xml><?xml version="1.0" encoding="utf-8"?>
<p:tagLst xmlns:a="http://schemas.openxmlformats.org/drawingml/2006/main" xmlns:r="http://schemas.openxmlformats.org/officeDocument/2006/relationships" xmlns:p="http://schemas.openxmlformats.org/presentationml/2006/main">
  <p:tag name="SHADOWSIZE" val="98"/>
</p:tagLst>
</file>

<file path=ppt/tags/tag114.xml><?xml version="1.0" encoding="utf-8"?>
<p:tagLst xmlns:a="http://schemas.openxmlformats.org/drawingml/2006/main" xmlns:r="http://schemas.openxmlformats.org/officeDocument/2006/relationships" xmlns:p="http://schemas.openxmlformats.org/presentationml/2006/main">
  <p:tag name="TEXTSHADOWSIZE" val="100"/>
</p:tagLst>
</file>

<file path=ppt/tags/tag115.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16.xml><?xml version="1.0" encoding="utf-8"?>
<p:tagLst xmlns:a="http://schemas.openxmlformats.org/drawingml/2006/main" xmlns:r="http://schemas.openxmlformats.org/officeDocument/2006/relationships" xmlns:p="http://schemas.openxmlformats.org/presentationml/2006/main">
  <p:tag name="SHADOWSIZE" val="98"/>
</p:tagLst>
</file>

<file path=ppt/tags/tag117.xml><?xml version="1.0" encoding="utf-8"?>
<p:tagLst xmlns:a="http://schemas.openxmlformats.org/drawingml/2006/main" xmlns:r="http://schemas.openxmlformats.org/officeDocument/2006/relationships" xmlns:p="http://schemas.openxmlformats.org/presentationml/2006/main">
  <p:tag name="TEXTSHADOWSIZE" val="100"/>
</p:tagLst>
</file>

<file path=ppt/tags/tag118.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19.xml><?xml version="1.0" encoding="utf-8"?>
<p:tagLst xmlns:a="http://schemas.openxmlformats.org/drawingml/2006/main" xmlns:r="http://schemas.openxmlformats.org/officeDocument/2006/relationships" xmlns:p="http://schemas.openxmlformats.org/presentationml/2006/main">
  <p:tag name="SHADOWSIZE" val="98"/>
</p:tagLst>
</file>

<file path=ppt/tags/tag120.xml><?xml version="1.0" encoding="utf-8"?>
<p:tagLst xmlns:a="http://schemas.openxmlformats.org/drawingml/2006/main" xmlns:r="http://schemas.openxmlformats.org/officeDocument/2006/relationships" xmlns:p="http://schemas.openxmlformats.org/presentationml/2006/main">
  <p:tag name="TEXTSHADOWSIZE" val="100"/>
</p:tagLst>
</file>

<file path=ppt/tags/tag121.xml><?xml version="1.0" encoding="utf-8"?>
<p:tagLst xmlns:a="http://schemas.openxmlformats.org/drawingml/2006/main" xmlns:r="http://schemas.openxmlformats.org/officeDocument/2006/relationships" xmlns:p="http://schemas.openxmlformats.org/presentationml/2006/main">
  <p:tag name="SHADOWSIZE" val="98"/>
</p:tagLst>
</file>

<file path=ppt/tags/tag122.xml><?xml version="1.0" encoding="utf-8"?>
<p:tagLst xmlns:a="http://schemas.openxmlformats.org/drawingml/2006/main" xmlns:r="http://schemas.openxmlformats.org/officeDocument/2006/relationships" xmlns:p="http://schemas.openxmlformats.org/presentationml/2006/main">
  <p:tag name="TEXTSHADOWSIZE" val="100"/>
</p:tagLst>
</file>

<file path=ppt/tags/tag123.xml><?xml version="1.0" encoding="utf-8"?>
<p:tagLst xmlns:a="http://schemas.openxmlformats.org/drawingml/2006/main" xmlns:r="http://schemas.openxmlformats.org/officeDocument/2006/relationships" xmlns:p="http://schemas.openxmlformats.org/presentationml/2006/main">
  <p:tag name="SHADOWSIZE" val="100"/>
</p:tagLst>
</file>

<file path=ppt/tags/tag124.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25.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26.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27.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28.xml><?xml version="1.0" encoding="utf-8"?>
<p:tagLst xmlns:a="http://schemas.openxmlformats.org/drawingml/2006/main" xmlns:r="http://schemas.openxmlformats.org/officeDocument/2006/relationships" xmlns:p="http://schemas.openxmlformats.org/presentationml/2006/main">
  <p:tag name="SHADOWSIZE" val="98"/>
</p:tagLst>
</file>

<file path=ppt/tags/tag129.xml><?xml version="1.0" encoding="utf-8"?>
<p:tagLst xmlns:a="http://schemas.openxmlformats.org/drawingml/2006/main" xmlns:r="http://schemas.openxmlformats.org/officeDocument/2006/relationships" xmlns:p="http://schemas.openxmlformats.org/presentationml/2006/main">
  <p:tag name="TEXTSHADOWSIZE" val="100"/>
</p:tagLst>
</file>

<file path=ppt/tags/tag130.xml><?xml version="1.0" encoding="utf-8"?>
<p:tagLst xmlns:a="http://schemas.openxmlformats.org/drawingml/2006/main" xmlns:r="http://schemas.openxmlformats.org/officeDocument/2006/relationships" xmlns:p="http://schemas.openxmlformats.org/presentationml/2006/main">
  <p:tag name="SHADOWSIZE" val="100"/>
</p:tagLst>
</file>

<file path=ppt/tags/tag131.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32.xml><?xml version="1.0" encoding="utf-8"?>
<p:tagLst xmlns:a="http://schemas.openxmlformats.org/drawingml/2006/main" xmlns:r="http://schemas.openxmlformats.org/officeDocument/2006/relationships" xmlns:p="http://schemas.openxmlformats.org/presentationml/2006/main">
  <p:tag name="SHADOWSIZE" val="98"/>
</p:tagLst>
</file>

<file path=ppt/tags/tag133.xml><?xml version="1.0" encoding="utf-8"?>
<p:tagLst xmlns:a="http://schemas.openxmlformats.org/drawingml/2006/main" xmlns:r="http://schemas.openxmlformats.org/officeDocument/2006/relationships" xmlns:p="http://schemas.openxmlformats.org/presentationml/2006/main">
  <p:tag name="TEXTSHADOWSIZE" val="100"/>
</p:tagLst>
</file>

<file path=ppt/tags/tag134.xml><?xml version="1.0" encoding="utf-8"?>
<p:tagLst xmlns:a="http://schemas.openxmlformats.org/drawingml/2006/main" xmlns:r="http://schemas.openxmlformats.org/officeDocument/2006/relationships" xmlns:p="http://schemas.openxmlformats.org/presentationml/2006/main">
  <p:tag name="SHADOWSIZE" val="100"/>
</p:tagLst>
</file>

<file path=ppt/tags/tag135.xml><?xml version="1.0" encoding="utf-8"?>
<p:tagLst xmlns:a="http://schemas.openxmlformats.org/drawingml/2006/main" xmlns:r="http://schemas.openxmlformats.org/officeDocument/2006/relationships" xmlns:p="http://schemas.openxmlformats.org/presentationml/2006/main">
  <p:tag name="TEXTSHADOWSIZE" val="102"/>
</p:tagLst>
</file>

<file path=ppt/tags/tag136.xml><?xml version="1.0" encoding="utf-8"?>
<p:tagLst xmlns:a="http://schemas.openxmlformats.org/drawingml/2006/main" xmlns:r="http://schemas.openxmlformats.org/officeDocument/2006/relationships" xmlns:p="http://schemas.openxmlformats.org/presentationml/2006/main">
  <p:tag name="TEXTSHADOWSIZE" val="102"/>
</p:tagLst>
</file>

<file path=ppt/tags/tag137.xml><?xml version="1.0" encoding="utf-8"?>
<p:tagLst xmlns:a="http://schemas.openxmlformats.org/drawingml/2006/main" xmlns:r="http://schemas.openxmlformats.org/officeDocument/2006/relationships" xmlns:p="http://schemas.openxmlformats.org/presentationml/2006/main">
  <p:tag name="TEXTSHADOWSIZE" val="100"/>
</p:tagLst>
</file>

<file path=ppt/tags/tag138.xml><?xml version="1.0" encoding="utf-8"?>
<p:tagLst xmlns:a="http://schemas.openxmlformats.org/drawingml/2006/main" xmlns:r="http://schemas.openxmlformats.org/officeDocument/2006/relationships" xmlns:p="http://schemas.openxmlformats.org/presentationml/2006/main">
  <p:tag name="TEXTSHADOWSIZE" val="100"/>
</p:tagLst>
</file>

<file path=ppt/tags/tag139.xml><?xml version="1.0" encoding="utf-8"?>
<p:tagLst xmlns:a="http://schemas.openxmlformats.org/drawingml/2006/main" xmlns:r="http://schemas.openxmlformats.org/officeDocument/2006/relationships" xmlns:p="http://schemas.openxmlformats.org/presentationml/2006/main">
  <p:tag name="TEXTSHADOWSIZE" val="100"/>
</p:tagLst>
</file>

<file path=ppt/tags/tag140.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41.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42.xml><?xml version="1.0" encoding="utf-8"?>
<p:tagLst xmlns:a="http://schemas.openxmlformats.org/drawingml/2006/main" xmlns:r="http://schemas.openxmlformats.org/officeDocument/2006/relationships" xmlns:p="http://schemas.openxmlformats.org/presentationml/2006/main">
  <p:tag name="TOP" val="208.6338"/>
  <p:tag name="LEFT" val="225.8767"/>
  <p:tag name="WIDTH" val="372.5685"/>
  <p:tag name="HEIGHT" val="28.47827"/>
  <p:tag name="SHAPEREFLECTION" val="-2.147484E+09"/>
  <p:tag name="SHAPEGLOW" val="0"/>
  <p:tag name="SOFTEDGE" val="0"/>
  <p:tag name="FONTSIZE" val="20"/>
  <p:tag name="MARGINBOTTOM" val="2.975433"/>
  <p:tag name="MARGINLEFT" val="5.950788"/>
  <p:tag name="MARGINRIGHT" val="5.950788"/>
  <p:tag name="MARGINTOP" val="2.975433"/>
  <p:tag name="LINERULEAFTER" val="0"/>
  <p:tag name="TEXTREFLECTION" val="0"/>
  <p:tag name="TEXTGLOW" val="0"/>
</p:tagLst>
</file>

<file path=ppt/tags/tag143.xml><?xml version="1.0" encoding="utf-8"?>
<p:tagLst xmlns:a="http://schemas.openxmlformats.org/drawingml/2006/main" xmlns:r="http://schemas.openxmlformats.org/officeDocument/2006/relationships" xmlns:p="http://schemas.openxmlformats.org/presentationml/2006/main">
  <p:tag name="SHADOWSIZE" val="98"/>
</p:tagLst>
</file>

<file path=ppt/tags/tag144.xml><?xml version="1.0" encoding="utf-8"?>
<p:tagLst xmlns:a="http://schemas.openxmlformats.org/drawingml/2006/main" xmlns:r="http://schemas.openxmlformats.org/officeDocument/2006/relationships" xmlns:p="http://schemas.openxmlformats.org/presentationml/2006/main">
  <p:tag name="TEXTSHADOWSIZE" val="100"/>
</p:tagLst>
</file>

<file path=ppt/tags/tag145.xml><?xml version="1.0" encoding="utf-8"?>
<p:tagLst xmlns:a="http://schemas.openxmlformats.org/drawingml/2006/main" xmlns:r="http://schemas.openxmlformats.org/officeDocument/2006/relationships" xmlns:p="http://schemas.openxmlformats.org/presentationml/2006/main">
  <p:tag name="SHADOWSIZE" val="100"/>
</p:tagLst>
</file>

<file path=ppt/tags/tag146.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47.xml><?xml version="1.0" encoding="utf-8"?>
<p:tagLst xmlns:a="http://schemas.openxmlformats.org/drawingml/2006/main" xmlns:r="http://schemas.openxmlformats.org/officeDocument/2006/relationships" xmlns:p="http://schemas.openxmlformats.org/presentationml/2006/main">
  <p:tag name="SHADOWSIZE" val="98"/>
</p:tagLst>
</file>

<file path=ppt/tags/tag148.xml><?xml version="1.0" encoding="utf-8"?>
<p:tagLst xmlns:a="http://schemas.openxmlformats.org/drawingml/2006/main" xmlns:r="http://schemas.openxmlformats.org/officeDocument/2006/relationships" xmlns:p="http://schemas.openxmlformats.org/presentationml/2006/main">
  <p:tag name="TEXTSHADOWSIZE" val="100"/>
</p:tagLst>
</file>

<file path=ppt/tags/tag149.xml><?xml version="1.0" encoding="utf-8"?>
<p:tagLst xmlns:a="http://schemas.openxmlformats.org/drawingml/2006/main" xmlns:r="http://schemas.openxmlformats.org/officeDocument/2006/relationships" xmlns:p="http://schemas.openxmlformats.org/presentationml/2006/main">
  <p:tag name="SHADOWSIZE" val="100"/>
</p:tagLst>
</file>

<file path=ppt/tags/tag150.xml><?xml version="1.0" encoding="utf-8"?>
<p:tagLst xmlns:a="http://schemas.openxmlformats.org/drawingml/2006/main" xmlns:r="http://schemas.openxmlformats.org/officeDocument/2006/relationships" xmlns:p="http://schemas.openxmlformats.org/presentationml/2006/main">
  <p:tag name="TOP" val="196.68"/>
  <p:tag name="LEFT" val="240.78"/>
  <p:tag name="WIDTH" val="561.22"/>
  <p:tag name="HEIGHT" val="109.132"/>
  <p:tag name="ADJUSTMENTS" val="7.370773"/>
  <p:tag name="SHADOWBLUR" val="3.305984"/>
  <p:tag name="SHADOWOFFSETX" val="1.518273E-16"/>
  <p:tag name="SHADOWOFFSETY" val="2.479527"/>
  <p:tag name="SHADOWSIZE" val="100"/>
  <p:tag name="LINEWEIGHT" val="1.5"/>
  <p:tag name="SHAPEREFLECTION" val="-2.147484E+09"/>
  <p:tag name="SHAPEGLOW" val="0"/>
  <p:tag name="SOFTEDGE" val="0"/>
  <p:tag name="FONTSIZE" val="12.05"/>
  <p:tag name="MARGINBOTTOM" val="2.41"/>
  <p:tag name="MARGINLEFT" val="4.820158"/>
  <p:tag name="MARGINRIGHT" val="4.820158"/>
  <p:tag name="MARGINTOP" val="2.41"/>
  <p:tag name="LINERULEAFTER" val="0"/>
  <p:tag name="TEXTREFLECTION" val="0"/>
  <p:tag name="TEXTGLOW" val="0"/>
</p:tagLst>
</file>

<file path=ppt/tags/tag151.xml><?xml version="1.0" encoding="utf-8"?>
<p:tagLst xmlns:a="http://schemas.openxmlformats.org/drawingml/2006/main" xmlns:r="http://schemas.openxmlformats.org/officeDocument/2006/relationships" xmlns:p="http://schemas.openxmlformats.org/presentationml/2006/main">
  <p:tag name="TEXTSHADOWSIZE" val="100"/>
</p:tagLst>
</file>

<file path=ppt/tags/tag152.xml><?xml version="1.0" encoding="utf-8"?>
<p:tagLst xmlns:a="http://schemas.openxmlformats.org/drawingml/2006/main" xmlns:r="http://schemas.openxmlformats.org/officeDocument/2006/relationships" xmlns:p="http://schemas.openxmlformats.org/presentationml/2006/main">
  <p:tag name="TEXTSHADOWSIZE" val="100"/>
</p:tagLst>
</file>

<file path=ppt/tags/tag153.xml><?xml version="1.0" encoding="utf-8"?>
<p:tagLst xmlns:a="http://schemas.openxmlformats.org/drawingml/2006/main" xmlns:r="http://schemas.openxmlformats.org/officeDocument/2006/relationships" xmlns:p="http://schemas.openxmlformats.org/presentationml/2006/main">
  <p:tag name="TEXTSHADOWSIZE" val="100"/>
</p:tagLst>
</file>

<file path=ppt/tags/tag154.xml><?xml version="1.0" encoding="utf-8"?>
<p:tagLst xmlns:a="http://schemas.openxmlformats.org/drawingml/2006/main" xmlns:r="http://schemas.openxmlformats.org/officeDocument/2006/relationships" xmlns:p="http://schemas.openxmlformats.org/presentationml/2006/main">
  <p:tag name="TEXTSHADOWSIZE" val="100"/>
</p:tagLst>
</file>

<file path=ppt/tags/tag155.xml><?xml version="1.0" encoding="utf-8"?>
<p:tagLst xmlns:a="http://schemas.openxmlformats.org/drawingml/2006/main" xmlns:r="http://schemas.openxmlformats.org/officeDocument/2006/relationships" xmlns:p="http://schemas.openxmlformats.org/presentationml/2006/main">
  <p:tag name="SHADOWSIZE" val="98"/>
</p:tagLst>
</file>

<file path=ppt/tags/tag156.xml><?xml version="1.0" encoding="utf-8"?>
<p:tagLst xmlns:a="http://schemas.openxmlformats.org/drawingml/2006/main" xmlns:r="http://schemas.openxmlformats.org/officeDocument/2006/relationships" xmlns:p="http://schemas.openxmlformats.org/presentationml/2006/main">
  <p:tag name="TEXTSHADOWSIZE" val="100"/>
</p:tagLst>
</file>

<file path=ppt/tags/tag157.xml><?xml version="1.0" encoding="utf-8"?>
<p:tagLst xmlns:a="http://schemas.openxmlformats.org/drawingml/2006/main" xmlns:r="http://schemas.openxmlformats.org/officeDocument/2006/relationships" xmlns:p="http://schemas.openxmlformats.org/presentationml/2006/main">
  <p:tag name="SHADOWSIZE" val="100"/>
</p:tagLst>
</file>

<file path=ppt/theme/theme1.xml><?xml version="1.0" encoding="utf-8"?>
<a:theme xmlns:a="http://schemas.openxmlformats.org/drawingml/2006/main" name="Office 主题​​">
  <a:themeElements>
    <a:clrScheme name="答辩">
      <a:dk1>
        <a:sysClr val="windowText" lastClr="000000"/>
      </a:dk1>
      <a:lt1>
        <a:sysClr val="window" lastClr="FFFFFF"/>
      </a:lt1>
      <a:dk2>
        <a:srgbClr val="373545"/>
      </a:dk2>
      <a:lt2>
        <a:srgbClr val="CEDBE6"/>
      </a:lt2>
      <a:accent1>
        <a:srgbClr val="C1232A"/>
      </a:accent1>
      <a:accent2>
        <a:srgbClr val="E88085"/>
      </a:accent2>
      <a:accent3>
        <a:srgbClr val="F0AAAD"/>
      </a:accent3>
      <a:accent4>
        <a:srgbClr val="000000"/>
      </a:accent4>
      <a:accent5>
        <a:srgbClr val="FFFFFF"/>
      </a:accent5>
      <a:accent6>
        <a:srgbClr val="FDE2DB"/>
      </a:accent6>
      <a:hlink>
        <a:srgbClr val="6B9F25"/>
      </a:hlink>
      <a:folHlink>
        <a:srgbClr val="9F6715"/>
      </a:folHlink>
    </a:clrScheme>
    <a:fontScheme name="答辩3">
      <a:majorFont>
        <a:latin typeface="江城黑体 300W"/>
        <a:ea typeface="思源宋体 CN Heavy"/>
        <a:cs typeface=""/>
      </a:majorFont>
      <a:minorFont>
        <a:latin typeface="江城黑体 700W"/>
        <a:ea typeface="江城黑体 300W"/>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4763</TotalTime>
  <Words>1022</Words>
  <Application>Microsoft Office PowerPoint</Application>
  <PresentationFormat>宽屏</PresentationFormat>
  <Paragraphs>302</Paragraphs>
  <Slides>26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26</vt:i4>
      </vt:variant>
    </vt:vector>
  </HeadingPairs>
  <TitlesOfParts>
    <vt:vector size="32" baseType="lpstr">
      <vt:lpstr>Arial</vt:lpstr>
      <vt:lpstr>思源宋体 CN Heavy</vt:lpstr>
      <vt:lpstr>Cambria Math</vt:lpstr>
      <vt:lpstr>江城黑体 700W</vt:lpstr>
      <vt:lpstr>江城黑体 300W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常小二</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常小二PPT</dc:creator>
  <cp:lastModifiedBy>ximh</cp:lastModifiedBy>
  <cp:revision>250</cp:revision>
  <dcterms:created xsi:type="dcterms:W3CDTF">2021-09-24T12:06:33Z</dcterms:created>
  <dcterms:modified xsi:type="dcterms:W3CDTF">2022-05-09T14:02:39Z</dcterms:modified>
</cp:coreProperties>
</file>